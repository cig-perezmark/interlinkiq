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2"/>
  </p:notesMasterIdLst>
  <p:sldIdLst>
    <p:sldId id="256" r:id="rId2"/>
    <p:sldId id="258" r:id="rId3"/>
    <p:sldId id="259" r:id="rId4"/>
    <p:sldId id="261" r:id="rId5"/>
    <p:sldId id="295" r:id="rId6"/>
    <p:sldId id="296" r:id="rId7"/>
    <p:sldId id="297" r:id="rId8"/>
    <p:sldId id="299" r:id="rId9"/>
    <p:sldId id="308" r:id="rId10"/>
    <p:sldId id="298" r:id="rId11"/>
    <p:sldId id="309" r:id="rId12"/>
    <p:sldId id="300" r:id="rId13"/>
    <p:sldId id="301" r:id="rId14"/>
    <p:sldId id="302" r:id="rId15"/>
    <p:sldId id="303" r:id="rId16"/>
    <p:sldId id="304" r:id="rId17"/>
    <p:sldId id="305" r:id="rId18"/>
    <p:sldId id="306" r:id="rId19"/>
    <p:sldId id="263" r:id="rId20"/>
    <p:sldId id="307" r:id="rId21"/>
  </p:sldIdLst>
  <p:sldSz cx="9144000" cy="5143500" type="screen16x9"/>
  <p:notesSz cx="6858000" cy="9144000"/>
  <p:embeddedFontLst>
    <p:embeddedFont>
      <p:font typeface="Montserrat" panose="000005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87BBE2-F8AB-4FFC-AB9A-B3BEF387CB69}">
  <a:tblStyle styleId="{7287BBE2-F8AB-4FFC-AB9A-B3BEF387CB6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7099731c88_2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27099731c88_2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cbadcde8f6_0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46" name="Google Shape;146;g2cbadcde8f6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cbadcde8f6_0_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9" name="Google Shape;169;g2cbadcde8f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6996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3449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867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40395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36987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66822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3228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843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07959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2758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35306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14579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53359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badcde8f6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7" name="Google Shape;187;g2cbadcde8f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5307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6f6ad0fc99_6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solidFill>
                <a:schemeClr val="dk1"/>
              </a:solidFill>
            </a:endParaRPr>
          </a:p>
        </p:txBody>
      </p:sp>
      <p:sp>
        <p:nvSpPr>
          <p:cNvPr id="205" name="Google Shape;205;g26f6ad0fc99_6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6f6ad0fc99_6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solidFill>
                <a:schemeClr val="dk1"/>
              </a:solidFill>
            </a:endParaRPr>
          </a:p>
        </p:txBody>
      </p:sp>
      <p:sp>
        <p:nvSpPr>
          <p:cNvPr id="205" name="Google Shape;205;g26f6ad0fc99_6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8582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58" name="Google Shape;58;p1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59" name="Google Shape;59;p1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62" name="Google Shape;62;p15"/>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rtl="0">
              <a:lnSpc>
                <a:spcPct val="100000"/>
              </a:lnSpc>
              <a:spcBef>
                <a:spcPts val="300"/>
              </a:spcBef>
              <a:spcAft>
                <a:spcPts val="0"/>
              </a:spcAft>
              <a:buClr>
                <a:srgbClr val="888888"/>
              </a:buClr>
              <a:buSzPts val="1600"/>
              <a:buNone/>
              <a:defRPr>
                <a:solidFill>
                  <a:srgbClr val="888888"/>
                </a:solidFill>
              </a:defRPr>
            </a:lvl1pPr>
            <a:lvl2pPr lvl="1" algn="ctr" rtl="0">
              <a:lnSpc>
                <a:spcPct val="100000"/>
              </a:lnSpc>
              <a:spcBef>
                <a:spcPts val="300"/>
              </a:spcBef>
              <a:spcAft>
                <a:spcPts val="0"/>
              </a:spcAft>
              <a:buClr>
                <a:srgbClr val="888888"/>
              </a:buClr>
              <a:buSzPts val="1400"/>
              <a:buNone/>
              <a:defRPr>
                <a:solidFill>
                  <a:srgbClr val="888888"/>
                </a:solidFill>
              </a:defRPr>
            </a:lvl2pPr>
            <a:lvl3pPr lvl="2" algn="ctr" rtl="0">
              <a:lnSpc>
                <a:spcPct val="100000"/>
              </a:lnSpc>
              <a:spcBef>
                <a:spcPts val="200"/>
              </a:spcBef>
              <a:spcAft>
                <a:spcPts val="0"/>
              </a:spcAft>
              <a:buClr>
                <a:srgbClr val="888888"/>
              </a:buClr>
              <a:buSzPts val="1200"/>
              <a:buNone/>
              <a:defRPr>
                <a:solidFill>
                  <a:srgbClr val="888888"/>
                </a:solidFill>
              </a:defRPr>
            </a:lvl3pPr>
            <a:lvl4pPr lvl="3" algn="ctr" rtl="0">
              <a:lnSpc>
                <a:spcPct val="100000"/>
              </a:lnSpc>
              <a:spcBef>
                <a:spcPts val="200"/>
              </a:spcBef>
              <a:spcAft>
                <a:spcPts val="0"/>
              </a:spcAft>
              <a:buClr>
                <a:srgbClr val="888888"/>
              </a:buClr>
              <a:buSzPts val="1000"/>
              <a:buNone/>
              <a:defRPr>
                <a:solidFill>
                  <a:srgbClr val="888888"/>
                </a:solidFill>
              </a:defRPr>
            </a:lvl4pPr>
            <a:lvl5pPr lvl="4" algn="ctr" rtl="0">
              <a:lnSpc>
                <a:spcPct val="100000"/>
              </a:lnSpc>
              <a:spcBef>
                <a:spcPts val="200"/>
              </a:spcBef>
              <a:spcAft>
                <a:spcPts val="0"/>
              </a:spcAft>
              <a:buClr>
                <a:srgbClr val="888888"/>
              </a:buClr>
              <a:buSzPts val="1000"/>
              <a:buNone/>
              <a:defRPr>
                <a:solidFill>
                  <a:srgbClr val="888888"/>
                </a:solidFill>
              </a:defRPr>
            </a:lvl5pPr>
            <a:lvl6pPr lvl="5" algn="ctr" rtl="0">
              <a:lnSpc>
                <a:spcPct val="100000"/>
              </a:lnSpc>
              <a:spcBef>
                <a:spcPts val="200"/>
              </a:spcBef>
              <a:spcAft>
                <a:spcPts val="0"/>
              </a:spcAft>
              <a:buClr>
                <a:srgbClr val="888888"/>
              </a:buClr>
              <a:buSzPts val="1000"/>
              <a:buNone/>
              <a:defRPr>
                <a:solidFill>
                  <a:srgbClr val="888888"/>
                </a:solidFill>
              </a:defRPr>
            </a:lvl6pPr>
            <a:lvl7pPr lvl="6" algn="ctr" rtl="0">
              <a:lnSpc>
                <a:spcPct val="100000"/>
              </a:lnSpc>
              <a:spcBef>
                <a:spcPts val="200"/>
              </a:spcBef>
              <a:spcAft>
                <a:spcPts val="0"/>
              </a:spcAft>
              <a:buClr>
                <a:srgbClr val="888888"/>
              </a:buClr>
              <a:buSzPts val="1000"/>
              <a:buNone/>
              <a:defRPr>
                <a:solidFill>
                  <a:srgbClr val="888888"/>
                </a:solidFill>
              </a:defRPr>
            </a:lvl7pPr>
            <a:lvl8pPr lvl="7" algn="ctr" rtl="0">
              <a:lnSpc>
                <a:spcPct val="100000"/>
              </a:lnSpc>
              <a:spcBef>
                <a:spcPts val="200"/>
              </a:spcBef>
              <a:spcAft>
                <a:spcPts val="0"/>
              </a:spcAft>
              <a:buClr>
                <a:srgbClr val="888888"/>
              </a:buClr>
              <a:buSzPts val="1000"/>
              <a:buNone/>
              <a:defRPr>
                <a:solidFill>
                  <a:srgbClr val="888888"/>
                </a:solidFill>
              </a:defRPr>
            </a:lvl8pPr>
            <a:lvl9pPr lvl="8" algn="ctr" rtl="0">
              <a:lnSpc>
                <a:spcPct val="100000"/>
              </a:lnSpc>
              <a:spcBef>
                <a:spcPts val="200"/>
              </a:spcBef>
              <a:spcAft>
                <a:spcPts val="0"/>
              </a:spcAft>
              <a:buClr>
                <a:srgbClr val="888888"/>
              </a:buClr>
              <a:buSzPts val="1000"/>
              <a:buNone/>
              <a:defRPr>
                <a:solidFill>
                  <a:srgbClr val="888888"/>
                </a:solidFill>
              </a:defRPr>
            </a:lvl9pPr>
          </a:lstStyle>
          <a:p>
            <a:endParaRPr/>
          </a:p>
        </p:txBody>
      </p:sp>
      <p:sp>
        <p:nvSpPr>
          <p:cNvPr id="63" name="Google Shape;63;p1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64" name="Google Shape;64;p1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65" name="Google Shape;65;p1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68" name="Google Shape;68;p16"/>
          <p:cNvSpPr txBox="1">
            <a:spLocks noGrp="1"/>
          </p:cNvSpPr>
          <p:nvPr>
            <p:ph type="body" idx="1"/>
          </p:nvPr>
        </p:nvSpPr>
        <p:spPr>
          <a:xfrm>
            <a:off x="228600" y="800100"/>
            <a:ext cx="4114800" cy="2263200"/>
          </a:xfrm>
          <a:prstGeom prst="rect">
            <a:avLst/>
          </a:prstGeom>
          <a:noFill/>
          <a:ln>
            <a:noFill/>
          </a:ln>
        </p:spPr>
        <p:txBody>
          <a:bodyPr spcFirstLastPara="1" wrap="square" lIns="45725" tIns="22850" rIns="45725" bIns="22850" anchor="t" anchorCtr="0">
            <a:normAutofit/>
          </a:bodyPr>
          <a:lstStyle>
            <a:lvl1pPr marL="457200" lvl="0" indent="-285750" algn="l" rtl="0">
              <a:lnSpc>
                <a:spcPct val="100000"/>
              </a:lnSpc>
              <a:spcBef>
                <a:spcPts val="200"/>
              </a:spcBef>
              <a:spcAft>
                <a:spcPts val="0"/>
              </a:spcAft>
              <a:buClr>
                <a:schemeClr val="dk1"/>
              </a:buClr>
              <a:buSzPts val="900"/>
              <a:buChar char="•"/>
              <a:defRPr/>
            </a:lvl1pPr>
            <a:lvl2pPr marL="914400" lvl="1" indent="-285750" algn="l" rtl="0">
              <a:lnSpc>
                <a:spcPct val="100000"/>
              </a:lnSpc>
              <a:spcBef>
                <a:spcPts val="200"/>
              </a:spcBef>
              <a:spcAft>
                <a:spcPts val="0"/>
              </a:spcAft>
              <a:buClr>
                <a:schemeClr val="dk1"/>
              </a:buClr>
              <a:buSzPts val="900"/>
              <a:buChar char="–"/>
              <a:defRPr/>
            </a:lvl2pPr>
            <a:lvl3pPr marL="1371600" lvl="2" indent="-285750" algn="l" rtl="0">
              <a:lnSpc>
                <a:spcPct val="100000"/>
              </a:lnSpc>
              <a:spcBef>
                <a:spcPts val="200"/>
              </a:spcBef>
              <a:spcAft>
                <a:spcPts val="0"/>
              </a:spcAft>
              <a:buClr>
                <a:schemeClr val="dk1"/>
              </a:buClr>
              <a:buSzPts val="900"/>
              <a:buChar char="•"/>
              <a:defRPr/>
            </a:lvl3pPr>
            <a:lvl4pPr marL="1828800" lvl="3" indent="-285750" algn="l" rtl="0">
              <a:lnSpc>
                <a:spcPct val="100000"/>
              </a:lnSpc>
              <a:spcBef>
                <a:spcPts val="200"/>
              </a:spcBef>
              <a:spcAft>
                <a:spcPts val="0"/>
              </a:spcAft>
              <a:buClr>
                <a:schemeClr val="dk1"/>
              </a:buClr>
              <a:buSzPts val="900"/>
              <a:buChar char="–"/>
              <a:defRPr/>
            </a:lvl4pPr>
            <a:lvl5pPr marL="2286000" lvl="4" indent="-285750" algn="l" rtl="0">
              <a:lnSpc>
                <a:spcPct val="100000"/>
              </a:lnSpc>
              <a:spcBef>
                <a:spcPts val="200"/>
              </a:spcBef>
              <a:spcAft>
                <a:spcPts val="0"/>
              </a:spcAft>
              <a:buClr>
                <a:schemeClr val="dk1"/>
              </a:buClr>
              <a:buSzPts val="900"/>
              <a:buChar char="»"/>
              <a:defRPr/>
            </a:lvl5pPr>
            <a:lvl6pPr marL="2743200" lvl="5" indent="-285750" algn="l" rtl="0">
              <a:lnSpc>
                <a:spcPct val="100000"/>
              </a:lnSpc>
              <a:spcBef>
                <a:spcPts val="200"/>
              </a:spcBef>
              <a:spcAft>
                <a:spcPts val="0"/>
              </a:spcAft>
              <a:buClr>
                <a:schemeClr val="dk1"/>
              </a:buClr>
              <a:buSzPts val="900"/>
              <a:buChar char="•"/>
              <a:defRPr/>
            </a:lvl6pPr>
            <a:lvl7pPr marL="3200400" lvl="6" indent="-285750" algn="l" rtl="0">
              <a:lnSpc>
                <a:spcPct val="100000"/>
              </a:lnSpc>
              <a:spcBef>
                <a:spcPts val="200"/>
              </a:spcBef>
              <a:spcAft>
                <a:spcPts val="0"/>
              </a:spcAft>
              <a:buClr>
                <a:schemeClr val="dk1"/>
              </a:buClr>
              <a:buSzPts val="900"/>
              <a:buChar char="•"/>
              <a:defRPr/>
            </a:lvl7pPr>
            <a:lvl8pPr marL="3657600" lvl="7" indent="-285750" algn="l" rtl="0">
              <a:lnSpc>
                <a:spcPct val="100000"/>
              </a:lnSpc>
              <a:spcBef>
                <a:spcPts val="200"/>
              </a:spcBef>
              <a:spcAft>
                <a:spcPts val="0"/>
              </a:spcAft>
              <a:buClr>
                <a:schemeClr val="dk1"/>
              </a:buClr>
              <a:buSzPts val="900"/>
              <a:buChar char="•"/>
              <a:defRPr/>
            </a:lvl8pPr>
            <a:lvl9pPr marL="4114800" lvl="8" indent="-285750" algn="l" rtl="0">
              <a:lnSpc>
                <a:spcPct val="100000"/>
              </a:lnSpc>
              <a:spcBef>
                <a:spcPts val="200"/>
              </a:spcBef>
              <a:spcAft>
                <a:spcPts val="0"/>
              </a:spcAft>
              <a:buClr>
                <a:schemeClr val="dk1"/>
              </a:buClr>
              <a:buSzPts val="900"/>
              <a:buChar char="•"/>
              <a:defRPr/>
            </a:lvl9pPr>
          </a:lstStyle>
          <a:p>
            <a:endParaRPr/>
          </a:p>
        </p:txBody>
      </p:sp>
      <p:sp>
        <p:nvSpPr>
          <p:cNvPr id="69" name="Google Shape;69;p16"/>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0" name="Google Shape;70;p16"/>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1" name="Google Shape;71;p16"/>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rtl="0">
              <a:lnSpc>
                <a:spcPct val="100000"/>
              </a:lnSpc>
              <a:spcBef>
                <a:spcPts val="0"/>
              </a:spcBef>
              <a:spcAft>
                <a:spcPts val="0"/>
              </a:spcAft>
              <a:buClr>
                <a:schemeClr val="dk1"/>
              </a:buClr>
              <a:buSzPts val="2000"/>
              <a:buFont typeface="Calibri"/>
              <a:buNone/>
              <a:defRPr sz="2000" b="1" cap="none"/>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4" name="Google Shape;74;p17"/>
          <p:cNvSpPr txBox="1">
            <a:spLocks noGrp="1"/>
          </p:cNvSpPr>
          <p:nvPr>
            <p:ph type="body" idx="1"/>
          </p:nvPr>
        </p:nvSpPr>
        <p:spPr>
          <a:xfrm>
            <a:off x="361156" y="1453357"/>
            <a:ext cx="3886200" cy="750300"/>
          </a:xfrm>
          <a:prstGeom prst="rect">
            <a:avLst/>
          </a:prstGeom>
          <a:noFill/>
          <a:ln>
            <a:noFill/>
          </a:ln>
        </p:spPr>
        <p:txBody>
          <a:bodyPr spcFirstLastPara="1" wrap="square" lIns="45725" tIns="22850" rIns="45725" bIns="22850" anchor="b" anchorCtr="0">
            <a:normAutofit/>
          </a:bodyPr>
          <a:lstStyle>
            <a:lvl1pPr marL="457200" lvl="0" indent="-228600" algn="l" rtl="0">
              <a:lnSpc>
                <a:spcPct val="100000"/>
              </a:lnSpc>
              <a:spcBef>
                <a:spcPts val="200"/>
              </a:spcBef>
              <a:spcAft>
                <a:spcPts val="0"/>
              </a:spcAft>
              <a:buClr>
                <a:srgbClr val="888888"/>
              </a:buClr>
              <a:buSzPts val="1000"/>
              <a:buNone/>
              <a:defRPr sz="1000">
                <a:solidFill>
                  <a:srgbClr val="888888"/>
                </a:solidFill>
              </a:defRPr>
            </a:lvl1pPr>
            <a:lvl2pPr marL="914400" lvl="1" indent="-228600" algn="l" rtl="0">
              <a:lnSpc>
                <a:spcPct val="100000"/>
              </a:lnSpc>
              <a:spcBef>
                <a:spcPts val="200"/>
              </a:spcBef>
              <a:spcAft>
                <a:spcPts val="0"/>
              </a:spcAft>
              <a:buClr>
                <a:srgbClr val="888888"/>
              </a:buClr>
              <a:buSzPts val="900"/>
              <a:buNone/>
              <a:defRPr sz="900">
                <a:solidFill>
                  <a:srgbClr val="888888"/>
                </a:solidFill>
              </a:defRPr>
            </a:lvl2pPr>
            <a:lvl3pPr marL="1371600" lvl="2" indent="-228600" algn="l" rtl="0">
              <a:lnSpc>
                <a:spcPct val="100000"/>
              </a:lnSpc>
              <a:spcBef>
                <a:spcPts val="200"/>
              </a:spcBef>
              <a:spcAft>
                <a:spcPts val="0"/>
              </a:spcAft>
              <a:buClr>
                <a:srgbClr val="888888"/>
              </a:buClr>
              <a:buSzPts val="800"/>
              <a:buNone/>
              <a:defRPr sz="800">
                <a:solidFill>
                  <a:srgbClr val="888888"/>
                </a:solidFill>
              </a:defRPr>
            </a:lvl3pPr>
            <a:lvl4pPr marL="1828800" lvl="3" indent="-228600" algn="l" rtl="0">
              <a:lnSpc>
                <a:spcPct val="100000"/>
              </a:lnSpc>
              <a:spcBef>
                <a:spcPts val="100"/>
              </a:spcBef>
              <a:spcAft>
                <a:spcPts val="0"/>
              </a:spcAft>
              <a:buClr>
                <a:srgbClr val="888888"/>
              </a:buClr>
              <a:buSzPts val="700"/>
              <a:buNone/>
              <a:defRPr sz="700">
                <a:solidFill>
                  <a:srgbClr val="888888"/>
                </a:solidFill>
              </a:defRPr>
            </a:lvl4pPr>
            <a:lvl5pPr marL="2286000" lvl="4" indent="-228600" algn="l" rtl="0">
              <a:lnSpc>
                <a:spcPct val="100000"/>
              </a:lnSpc>
              <a:spcBef>
                <a:spcPts val="100"/>
              </a:spcBef>
              <a:spcAft>
                <a:spcPts val="0"/>
              </a:spcAft>
              <a:buClr>
                <a:srgbClr val="888888"/>
              </a:buClr>
              <a:buSzPts val="700"/>
              <a:buNone/>
              <a:defRPr sz="700">
                <a:solidFill>
                  <a:srgbClr val="888888"/>
                </a:solidFill>
              </a:defRPr>
            </a:lvl5pPr>
            <a:lvl6pPr marL="2743200" lvl="5" indent="-228600" algn="l" rtl="0">
              <a:lnSpc>
                <a:spcPct val="100000"/>
              </a:lnSpc>
              <a:spcBef>
                <a:spcPts val="100"/>
              </a:spcBef>
              <a:spcAft>
                <a:spcPts val="0"/>
              </a:spcAft>
              <a:buClr>
                <a:srgbClr val="888888"/>
              </a:buClr>
              <a:buSzPts val="700"/>
              <a:buNone/>
              <a:defRPr sz="700">
                <a:solidFill>
                  <a:srgbClr val="888888"/>
                </a:solidFill>
              </a:defRPr>
            </a:lvl6pPr>
            <a:lvl7pPr marL="3200400" lvl="6" indent="-228600" algn="l" rtl="0">
              <a:lnSpc>
                <a:spcPct val="100000"/>
              </a:lnSpc>
              <a:spcBef>
                <a:spcPts val="100"/>
              </a:spcBef>
              <a:spcAft>
                <a:spcPts val="0"/>
              </a:spcAft>
              <a:buClr>
                <a:srgbClr val="888888"/>
              </a:buClr>
              <a:buSzPts val="700"/>
              <a:buNone/>
              <a:defRPr sz="700">
                <a:solidFill>
                  <a:srgbClr val="888888"/>
                </a:solidFill>
              </a:defRPr>
            </a:lvl7pPr>
            <a:lvl8pPr marL="3657600" lvl="7" indent="-228600" algn="l" rtl="0">
              <a:lnSpc>
                <a:spcPct val="100000"/>
              </a:lnSpc>
              <a:spcBef>
                <a:spcPts val="100"/>
              </a:spcBef>
              <a:spcAft>
                <a:spcPts val="0"/>
              </a:spcAft>
              <a:buClr>
                <a:srgbClr val="888888"/>
              </a:buClr>
              <a:buSzPts val="700"/>
              <a:buNone/>
              <a:defRPr sz="700">
                <a:solidFill>
                  <a:srgbClr val="888888"/>
                </a:solidFill>
              </a:defRPr>
            </a:lvl8pPr>
            <a:lvl9pPr marL="4114800" lvl="8" indent="-228600" algn="l" rtl="0">
              <a:lnSpc>
                <a:spcPct val="100000"/>
              </a:lnSpc>
              <a:spcBef>
                <a:spcPts val="100"/>
              </a:spcBef>
              <a:spcAft>
                <a:spcPts val="0"/>
              </a:spcAft>
              <a:buClr>
                <a:srgbClr val="888888"/>
              </a:buClr>
              <a:buSzPts val="700"/>
              <a:buNone/>
              <a:defRPr sz="700">
                <a:solidFill>
                  <a:srgbClr val="888888"/>
                </a:solidFill>
              </a:defRPr>
            </a:lvl9pPr>
          </a:lstStyle>
          <a:p>
            <a:endParaRPr/>
          </a:p>
        </p:txBody>
      </p:sp>
      <p:sp>
        <p:nvSpPr>
          <p:cNvPr id="75" name="Google Shape;75;p1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6" name="Google Shape;76;p1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7" name="Google Shape;77;p1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80" name="Google Shape;80;p18"/>
          <p:cNvSpPr txBox="1">
            <a:spLocks noGrp="1"/>
          </p:cNvSpPr>
          <p:nvPr>
            <p:ph type="body" idx="1"/>
          </p:nvPr>
        </p:nvSpPr>
        <p:spPr>
          <a:xfrm>
            <a:off x="228600" y="800100"/>
            <a:ext cx="2019300" cy="2263200"/>
          </a:xfrm>
          <a:prstGeom prst="rect">
            <a:avLst/>
          </a:prstGeom>
          <a:noFill/>
          <a:ln>
            <a:noFill/>
          </a:ln>
        </p:spPr>
        <p:txBody>
          <a:bodyPr spcFirstLastPara="1" wrap="square" lIns="45725" tIns="22850" rIns="45725" bIns="22850" anchor="t" anchorCtr="0">
            <a:normAutofit/>
          </a:bodyPr>
          <a:lstStyle>
            <a:lvl1pPr marL="457200" lvl="0" indent="-317500" algn="l" rtl="0">
              <a:lnSpc>
                <a:spcPct val="100000"/>
              </a:lnSpc>
              <a:spcBef>
                <a:spcPts val="300"/>
              </a:spcBef>
              <a:spcAft>
                <a:spcPts val="0"/>
              </a:spcAft>
              <a:buClr>
                <a:schemeClr val="dk1"/>
              </a:buClr>
              <a:buSzPts val="1400"/>
              <a:buChar char="•"/>
              <a:defRPr sz="1400"/>
            </a:lvl1pPr>
            <a:lvl2pPr marL="914400" lvl="1" indent="-304800" algn="l" rtl="0">
              <a:lnSpc>
                <a:spcPct val="100000"/>
              </a:lnSpc>
              <a:spcBef>
                <a:spcPts val="200"/>
              </a:spcBef>
              <a:spcAft>
                <a:spcPts val="0"/>
              </a:spcAft>
              <a:buClr>
                <a:schemeClr val="dk1"/>
              </a:buClr>
              <a:buSzPts val="1200"/>
              <a:buChar char="–"/>
              <a:defRPr sz="1200"/>
            </a:lvl2pPr>
            <a:lvl3pPr marL="1371600" lvl="2" indent="-292100" algn="l" rtl="0">
              <a:lnSpc>
                <a:spcPct val="100000"/>
              </a:lnSpc>
              <a:spcBef>
                <a:spcPts val="200"/>
              </a:spcBef>
              <a:spcAft>
                <a:spcPts val="0"/>
              </a:spcAft>
              <a:buClr>
                <a:schemeClr val="dk1"/>
              </a:buClr>
              <a:buSzPts val="1000"/>
              <a:buChar char="•"/>
              <a:defRPr sz="1000"/>
            </a:lvl3pPr>
            <a:lvl4pPr marL="1828800" lvl="3" indent="-285750" algn="l" rtl="0">
              <a:lnSpc>
                <a:spcPct val="100000"/>
              </a:lnSpc>
              <a:spcBef>
                <a:spcPts val="200"/>
              </a:spcBef>
              <a:spcAft>
                <a:spcPts val="0"/>
              </a:spcAft>
              <a:buClr>
                <a:schemeClr val="dk1"/>
              </a:buClr>
              <a:buSzPts val="900"/>
              <a:buChar char="–"/>
              <a:defRPr sz="900"/>
            </a:lvl4pPr>
            <a:lvl5pPr marL="2286000" lvl="4" indent="-285750" algn="l" rtl="0">
              <a:lnSpc>
                <a:spcPct val="100000"/>
              </a:lnSpc>
              <a:spcBef>
                <a:spcPts val="200"/>
              </a:spcBef>
              <a:spcAft>
                <a:spcPts val="0"/>
              </a:spcAft>
              <a:buClr>
                <a:schemeClr val="dk1"/>
              </a:buClr>
              <a:buSzPts val="900"/>
              <a:buChar char="»"/>
              <a:defRPr sz="900"/>
            </a:lvl5pPr>
            <a:lvl6pPr marL="2743200" lvl="5" indent="-285750" algn="l" rtl="0">
              <a:lnSpc>
                <a:spcPct val="100000"/>
              </a:lnSpc>
              <a:spcBef>
                <a:spcPts val="200"/>
              </a:spcBef>
              <a:spcAft>
                <a:spcPts val="0"/>
              </a:spcAft>
              <a:buClr>
                <a:schemeClr val="dk1"/>
              </a:buClr>
              <a:buSzPts val="900"/>
              <a:buChar char="•"/>
              <a:defRPr sz="900"/>
            </a:lvl6pPr>
            <a:lvl7pPr marL="3200400" lvl="6" indent="-285750" algn="l" rtl="0">
              <a:lnSpc>
                <a:spcPct val="100000"/>
              </a:lnSpc>
              <a:spcBef>
                <a:spcPts val="200"/>
              </a:spcBef>
              <a:spcAft>
                <a:spcPts val="0"/>
              </a:spcAft>
              <a:buClr>
                <a:schemeClr val="dk1"/>
              </a:buClr>
              <a:buSzPts val="900"/>
              <a:buChar char="•"/>
              <a:defRPr sz="900"/>
            </a:lvl7pPr>
            <a:lvl8pPr marL="3657600" lvl="7" indent="-285750" algn="l" rtl="0">
              <a:lnSpc>
                <a:spcPct val="100000"/>
              </a:lnSpc>
              <a:spcBef>
                <a:spcPts val="200"/>
              </a:spcBef>
              <a:spcAft>
                <a:spcPts val="0"/>
              </a:spcAft>
              <a:buClr>
                <a:schemeClr val="dk1"/>
              </a:buClr>
              <a:buSzPts val="900"/>
              <a:buChar char="•"/>
              <a:defRPr sz="900"/>
            </a:lvl8pPr>
            <a:lvl9pPr marL="4114800" lvl="8" indent="-285750" algn="l" rtl="0">
              <a:lnSpc>
                <a:spcPct val="100000"/>
              </a:lnSpc>
              <a:spcBef>
                <a:spcPts val="200"/>
              </a:spcBef>
              <a:spcAft>
                <a:spcPts val="0"/>
              </a:spcAft>
              <a:buClr>
                <a:schemeClr val="dk1"/>
              </a:buClr>
              <a:buSzPts val="900"/>
              <a:buChar char="•"/>
              <a:defRPr sz="900"/>
            </a:lvl9pPr>
          </a:lstStyle>
          <a:p>
            <a:endParaRPr/>
          </a:p>
        </p:txBody>
      </p:sp>
      <p:sp>
        <p:nvSpPr>
          <p:cNvPr id="81" name="Google Shape;81;p18"/>
          <p:cNvSpPr txBox="1">
            <a:spLocks noGrp="1"/>
          </p:cNvSpPr>
          <p:nvPr>
            <p:ph type="body" idx="2"/>
          </p:nvPr>
        </p:nvSpPr>
        <p:spPr>
          <a:xfrm>
            <a:off x="2324100" y="800100"/>
            <a:ext cx="2019300" cy="2263200"/>
          </a:xfrm>
          <a:prstGeom prst="rect">
            <a:avLst/>
          </a:prstGeom>
          <a:noFill/>
          <a:ln>
            <a:noFill/>
          </a:ln>
        </p:spPr>
        <p:txBody>
          <a:bodyPr spcFirstLastPara="1" wrap="square" lIns="45725" tIns="22850" rIns="45725" bIns="22850" anchor="t" anchorCtr="0">
            <a:normAutofit/>
          </a:bodyPr>
          <a:lstStyle>
            <a:lvl1pPr marL="457200" lvl="0" indent="-317500" algn="l" rtl="0">
              <a:lnSpc>
                <a:spcPct val="100000"/>
              </a:lnSpc>
              <a:spcBef>
                <a:spcPts val="300"/>
              </a:spcBef>
              <a:spcAft>
                <a:spcPts val="0"/>
              </a:spcAft>
              <a:buClr>
                <a:schemeClr val="dk1"/>
              </a:buClr>
              <a:buSzPts val="1400"/>
              <a:buChar char="•"/>
              <a:defRPr sz="1400"/>
            </a:lvl1pPr>
            <a:lvl2pPr marL="914400" lvl="1" indent="-304800" algn="l" rtl="0">
              <a:lnSpc>
                <a:spcPct val="100000"/>
              </a:lnSpc>
              <a:spcBef>
                <a:spcPts val="200"/>
              </a:spcBef>
              <a:spcAft>
                <a:spcPts val="0"/>
              </a:spcAft>
              <a:buClr>
                <a:schemeClr val="dk1"/>
              </a:buClr>
              <a:buSzPts val="1200"/>
              <a:buChar char="–"/>
              <a:defRPr sz="1200"/>
            </a:lvl2pPr>
            <a:lvl3pPr marL="1371600" lvl="2" indent="-292100" algn="l" rtl="0">
              <a:lnSpc>
                <a:spcPct val="100000"/>
              </a:lnSpc>
              <a:spcBef>
                <a:spcPts val="200"/>
              </a:spcBef>
              <a:spcAft>
                <a:spcPts val="0"/>
              </a:spcAft>
              <a:buClr>
                <a:schemeClr val="dk1"/>
              </a:buClr>
              <a:buSzPts val="1000"/>
              <a:buChar char="•"/>
              <a:defRPr sz="1000"/>
            </a:lvl3pPr>
            <a:lvl4pPr marL="1828800" lvl="3" indent="-285750" algn="l" rtl="0">
              <a:lnSpc>
                <a:spcPct val="100000"/>
              </a:lnSpc>
              <a:spcBef>
                <a:spcPts val="200"/>
              </a:spcBef>
              <a:spcAft>
                <a:spcPts val="0"/>
              </a:spcAft>
              <a:buClr>
                <a:schemeClr val="dk1"/>
              </a:buClr>
              <a:buSzPts val="900"/>
              <a:buChar char="–"/>
              <a:defRPr sz="900"/>
            </a:lvl4pPr>
            <a:lvl5pPr marL="2286000" lvl="4" indent="-285750" algn="l" rtl="0">
              <a:lnSpc>
                <a:spcPct val="100000"/>
              </a:lnSpc>
              <a:spcBef>
                <a:spcPts val="200"/>
              </a:spcBef>
              <a:spcAft>
                <a:spcPts val="0"/>
              </a:spcAft>
              <a:buClr>
                <a:schemeClr val="dk1"/>
              </a:buClr>
              <a:buSzPts val="900"/>
              <a:buChar char="»"/>
              <a:defRPr sz="900"/>
            </a:lvl5pPr>
            <a:lvl6pPr marL="2743200" lvl="5" indent="-285750" algn="l" rtl="0">
              <a:lnSpc>
                <a:spcPct val="100000"/>
              </a:lnSpc>
              <a:spcBef>
                <a:spcPts val="200"/>
              </a:spcBef>
              <a:spcAft>
                <a:spcPts val="0"/>
              </a:spcAft>
              <a:buClr>
                <a:schemeClr val="dk1"/>
              </a:buClr>
              <a:buSzPts val="900"/>
              <a:buChar char="•"/>
              <a:defRPr sz="900"/>
            </a:lvl6pPr>
            <a:lvl7pPr marL="3200400" lvl="6" indent="-285750" algn="l" rtl="0">
              <a:lnSpc>
                <a:spcPct val="100000"/>
              </a:lnSpc>
              <a:spcBef>
                <a:spcPts val="200"/>
              </a:spcBef>
              <a:spcAft>
                <a:spcPts val="0"/>
              </a:spcAft>
              <a:buClr>
                <a:schemeClr val="dk1"/>
              </a:buClr>
              <a:buSzPts val="900"/>
              <a:buChar char="•"/>
              <a:defRPr sz="900"/>
            </a:lvl7pPr>
            <a:lvl8pPr marL="3657600" lvl="7" indent="-285750" algn="l" rtl="0">
              <a:lnSpc>
                <a:spcPct val="100000"/>
              </a:lnSpc>
              <a:spcBef>
                <a:spcPts val="200"/>
              </a:spcBef>
              <a:spcAft>
                <a:spcPts val="0"/>
              </a:spcAft>
              <a:buClr>
                <a:schemeClr val="dk1"/>
              </a:buClr>
              <a:buSzPts val="900"/>
              <a:buChar char="•"/>
              <a:defRPr sz="900"/>
            </a:lvl8pPr>
            <a:lvl9pPr marL="4114800" lvl="8" indent="-285750" algn="l" rtl="0">
              <a:lnSpc>
                <a:spcPct val="100000"/>
              </a:lnSpc>
              <a:spcBef>
                <a:spcPts val="200"/>
              </a:spcBef>
              <a:spcAft>
                <a:spcPts val="0"/>
              </a:spcAft>
              <a:buClr>
                <a:schemeClr val="dk1"/>
              </a:buClr>
              <a:buSzPts val="900"/>
              <a:buChar char="•"/>
              <a:defRPr sz="900"/>
            </a:lvl9pPr>
          </a:lstStyle>
          <a:p>
            <a:endParaRPr/>
          </a:p>
        </p:txBody>
      </p:sp>
      <p:sp>
        <p:nvSpPr>
          <p:cNvPr id="82" name="Google Shape;82;p1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83" name="Google Shape;83;p1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84" name="Google Shape;84;p1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2200"/>
              <a:buFont typeface="Calibri"/>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87" name="Google Shape;87;p19"/>
          <p:cNvSpPr txBox="1">
            <a:spLocks noGrp="1"/>
          </p:cNvSpPr>
          <p:nvPr>
            <p:ph type="body" idx="1"/>
          </p:nvPr>
        </p:nvSpPr>
        <p:spPr>
          <a:xfrm>
            <a:off x="228600" y="767556"/>
            <a:ext cx="2020200" cy="320100"/>
          </a:xfrm>
          <a:prstGeom prst="rect">
            <a:avLst/>
          </a:prstGeom>
          <a:noFill/>
          <a:ln>
            <a:noFill/>
          </a:ln>
        </p:spPr>
        <p:txBody>
          <a:bodyPr spcFirstLastPara="1" wrap="square" lIns="45725" tIns="22850" rIns="45725" bIns="22850" anchor="b" anchorCtr="0">
            <a:normAutofit/>
          </a:bodyPr>
          <a:lstStyle>
            <a:lvl1pPr marL="457200" lvl="0" indent="-228600" algn="l" rtl="0">
              <a:lnSpc>
                <a:spcPct val="100000"/>
              </a:lnSpc>
              <a:spcBef>
                <a:spcPts val="200"/>
              </a:spcBef>
              <a:spcAft>
                <a:spcPts val="0"/>
              </a:spcAft>
              <a:buClr>
                <a:schemeClr val="dk1"/>
              </a:buClr>
              <a:buSzPts val="1200"/>
              <a:buNone/>
              <a:defRPr sz="1200" b="1"/>
            </a:lvl1pPr>
            <a:lvl2pPr marL="914400" lvl="1" indent="-228600" algn="l" rtl="0">
              <a:lnSpc>
                <a:spcPct val="100000"/>
              </a:lnSpc>
              <a:spcBef>
                <a:spcPts val="200"/>
              </a:spcBef>
              <a:spcAft>
                <a:spcPts val="0"/>
              </a:spcAft>
              <a:buClr>
                <a:schemeClr val="dk1"/>
              </a:buClr>
              <a:buSzPts val="1000"/>
              <a:buNone/>
              <a:defRPr sz="1000" b="1"/>
            </a:lvl2pPr>
            <a:lvl3pPr marL="1371600" lvl="2" indent="-228600" algn="l" rtl="0">
              <a:lnSpc>
                <a:spcPct val="100000"/>
              </a:lnSpc>
              <a:spcBef>
                <a:spcPts val="200"/>
              </a:spcBef>
              <a:spcAft>
                <a:spcPts val="0"/>
              </a:spcAft>
              <a:buClr>
                <a:schemeClr val="dk1"/>
              </a:buClr>
              <a:buSzPts val="900"/>
              <a:buNone/>
              <a:defRPr sz="900" b="1"/>
            </a:lvl3pPr>
            <a:lvl4pPr marL="1828800" lvl="3" indent="-228600" algn="l" rtl="0">
              <a:lnSpc>
                <a:spcPct val="100000"/>
              </a:lnSpc>
              <a:spcBef>
                <a:spcPts val="200"/>
              </a:spcBef>
              <a:spcAft>
                <a:spcPts val="0"/>
              </a:spcAft>
              <a:buClr>
                <a:schemeClr val="dk1"/>
              </a:buClr>
              <a:buSzPts val="800"/>
              <a:buNone/>
              <a:defRPr sz="800" b="1"/>
            </a:lvl4pPr>
            <a:lvl5pPr marL="2286000" lvl="4" indent="-228600" algn="l" rtl="0">
              <a:lnSpc>
                <a:spcPct val="100000"/>
              </a:lnSpc>
              <a:spcBef>
                <a:spcPts val="200"/>
              </a:spcBef>
              <a:spcAft>
                <a:spcPts val="0"/>
              </a:spcAft>
              <a:buClr>
                <a:schemeClr val="dk1"/>
              </a:buClr>
              <a:buSzPts val="800"/>
              <a:buNone/>
              <a:defRPr sz="800" b="1"/>
            </a:lvl5pPr>
            <a:lvl6pPr marL="2743200" lvl="5" indent="-228600" algn="l" rtl="0">
              <a:lnSpc>
                <a:spcPct val="100000"/>
              </a:lnSpc>
              <a:spcBef>
                <a:spcPts val="200"/>
              </a:spcBef>
              <a:spcAft>
                <a:spcPts val="0"/>
              </a:spcAft>
              <a:buClr>
                <a:schemeClr val="dk1"/>
              </a:buClr>
              <a:buSzPts val="800"/>
              <a:buNone/>
              <a:defRPr sz="800" b="1"/>
            </a:lvl6pPr>
            <a:lvl7pPr marL="3200400" lvl="6" indent="-228600" algn="l" rtl="0">
              <a:lnSpc>
                <a:spcPct val="100000"/>
              </a:lnSpc>
              <a:spcBef>
                <a:spcPts val="200"/>
              </a:spcBef>
              <a:spcAft>
                <a:spcPts val="0"/>
              </a:spcAft>
              <a:buClr>
                <a:schemeClr val="dk1"/>
              </a:buClr>
              <a:buSzPts val="800"/>
              <a:buNone/>
              <a:defRPr sz="800" b="1"/>
            </a:lvl7pPr>
            <a:lvl8pPr marL="3657600" lvl="7" indent="-228600" algn="l" rtl="0">
              <a:lnSpc>
                <a:spcPct val="100000"/>
              </a:lnSpc>
              <a:spcBef>
                <a:spcPts val="200"/>
              </a:spcBef>
              <a:spcAft>
                <a:spcPts val="0"/>
              </a:spcAft>
              <a:buClr>
                <a:schemeClr val="dk1"/>
              </a:buClr>
              <a:buSzPts val="800"/>
              <a:buNone/>
              <a:defRPr sz="800" b="1"/>
            </a:lvl8pPr>
            <a:lvl9pPr marL="4114800" lvl="8" indent="-228600" algn="l" rtl="0">
              <a:lnSpc>
                <a:spcPct val="100000"/>
              </a:lnSpc>
              <a:spcBef>
                <a:spcPts val="200"/>
              </a:spcBef>
              <a:spcAft>
                <a:spcPts val="0"/>
              </a:spcAft>
              <a:buClr>
                <a:schemeClr val="dk1"/>
              </a:buClr>
              <a:buSzPts val="800"/>
              <a:buNone/>
              <a:defRPr sz="800" b="1"/>
            </a:lvl9pPr>
          </a:lstStyle>
          <a:p>
            <a:endParaRPr/>
          </a:p>
        </p:txBody>
      </p:sp>
      <p:sp>
        <p:nvSpPr>
          <p:cNvPr id="88" name="Google Shape;88;p19"/>
          <p:cNvSpPr txBox="1">
            <a:spLocks noGrp="1"/>
          </p:cNvSpPr>
          <p:nvPr>
            <p:ph type="body" idx="2"/>
          </p:nvPr>
        </p:nvSpPr>
        <p:spPr>
          <a:xfrm>
            <a:off x="228600" y="1087438"/>
            <a:ext cx="2020200" cy="1975800"/>
          </a:xfrm>
          <a:prstGeom prst="rect">
            <a:avLst/>
          </a:prstGeom>
          <a:noFill/>
          <a:ln>
            <a:noFill/>
          </a:ln>
        </p:spPr>
        <p:txBody>
          <a:bodyPr spcFirstLastPara="1" wrap="square" lIns="45725" tIns="22850" rIns="45725" bIns="22850" anchor="t" anchorCtr="0">
            <a:normAutofit/>
          </a:bodyPr>
          <a:lstStyle>
            <a:lvl1pPr marL="457200" lvl="0" indent="-304800" algn="l" rtl="0">
              <a:lnSpc>
                <a:spcPct val="100000"/>
              </a:lnSpc>
              <a:spcBef>
                <a:spcPts val="200"/>
              </a:spcBef>
              <a:spcAft>
                <a:spcPts val="0"/>
              </a:spcAft>
              <a:buClr>
                <a:schemeClr val="dk1"/>
              </a:buClr>
              <a:buSzPts val="1200"/>
              <a:buChar char="•"/>
              <a:defRPr sz="1200"/>
            </a:lvl1pPr>
            <a:lvl2pPr marL="914400" lvl="1" indent="-292100" algn="l" rtl="0">
              <a:lnSpc>
                <a:spcPct val="100000"/>
              </a:lnSpc>
              <a:spcBef>
                <a:spcPts val="200"/>
              </a:spcBef>
              <a:spcAft>
                <a:spcPts val="0"/>
              </a:spcAft>
              <a:buClr>
                <a:schemeClr val="dk1"/>
              </a:buClr>
              <a:buSzPts val="1000"/>
              <a:buChar char="–"/>
              <a:defRPr sz="1000"/>
            </a:lvl2pPr>
            <a:lvl3pPr marL="1371600" lvl="2" indent="-285750" algn="l" rtl="0">
              <a:lnSpc>
                <a:spcPct val="100000"/>
              </a:lnSpc>
              <a:spcBef>
                <a:spcPts val="200"/>
              </a:spcBef>
              <a:spcAft>
                <a:spcPts val="0"/>
              </a:spcAft>
              <a:buClr>
                <a:schemeClr val="dk1"/>
              </a:buClr>
              <a:buSzPts val="900"/>
              <a:buChar char="•"/>
              <a:defRPr sz="900"/>
            </a:lvl3pPr>
            <a:lvl4pPr marL="1828800" lvl="3" indent="-279400" algn="l" rtl="0">
              <a:lnSpc>
                <a:spcPct val="100000"/>
              </a:lnSpc>
              <a:spcBef>
                <a:spcPts val="200"/>
              </a:spcBef>
              <a:spcAft>
                <a:spcPts val="0"/>
              </a:spcAft>
              <a:buClr>
                <a:schemeClr val="dk1"/>
              </a:buClr>
              <a:buSzPts val="800"/>
              <a:buChar char="–"/>
              <a:defRPr sz="800"/>
            </a:lvl4pPr>
            <a:lvl5pPr marL="2286000" lvl="4" indent="-279400" algn="l" rtl="0">
              <a:lnSpc>
                <a:spcPct val="100000"/>
              </a:lnSpc>
              <a:spcBef>
                <a:spcPts val="200"/>
              </a:spcBef>
              <a:spcAft>
                <a:spcPts val="0"/>
              </a:spcAft>
              <a:buClr>
                <a:schemeClr val="dk1"/>
              </a:buClr>
              <a:buSzPts val="800"/>
              <a:buChar char="»"/>
              <a:defRPr sz="800"/>
            </a:lvl5pPr>
            <a:lvl6pPr marL="2743200" lvl="5" indent="-279400" algn="l" rtl="0">
              <a:lnSpc>
                <a:spcPct val="100000"/>
              </a:lnSpc>
              <a:spcBef>
                <a:spcPts val="200"/>
              </a:spcBef>
              <a:spcAft>
                <a:spcPts val="0"/>
              </a:spcAft>
              <a:buClr>
                <a:schemeClr val="dk1"/>
              </a:buClr>
              <a:buSzPts val="800"/>
              <a:buChar char="•"/>
              <a:defRPr sz="800"/>
            </a:lvl6pPr>
            <a:lvl7pPr marL="3200400" lvl="6" indent="-279400" algn="l" rtl="0">
              <a:lnSpc>
                <a:spcPct val="100000"/>
              </a:lnSpc>
              <a:spcBef>
                <a:spcPts val="200"/>
              </a:spcBef>
              <a:spcAft>
                <a:spcPts val="0"/>
              </a:spcAft>
              <a:buClr>
                <a:schemeClr val="dk1"/>
              </a:buClr>
              <a:buSzPts val="800"/>
              <a:buChar char="•"/>
              <a:defRPr sz="800"/>
            </a:lvl7pPr>
            <a:lvl8pPr marL="3657600" lvl="7" indent="-279400" algn="l" rtl="0">
              <a:lnSpc>
                <a:spcPct val="100000"/>
              </a:lnSpc>
              <a:spcBef>
                <a:spcPts val="200"/>
              </a:spcBef>
              <a:spcAft>
                <a:spcPts val="0"/>
              </a:spcAft>
              <a:buClr>
                <a:schemeClr val="dk1"/>
              </a:buClr>
              <a:buSzPts val="800"/>
              <a:buChar char="•"/>
              <a:defRPr sz="800"/>
            </a:lvl8pPr>
            <a:lvl9pPr marL="4114800" lvl="8" indent="-279400" algn="l" rtl="0">
              <a:lnSpc>
                <a:spcPct val="100000"/>
              </a:lnSpc>
              <a:spcBef>
                <a:spcPts val="200"/>
              </a:spcBef>
              <a:spcAft>
                <a:spcPts val="0"/>
              </a:spcAft>
              <a:buClr>
                <a:schemeClr val="dk1"/>
              </a:buClr>
              <a:buSzPts val="800"/>
              <a:buChar char="•"/>
              <a:defRPr sz="800"/>
            </a:lvl9pPr>
          </a:lstStyle>
          <a:p>
            <a:endParaRPr/>
          </a:p>
        </p:txBody>
      </p:sp>
      <p:sp>
        <p:nvSpPr>
          <p:cNvPr id="89" name="Google Shape;89;p19"/>
          <p:cNvSpPr txBox="1">
            <a:spLocks noGrp="1"/>
          </p:cNvSpPr>
          <p:nvPr>
            <p:ph type="body" idx="3"/>
          </p:nvPr>
        </p:nvSpPr>
        <p:spPr>
          <a:xfrm>
            <a:off x="2322513" y="767556"/>
            <a:ext cx="2021100" cy="320100"/>
          </a:xfrm>
          <a:prstGeom prst="rect">
            <a:avLst/>
          </a:prstGeom>
          <a:noFill/>
          <a:ln>
            <a:noFill/>
          </a:ln>
        </p:spPr>
        <p:txBody>
          <a:bodyPr spcFirstLastPara="1" wrap="square" lIns="45725" tIns="22850" rIns="45725" bIns="22850" anchor="b" anchorCtr="0">
            <a:normAutofit/>
          </a:bodyPr>
          <a:lstStyle>
            <a:lvl1pPr marL="457200" lvl="0" indent="-228600" algn="l" rtl="0">
              <a:lnSpc>
                <a:spcPct val="100000"/>
              </a:lnSpc>
              <a:spcBef>
                <a:spcPts val="200"/>
              </a:spcBef>
              <a:spcAft>
                <a:spcPts val="0"/>
              </a:spcAft>
              <a:buClr>
                <a:schemeClr val="dk1"/>
              </a:buClr>
              <a:buSzPts val="1200"/>
              <a:buNone/>
              <a:defRPr sz="1200" b="1"/>
            </a:lvl1pPr>
            <a:lvl2pPr marL="914400" lvl="1" indent="-228600" algn="l" rtl="0">
              <a:lnSpc>
                <a:spcPct val="100000"/>
              </a:lnSpc>
              <a:spcBef>
                <a:spcPts val="200"/>
              </a:spcBef>
              <a:spcAft>
                <a:spcPts val="0"/>
              </a:spcAft>
              <a:buClr>
                <a:schemeClr val="dk1"/>
              </a:buClr>
              <a:buSzPts val="1000"/>
              <a:buNone/>
              <a:defRPr sz="1000" b="1"/>
            </a:lvl2pPr>
            <a:lvl3pPr marL="1371600" lvl="2" indent="-228600" algn="l" rtl="0">
              <a:lnSpc>
                <a:spcPct val="100000"/>
              </a:lnSpc>
              <a:spcBef>
                <a:spcPts val="200"/>
              </a:spcBef>
              <a:spcAft>
                <a:spcPts val="0"/>
              </a:spcAft>
              <a:buClr>
                <a:schemeClr val="dk1"/>
              </a:buClr>
              <a:buSzPts val="900"/>
              <a:buNone/>
              <a:defRPr sz="900" b="1"/>
            </a:lvl3pPr>
            <a:lvl4pPr marL="1828800" lvl="3" indent="-228600" algn="l" rtl="0">
              <a:lnSpc>
                <a:spcPct val="100000"/>
              </a:lnSpc>
              <a:spcBef>
                <a:spcPts val="200"/>
              </a:spcBef>
              <a:spcAft>
                <a:spcPts val="0"/>
              </a:spcAft>
              <a:buClr>
                <a:schemeClr val="dk1"/>
              </a:buClr>
              <a:buSzPts val="800"/>
              <a:buNone/>
              <a:defRPr sz="800" b="1"/>
            </a:lvl4pPr>
            <a:lvl5pPr marL="2286000" lvl="4" indent="-228600" algn="l" rtl="0">
              <a:lnSpc>
                <a:spcPct val="100000"/>
              </a:lnSpc>
              <a:spcBef>
                <a:spcPts val="200"/>
              </a:spcBef>
              <a:spcAft>
                <a:spcPts val="0"/>
              </a:spcAft>
              <a:buClr>
                <a:schemeClr val="dk1"/>
              </a:buClr>
              <a:buSzPts val="800"/>
              <a:buNone/>
              <a:defRPr sz="800" b="1"/>
            </a:lvl5pPr>
            <a:lvl6pPr marL="2743200" lvl="5" indent="-228600" algn="l" rtl="0">
              <a:lnSpc>
                <a:spcPct val="100000"/>
              </a:lnSpc>
              <a:spcBef>
                <a:spcPts val="200"/>
              </a:spcBef>
              <a:spcAft>
                <a:spcPts val="0"/>
              </a:spcAft>
              <a:buClr>
                <a:schemeClr val="dk1"/>
              </a:buClr>
              <a:buSzPts val="800"/>
              <a:buNone/>
              <a:defRPr sz="800" b="1"/>
            </a:lvl6pPr>
            <a:lvl7pPr marL="3200400" lvl="6" indent="-228600" algn="l" rtl="0">
              <a:lnSpc>
                <a:spcPct val="100000"/>
              </a:lnSpc>
              <a:spcBef>
                <a:spcPts val="200"/>
              </a:spcBef>
              <a:spcAft>
                <a:spcPts val="0"/>
              </a:spcAft>
              <a:buClr>
                <a:schemeClr val="dk1"/>
              </a:buClr>
              <a:buSzPts val="800"/>
              <a:buNone/>
              <a:defRPr sz="800" b="1"/>
            </a:lvl7pPr>
            <a:lvl8pPr marL="3657600" lvl="7" indent="-228600" algn="l" rtl="0">
              <a:lnSpc>
                <a:spcPct val="100000"/>
              </a:lnSpc>
              <a:spcBef>
                <a:spcPts val="200"/>
              </a:spcBef>
              <a:spcAft>
                <a:spcPts val="0"/>
              </a:spcAft>
              <a:buClr>
                <a:schemeClr val="dk1"/>
              </a:buClr>
              <a:buSzPts val="800"/>
              <a:buNone/>
              <a:defRPr sz="800" b="1"/>
            </a:lvl8pPr>
            <a:lvl9pPr marL="4114800" lvl="8" indent="-228600" algn="l" rtl="0">
              <a:lnSpc>
                <a:spcPct val="100000"/>
              </a:lnSpc>
              <a:spcBef>
                <a:spcPts val="200"/>
              </a:spcBef>
              <a:spcAft>
                <a:spcPts val="0"/>
              </a:spcAft>
              <a:buClr>
                <a:schemeClr val="dk1"/>
              </a:buClr>
              <a:buSzPts val="800"/>
              <a:buNone/>
              <a:defRPr sz="800" b="1"/>
            </a:lvl9pPr>
          </a:lstStyle>
          <a:p>
            <a:endParaRPr/>
          </a:p>
        </p:txBody>
      </p:sp>
      <p:sp>
        <p:nvSpPr>
          <p:cNvPr id="90" name="Google Shape;90;p19"/>
          <p:cNvSpPr txBox="1">
            <a:spLocks noGrp="1"/>
          </p:cNvSpPr>
          <p:nvPr>
            <p:ph type="body" idx="4"/>
          </p:nvPr>
        </p:nvSpPr>
        <p:spPr>
          <a:xfrm>
            <a:off x="2322513" y="1087438"/>
            <a:ext cx="2021100" cy="1975800"/>
          </a:xfrm>
          <a:prstGeom prst="rect">
            <a:avLst/>
          </a:prstGeom>
          <a:noFill/>
          <a:ln>
            <a:noFill/>
          </a:ln>
        </p:spPr>
        <p:txBody>
          <a:bodyPr spcFirstLastPara="1" wrap="square" lIns="45725" tIns="22850" rIns="45725" bIns="22850" anchor="t" anchorCtr="0">
            <a:normAutofit/>
          </a:bodyPr>
          <a:lstStyle>
            <a:lvl1pPr marL="457200" lvl="0" indent="-304800" algn="l" rtl="0">
              <a:lnSpc>
                <a:spcPct val="100000"/>
              </a:lnSpc>
              <a:spcBef>
                <a:spcPts val="200"/>
              </a:spcBef>
              <a:spcAft>
                <a:spcPts val="0"/>
              </a:spcAft>
              <a:buClr>
                <a:schemeClr val="dk1"/>
              </a:buClr>
              <a:buSzPts val="1200"/>
              <a:buChar char="•"/>
              <a:defRPr sz="1200"/>
            </a:lvl1pPr>
            <a:lvl2pPr marL="914400" lvl="1" indent="-292100" algn="l" rtl="0">
              <a:lnSpc>
                <a:spcPct val="100000"/>
              </a:lnSpc>
              <a:spcBef>
                <a:spcPts val="200"/>
              </a:spcBef>
              <a:spcAft>
                <a:spcPts val="0"/>
              </a:spcAft>
              <a:buClr>
                <a:schemeClr val="dk1"/>
              </a:buClr>
              <a:buSzPts val="1000"/>
              <a:buChar char="–"/>
              <a:defRPr sz="1000"/>
            </a:lvl2pPr>
            <a:lvl3pPr marL="1371600" lvl="2" indent="-285750" algn="l" rtl="0">
              <a:lnSpc>
                <a:spcPct val="100000"/>
              </a:lnSpc>
              <a:spcBef>
                <a:spcPts val="200"/>
              </a:spcBef>
              <a:spcAft>
                <a:spcPts val="0"/>
              </a:spcAft>
              <a:buClr>
                <a:schemeClr val="dk1"/>
              </a:buClr>
              <a:buSzPts val="900"/>
              <a:buChar char="•"/>
              <a:defRPr sz="900"/>
            </a:lvl3pPr>
            <a:lvl4pPr marL="1828800" lvl="3" indent="-279400" algn="l" rtl="0">
              <a:lnSpc>
                <a:spcPct val="100000"/>
              </a:lnSpc>
              <a:spcBef>
                <a:spcPts val="200"/>
              </a:spcBef>
              <a:spcAft>
                <a:spcPts val="0"/>
              </a:spcAft>
              <a:buClr>
                <a:schemeClr val="dk1"/>
              </a:buClr>
              <a:buSzPts val="800"/>
              <a:buChar char="–"/>
              <a:defRPr sz="800"/>
            </a:lvl4pPr>
            <a:lvl5pPr marL="2286000" lvl="4" indent="-279400" algn="l" rtl="0">
              <a:lnSpc>
                <a:spcPct val="100000"/>
              </a:lnSpc>
              <a:spcBef>
                <a:spcPts val="200"/>
              </a:spcBef>
              <a:spcAft>
                <a:spcPts val="0"/>
              </a:spcAft>
              <a:buClr>
                <a:schemeClr val="dk1"/>
              </a:buClr>
              <a:buSzPts val="800"/>
              <a:buChar char="»"/>
              <a:defRPr sz="800"/>
            </a:lvl5pPr>
            <a:lvl6pPr marL="2743200" lvl="5" indent="-279400" algn="l" rtl="0">
              <a:lnSpc>
                <a:spcPct val="100000"/>
              </a:lnSpc>
              <a:spcBef>
                <a:spcPts val="200"/>
              </a:spcBef>
              <a:spcAft>
                <a:spcPts val="0"/>
              </a:spcAft>
              <a:buClr>
                <a:schemeClr val="dk1"/>
              </a:buClr>
              <a:buSzPts val="800"/>
              <a:buChar char="•"/>
              <a:defRPr sz="800"/>
            </a:lvl6pPr>
            <a:lvl7pPr marL="3200400" lvl="6" indent="-279400" algn="l" rtl="0">
              <a:lnSpc>
                <a:spcPct val="100000"/>
              </a:lnSpc>
              <a:spcBef>
                <a:spcPts val="200"/>
              </a:spcBef>
              <a:spcAft>
                <a:spcPts val="0"/>
              </a:spcAft>
              <a:buClr>
                <a:schemeClr val="dk1"/>
              </a:buClr>
              <a:buSzPts val="800"/>
              <a:buChar char="•"/>
              <a:defRPr sz="800"/>
            </a:lvl7pPr>
            <a:lvl8pPr marL="3657600" lvl="7" indent="-279400" algn="l" rtl="0">
              <a:lnSpc>
                <a:spcPct val="100000"/>
              </a:lnSpc>
              <a:spcBef>
                <a:spcPts val="200"/>
              </a:spcBef>
              <a:spcAft>
                <a:spcPts val="0"/>
              </a:spcAft>
              <a:buClr>
                <a:schemeClr val="dk1"/>
              </a:buClr>
              <a:buSzPts val="800"/>
              <a:buChar char="•"/>
              <a:defRPr sz="800"/>
            </a:lvl8pPr>
            <a:lvl9pPr marL="4114800" lvl="8" indent="-279400" algn="l" rtl="0">
              <a:lnSpc>
                <a:spcPct val="100000"/>
              </a:lnSpc>
              <a:spcBef>
                <a:spcPts val="200"/>
              </a:spcBef>
              <a:spcAft>
                <a:spcPts val="0"/>
              </a:spcAft>
              <a:buClr>
                <a:schemeClr val="dk1"/>
              </a:buClr>
              <a:buSzPts val="800"/>
              <a:buChar char="•"/>
              <a:defRPr sz="800"/>
            </a:lvl9pPr>
          </a:lstStyle>
          <a:p>
            <a:endParaRPr/>
          </a:p>
        </p:txBody>
      </p:sp>
      <p:sp>
        <p:nvSpPr>
          <p:cNvPr id="91" name="Google Shape;91;p1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92" name="Google Shape;92;p1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93" name="Google Shape;93;p1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96" name="Google Shape;96;p20"/>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97" name="Google Shape;97;p20"/>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98" name="Google Shape;98;p20"/>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rtl="0">
              <a:lnSpc>
                <a:spcPct val="100000"/>
              </a:lnSpc>
              <a:spcBef>
                <a:spcPts val="0"/>
              </a:spcBef>
              <a:spcAft>
                <a:spcPts val="0"/>
              </a:spcAft>
              <a:buClr>
                <a:schemeClr val="dk1"/>
              </a:buClr>
              <a:buSzPts val="1000"/>
              <a:buFont typeface="Calibri"/>
              <a:buNone/>
              <a:defRPr sz="1000" b="1"/>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01" name="Google Shape;101;p21"/>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rtl="0">
              <a:lnSpc>
                <a:spcPct val="100000"/>
              </a:lnSpc>
              <a:spcBef>
                <a:spcPts val="300"/>
              </a:spcBef>
              <a:spcAft>
                <a:spcPts val="0"/>
              </a:spcAft>
              <a:buClr>
                <a:schemeClr val="dk1"/>
              </a:buClr>
              <a:buSzPts val="1600"/>
              <a:buChar char="•"/>
              <a:defRPr sz="1600"/>
            </a:lvl1pPr>
            <a:lvl2pPr marL="914400" lvl="1" indent="-317500" algn="l" rtl="0">
              <a:lnSpc>
                <a:spcPct val="100000"/>
              </a:lnSpc>
              <a:spcBef>
                <a:spcPts val="300"/>
              </a:spcBef>
              <a:spcAft>
                <a:spcPts val="0"/>
              </a:spcAft>
              <a:buClr>
                <a:schemeClr val="dk1"/>
              </a:buClr>
              <a:buSzPts val="1400"/>
              <a:buChar char="–"/>
              <a:defRPr sz="1400"/>
            </a:lvl2pPr>
            <a:lvl3pPr marL="1371600" lvl="2" indent="-304800" algn="l" rtl="0">
              <a:lnSpc>
                <a:spcPct val="100000"/>
              </a:lnSpc>
              <a:spcBef>
                <a:spcPts val="200"/>
              </a:spcBef>
              <a:spcAft>
                <a:spcPts val="0"/>
              </a:spcAft>
              <a:buClr>
                <a:schemeClr val="dk1"/>
              </a:buClr>
              <a:buSzPts val="1200"/>
              <a:buChar char="•"/>
              <a:defRPr sz="1200"/>
            </a:lvl3pPr>
            <a:lvl4pPr marL="1828800" lvl="3" indent="-292100" algn="l" rtl="0">
              <a:lnSpc>
                <a:spcPct val="100000"/>
              </a:lnSpc>
              <a:spcBef>
                <a:spcPts val="200"/>
              </a:spcBef>
              <a:spcAft>
                <a:spcPts val="0"/>
              </a:spcAft>
              <a:buClr>
                <a:schemeClr val="dk1"/>
              </a:buClr>
              <a:buSzPts val="1000"/>
              <a:buChar char="–"/>
              <a:defRPr sz="1000"/>
            </a:lvl4pPr>
            <a:lvl5pPr marL="2286000" lvl="4" indent="-292100" algn="l" rtl="0">
              <a:lnSpc>
                <a:spcPct val="100000"/>
              </a:lnSpc>
              <a:spcBef>
                <a:spcPts val="200"/>
              </a:spcBef>
              <a:spcAft>
                <a:spcPts val="0"/>
              </a:spcAft>
              <a:buClr>
                <a:schemeClr val="dk1"/>
              </a:buClr>
              <a:buSzPts val="1000"/>
              <a:buChar char="»"/>
              <a:defRPr sz="1000"/>
            </a:lvl5pPr>
            <a:lvl6pPr marL="2743200" lvl="5" indent="-292100" algn="l" rtl="0">
              <a:lnSpc>
                <a:spcPct val="100000"/>
              </a:lnSpc>
              <a:spcBef>
                <a:spcPts val="200"/>
              </a:spcBef>
              <a:spcAft>
                <a:spcPts val="0"/>
              </a:spcAft>
              <a:buClr>
                <a:schemeClr val="dk1"/>
              </a:buClr>
              <a:buSzPts val="1000"/>
              <a:buChar char="•"/>
              <a:defRPr sz="1000"/>
            </a:lvl6pPr>
            <a:lvl7pPr marL="3200400" lvl="6" indent="-292100" algn="l" rtl="0">
              <a:lnSpc>
                <a:spcPct val="100000"/>
              </a:lnSpc>
              <a:spcBef>
                <a:spcPts val="200"/>
              </a:spcBef>
              <a:spcAft>
                <a:spcPts val="0"/>
              </a:spcAft>
              <a:buClr>
                <a:schemeClr val="dk1"/>
              </a:buClr>
              <a:buSzPts val="1000"/>
              <a:buChar char="•"/>
              <a:defRPr sz="1000"/>
            </a:lvl7pPr>
            <a:lvl8pPr marL="3657600" lvl="7" indent="-292100" algn="l" rtl="0">
              <a:lnSpc>
                <a:spcPct val="100000"/>
              </a:lnSpc>
              <a:spcBef>
                <a:spcPts val="200"/>
              </a:spcBef>
              <a:spcAft>
                <a:spcPts val="0"/>
              </a:spcAft>
              <a:buClr>
                <a:schemeClr val="dk1"/>
              </a:buClr>
              <a:buSzPts val="1000"/>
              <a:buChar char="•"/>
              <a:defRPr sz="1000"/>
            </a:lvl8pPr>
            <a:lvl9pPr marL="4114800" lvl="8" indent="-292100" algn="l" rtl="0">
              <a:lnSpc>
                <a:spcPct val="100000"/>
              </a:lnSpc>
              <a:spcBef>
                <a:spcPts val="200"/>
              </a:spcBef>
              <a:spcAft>
                <a:spcPts val="0"/>
              </a:spcAft>
              <a:buClr>
                <a:schemeClr val="dk1"/>
              </a:buClr>
              <a:buSzPts val="1000"/>
              <a:buChar char="•"/>
              <a:defRPr sz="1000"/>
            </a:lvl9pPr>
          </a:lstStyle>
          <a:p>
            <a:endParaRPr/>
          </a:p>
        </p:txBody>
      </p:sp>
      <p:sp>
        <p:nvSpPr>
          <p:cNvPr id="102" name="Google Shape;102;p21"/>
          <p:cNvSpPr txBox="1">
            <a:spLocks noGrp="1"/>
          </p:cNvSpPr>
          <p:nvPr>
            <p:ph type="body" idx="2"/>
          </p:nvPr>
        </p:nvSpPr>
        <p:spPr>
          <a:xfrm>
            <a:off x="228600" y="717550"/>
            <a:ext cx="1504200" cy="2345700"/>
          </a:xfrm>
          <a:prstGeom prst="rect">
            <a:avLst/>
          </a:prstGeom>
          <a:noFill/>
          <a:ln>
            <a:noFill/>
          </a:ln>
        </p:spPr>
        <p:txBody>
          <a:bodyPr spcFirstLastPara="1" wrap="square" lIns="45725" tIns="22850" rIns="45725" bIns="22850" anchor="t" anchorCtr="0">
            <a:normAutofit/>
          </a:bodyPr>
          <a:lstStyle>
            <a:lvl1pPr marL="457200" lvl="0" indent="-228600" algn="l" rtl="0">
              <a:lnSpc>
                <a:spcPct val="100000"/>
              </a:lnSpc>
              <a:spcBef>
                <a:spcPts val="100"/>
              </a:spcBef>
              <a:spcAft>
                <a:spcPts val="0"/>
              </a:spcAft>
              <a:buClr>
                <a:schemeClr val="dk1"/>
              </a:buClr>
              <a:buSzPts val="700"/>
              <a:buNone/>
              <a:defRPr sz="700"/>
            </a:lvl1pPr>
            <a:lvl2pPr marL="914400" lvl="1" indent="-228600" algn="l" rtl="0">
              <a:lnSpc>
                <a:spcPct val="100000"/>
              </a:lnSpc>
              <a:spcBef>
                <a:spcPts val="100"/>
              </a:spcBef>
              <a:spcAft>
                <a:spcPts val="0"/>
              </a:spcAft>
              <a:buClr>
                <a:schemeClr val="dk1"/>
              </a:buClr>
              <a:buSzPts val="600"/>
              <a:buNone/>
              <a:defRPr sz="600"/>
            </a:lvl2pPr>
            <a:lvl3pPr marL="1371600" lvl="2" indent="-228600" algn="l" rtl="0">
              <a:lnSpc>
                <a:spcPct val="100000"/>
              </a:lnSpc>
              <a:spcBef>
                <a:spcPts val="100"/>
              </a:spcBef>
              <a:spcAft>
                <a:spcPts val="0"/>
              </a:spcAft>
              <a:buClr>
                <a:schemeClr val="dk1"/>
              </a:buClr>
              <a:buSzPts val="500"/>
              <a:buNone/>
              <a:defRPr sz="500"/>
            </a:lvl3pPr>
            <a:lvl4pPr marL="1828800" lvl="3" indent="-228600" algn="l" rtl="0">
              <a:lnSpc>
                <a:spcPct val="100000"/>
              </a:lnSpc>
              <a:spcBef>
                <a:spcPts val="100"/>
              </a:spcBef>
              <a:spcAft>
                <a:spcPts val="0"/>
              </a:spcAft>
              <a:buClr>
                <a:schemeClr val="dk1"/>
              </a:buClr>
              <a:buSzPts val="500"/>
              <a:buNone/>
              <a:defRPr sz="500"/>
            </a:lvl4pPr>
            <a:lvl5pPr marL="2286000" lvl="4" indent="-228600" algn="l" rtl="0">
              <a:lnSpc>
                <a:spcPct val="100000"/>
              </a:lnSpc>
              <a:spcBef>
                <a:spcPts val="100"/>
              </a:spcBef>
              <a:spcAft>
                <a:spcPts val="0"/>
              </a:spcAft>
              <a:buClr>
                <a:schemeClr val="dk1"/>
              </a:buClr>
              <a:buSzPts val="500"/>
              <a:buNone/>
              <a:defRPr sz="500"/>
            </a:lvl5pPr>
            <a:lvl6pPr marL="2743200" lvl="5" indent="-228600" algn="l" rtl="0">
              <a:lnSpc>
                <a:spcPct val="100000"/>
              </a:lnSpc>
              <a:spcBef>
                <a:spcPts val="100"/>
              </a:spcBef>
              <a:spcAft>
                <a:spcPts val="0"/>
              </a:spcAft>
              <a:buClr>
                <a:schemeClr val="dk1"/>
              </a:buClr>
              <a:buSzPts val="500"/>
              <a:buNone/>
              <a:defRPr sz="500"/>
            </a:lvl6pPr>
            <a:lvl7pPr marL="3200400" lvl="6" indent="-228600" algn="l" rtl="0">
              <a:lnSpc>
                <a:spcPct val="100000"/>
              </a:lnSpc>
              <a:spcBef>
                <a:spcPts val="100"/>
              </a:spcBef>
              <a:spcAft>
                <a:spcPts val="0"/>
              </a:spcAft>
              <a:buClr>
                <a:schemeClr val="dk1"/>
              </a:buClr>
              <a:buSzPts val="500"/>
              <a:buNone/>
              <a:defRPr sz="500"/>
            </a:lvl7pPr>
            <a:lvl8pPr marL="3657600" lvl="7" indent="-228600" algn="l" rtl="0">
              <a:lnSpc>
                <a:spcPct val="100000"/>
              </a:lnSpc>
              <a:spcBef>
                <a:spcPts val="100"/>
              </a:spcBef>
              <a:spcAft>
                <a:spcPts val="0"/>
              </a:spcAft>
              <a:buClr>
                <a:schemeClr val="dk1"/>
              </a:buClr>
              <a:buSzPts val="500"/>
              <a:buNone/>
              <a:defRPr sz="500"/>
            </a:lvl8pPr>
            <a:lvl9pPr marL="4114800" lvl="8" indent="-228600" algn="l" rtl="0">
              <a:lnSpc>
                <a:spcPct val="100000"/>
              </a:lnSpc>
              <a:spcBef>
                <a:spcPts val="100"/>
              </a:spcBef>
              <a:spcAft>
                <a:spcPts val="0"/>
              </a:spcAft>
              <a:buClr>
                <a:schemeClr val="dk1"/>
              </a:buClr>
              <a:buSzPts val="500"/>
              <a:buNone/>
              <a:defRPr sz="500"/>
            </a:lvl9pPr>
          </a:lstStyle>
          <a:p>
            <a:endParaRPr/>
          </a:p>
        </p:txBody>
      </p:sp>
      <p:sp>
        <p:nvSpPr>
          <p:cNvPr id="103" name="Google Shape;103;p2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04" name="Google Shape;104;p2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05" name="Google Shape;105;p2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rtl="0">
              <a:lnSpc>
                <a:spcPct val="100000"/>
              </a:lnSpc>
              <a:spcBef>
                <a:spcPts val="0"/>
              </a:spcBef>
              <a:spcAft>
                <a:spcPts val="0"/>
              </a:spcAft>
              <a:buClr>
                <a:schemeClr val="dk1"/>
              </a:buClr>
              <a:buSzPts val="1000"/>
              <a:buFont typeface="Calibri"/>
              <a:buNone/>
              <a:defRPr sz="1000" b="1"/>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08" name="Google Shape;108;p22"/>
          <p:cNvSpPr>
            <a:spLocks noGrp="1"/>
          </p:cNvSpPr>
          <p:nvPr>
            <p:ph type="pic" idx="2"/>
          </p:nvPr>
        </p:nvSpPr>
        <p:spPr>
          <a:xfrm>
            <a:off x="896144" y="306388"/>
            <a:ext cx="2743200" cy="2057400"/>
          </a:xfrm>
          <a:prstGeom prst="rect">
            <a:avLst/>
          </a:prstGeom>
          <a:noFill/>
          <a:ln>
            <a:noFill/>
          </a:ln>
        </p:spPr>
      </p:sp>
      <p:sp>
        <p:nvSpPr>
          <p:cNvPr id="109" name="Google Shape;109;p22"/>
          <p:cNvSpPr txBox="1">
            <a:spLocks noGrp="1"/>
          </p:cNvSpPr>
          <p:nvPr>
            <p:ph type="body" idx="1"/>
          </p:nvPr>
        </p:nvSpPr>
        <p:spPr>
          <a:xfrm>
            <a:off x="896144" y="2683669"/>
            <a:ext cx="2743200" cy="402600"/>
          </a:xfrm>
          <a:prstGeom prst="rect">
            <a:avLst/>
          </a:prstGeom>
          <a:noFill/>
          <a:ln>
            <a:noFill/>
          </a:ln>
        </p:spPr>
        <p:txBody>
          <a:bodyPr spcFirstLastPara="1" wrap="square" lIns="45725" tIns="22850" rIns="45725" bIns="22850" anchor="t" anchorCtr="0">
            <a:normAutofit/>
          </a:bodyPr>
          <a:lstStyle>
            <a:lvl1pPr marL="457200" lvl="0" indent="-228600" algn="l" rtl="0">
              <a:lnSpc>
                <a:spcPct val="100000"/>
              </a:lnSpc>
              <a:spcBef>
                <a:spcPts val="100"/>
              </a:spcBef>
              <a:spcAft>
                <a:spcPts val="0"/>
              </a:spcAft>
              <a:buClr>
                <a:schemeClr val="dk1"/>
              </a:buClr>
              <a:buSzPts val="700"/>
              <a:buNone/>
              <a:defRPr sz="700"/>
            </a:lvl1pPr>
            <a:lvl2pPr marL="914400" lvl="1" indent="-228600" algn="l" rtl="0">
              <a:lnSpc>
                <a:spcPct val="100000"/>
              </a:lnSpc>
              <a:spcBef>
                <a:spcPts val="100"/>
              </a:spcBef>
              <a:spcAft>
                <a:spcPts val="0"/>
              </a:spcAft>
              <a:buClr>
                <a:schemeClr val="dk1"/>
              </a:buClr>
              <a:buSzPts val="600"/>
              <a:buNone/>
              <a:defRPr sz="600"/>
            </a:lvl2pPr>
            <a:lvl3pPr marL="1371600" lvl="2" indent="-228600" algn="l" rtl="0">
              <a:lnSpc>
                <a:spcPct val="100000"/>
              </a:lnSpc>
              <a:spcBef>
                <a:spcPts val="100"/>
              </a:spcBef>
              <a:spcAft>
                <a:spcPts val="0"/>
              </a:spcAft>
              <a:buClr>
                <a:schemeClr val="dk1"/>
              </a:buClr>
              <a:buSzPts val="500"/>
              <a:buNone/>
              <a:defRPr sz="500"/>
            </a:lvl3pPr>
            <a:lvl4pPr marL="1828800" lvl="3" indent="-228600" algn="l" rtl="0">
              <a:lnSpc>
                <a:spcPct val="100000"/>
              </a:lnSpc>
              <a:spcBef>
                <a:spcPts val="100"/>
              </a:spcBef>
              <a:spcAft>
                <a:spcPts val="0"/>
              </a:spcAft>
              <a:buClr>
                <a:schemeClr val="dk1"/>
              </a:buClr>
              <a:buSzPts val="500"/>
              <a:buNone/>
              <a:defRPr sz="500"/>
            </a:lvl4pPr>
            <a:lvl5pPr marL="2286000" lvl="4" indent="-228600" algn="l" rtl="0">
              <a:lnSpc>
                <a:spcPct val="100000"/>
              </a:lnSpc>
              <a:spcBef>
                <a:spcPts val="100"/>
              </a:spcBef>
              <a:spcAft>
                <a:spcPts val="0"/>
              </a:spcAft>
              <a:buClr>
                <a:schemeClr val="dk1"/>
              </a:buClr>
              <a:buSzPts val="500"/>
              <a:buNone/>
              <a:defRPr sz="500"/>
            </a:lvl5pPr>
            <a:lvl6pPr marL="2743200" lvl="5" indent="-228600" algn="l" rtl="0">
              <a:lnSpc>
                <a:spcPct val="100000"/>
              </a:lnSpc>
              <a:spcBef>
                <a:spcPts val="100"/>
              </a:spcBef>
              <a:spcAft>
                <a:spcPts val="0"/>
              </a:spcAft>
              <a:buClr>
                <a:schemeClr val="dk1"/>
              </a:buClr>
              <a:buSzPts val="500"/>
              <a:buNone/>
              <a:defRPr sz="500"/>
            </a:lvl6pPr>
            <a:lvl7pPr marL="3200400" lvl="6" indent="-228600" algn="l" rtl="0">
              <a:lnSpc>
                <a:spcPct val="100000"/>
              </a:lnSpc>
              <a:spcBef>
                <a:spcPts val="100"/>
              </a:spcBef>
              <a:spcAft>
                <a:spcPts val="0"/>
              </a:spcAft>
              <a:buClr>
                <a:schemeClr val="dk1"/>
              </a:buClr>
              <a:buSzPts val="500"/>
              <a:buNone/>
              <a:defRPr sz="500"/>
            </a:lvl7pPr>
            <a:lvl8pPr marL="3657600" lvl="7" indent="-228600" algn="l" rtl="0">
              <a:lnSpc>
                <a:spcPct val="100000"/>
              </a:lnSpc>
              <a:spcBef>
                <a:spcPts val="100"/>
              </a:spcBef>
              <a:spcAft>
                <a:spcPts val="0"/>
              </a:spcAft>
              <a:buClr>
                <a:schemeClr val="dk1"/>
              </a:buClr>
              <a:buSzPts val="500"/>
              <a:buNone/>
              <a:defRPr sz="500"/>
            </a:lvl8pPr>
            <a:lvl9pPr marL="4114800" lvl="8" indent="-228600" algn="l" rtl="0">
              <a:lnSpc>
                <a:spcPct val="100000"/>
              </a:lnSpc>
              <a:spcBef>
                <a:spcPts val="100"/>
              </a:spcBef>
              <a:spcAft>
                <a:spcPts val="0"/>
              </a:spcAft>
              <a:buClr>
                <a:schemeClr val="dk1"/>
              </a:buClr>
              <a:buSzPts val="500"/>
              <a:buNone/>
              <a:defRPr sz="500"/>
            </a:lvl9pPr>
          </a:lstStyle>
          <a:p>
            <a:endParaRPr/>
          </a:p>
        </p:txBody>
      </p:sp>
      <p:sp>
        <p:nvSpPr>
          <p:cNvPr id="110" name="Google Shape;110;p2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11" name="Google Shape;111;p2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12" name="Google Shape;112;p2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15" name="Google Shape;115;p23"/>
          <p:cNvSpPr txBox="1">
            <a:spLocks noGrp="1"/>
          </p:cNvSpPr>
          <p:nvPr>
            <p:ph type="body" idx="1"/>
          </p:nvPr>
        </p:nvSpPr>
        <p:spPr>
          <a:xfrm rot="5400000">
            <a:off x="1154400" y="-125700"/>
            <a:ext cx="2263200" cy="4114800"/>
          </a:xfrm>
          <a:prstGeom prst="rect">
            <a:avLst/>
          </a:prstGeom>
          <a:noFill/>
          <a:ln>
            <a:noFill/>
          </a:ln>
        </p:spPr>
        <p:txBody>
          <a:bodyPr spcFirstLastPara="1" wrap="square" lIns="45725" tIns="22850" rIns="45725" bIns="22850" anchor="t" anchorCtr="0">
            <a:normAutofit/>
          </a:bodyPr>
          <a:lstStyle>
            <a:lvl1pPr marL="457200" lvl="0" indent="-285750" algn="l" rtl="0">
              <a:lnSpc>
                <a:spcPct val="100000"/>
              </a:lnSpc>
              <a:spcBef>
                <a:spcPts val="200"/>
              </a:spcBef>
              <a:spcAft>
                <a:spcPts val="0"/>
              </a:spcAft>
              <a:buClr>
                <a:schemeClr val="dk1"/>
              </a:buClr>
              <a:buSzPts val="900"/>
              <a:buChar char="•"/>
              <a:defRPr/>
            </a:lvl1pPr>
            <a:lvl2pPr marL="914400" lvl="1" indent="-285750" algn="l" rtl="0">
              <a:lnSpc>
                <a:spcPct val="100000"/>
              </a:lnSpc>
              <a:spcBef>
                <a:spcPts val="200"/>
              </a:spcBef>
              <a:spcAft>
                <a:spcPts val="0"/>
              </a:spcAft>
              <a:buClr>
                <a:schemeClr val="dk1"/>
              </a:buClr>
              <a:buSzPts val="900"/>
              <a:buChar char="–"/>
              <a:defRPr/>
            </a:lvl2pPr>
            <a:lvl3pPr marL="1371600" lvl="2" indent="-285750" algn="l" rtl="0">
              <a:lnSpc>
                <a:spcPct val="100000"/>
              </a:lnSpc>
              <a:spcBef>
                <a:spcPts val="200"/>
              </a:spcBef>
              <a:spcAft>
                <a:spcPts val="0"/>
              </a:spcAft>
              <a:buClr>
                <a:schemeClr val="dk1"/>
              </a:buClr>
              <a:buSzPts val="900"/>
              <a:buChar char="•"/>
              <a:defRPr/>
            </a:lvl3pPr>
            <a:lvl4pPr marL="1828800" lvl="3" indent="-285750" algn="l" rtl="0">
              <a:lnSpc>
                <a:spcPct val="100000"/>
              </a:lnSpc>
              <a:spcBef>
                <a:spcPts val="200"/>
              </a:spcBef>
              <a:spcAft>
                <a:spcPts val="0"/>
              </a:spcAft>
              <a:buClr>
                <a:schemeClr val="dk1"/>
              </a:buClr>
              <a:buSzPts val="900"/>
              <a:buChar char="–"/>
              <a:defRPr/>
            </a:lvl4pPr>
            <a:lvl5pPr marL="2286000" lvl="4" indent="-285750" algn="l" rtl="0">
              <a:lnSpc>
                <a:spcPct val="100000"/>
              </a:lnSpc>
              <a:spcBef>
                <a:spcPts val="200"/>
              </a:spcBef>
              <a:spcAft>
                <a:spcPts val="0"/>
              </a:spcAft>
              <a:buClr>
                <a:schemeClr val="dk1"/>
              </a:buClr>
              <a:buSzPts val="900"/>
              <a:buChar char="»"/>
              <a:defRPr/>
            </a:lvl5pPr>
            <a:lvl6pPr marL="2743200" lvl="5" indent="-285750" algn="l" rtl="0">
              <a:lnSpc>
                <a:spcPct val="100000"/>
              </a:lnSpc>
              <a:spcBef>
                <a:spcPts val="200"/>
              </a:spcBef>
              <a:spcAft>
                <a:spcPts val="0"/>
              </a:spcAft>
              <a:buClr>
                <a:schemeClr val="dk1"/>
              </a:buClr>
              <a:buSzPts val="900"/>
              <a:buChar char="•"/>
              <a:defRPr/>
            </a:lvl6pPr>
            <a:lvl7pPr marL="3200400" lvl="6" indent="-285750" algn="l" rtl="0">
              <a:lnSpc>
                <a:spcPct val="100000"/>
              </a:lnSpc>
              <a:spcBef>
                <a:spcPts val="200"/>
              </a:spcBef>
              <a:spcAft>
                <a:spcPts val="0"/>
              </a:spcAft>
              <a:buClr>
                <a:schemeClr val="dk1"/>
              </a:buClr>
              <a:buSzPts val="900"/>
              <a:buChar char="•"/>
              <a:defRPr/>
            </a:lvl7pPr>
            <a:lvl8pPr marL="3657600" lvl="7" indent="-285750" algn="l" rtl="0">
              <a:lnSpc>
                <a:spcPct val="100000"/>
              </a:lnSpc>
              <a:spcBef>
                <a:spcPts val="200"/>
              </a:spcBef>
              <a:spcAft>
                <a:spcPts val="0"/>
              </a:spcAft>
              <a:buClr>
                <a:schemeClr val="dk1"/>
              </a:buClr>
              <a:buSzPts val="900"/>
              <a:buChar char="•"/>
              <a:defRPr/>
            </a:lvl8pPr>
            <a:lvl9pPr marL="4114800" lvl="8" indent="-285750" algn="l" rtl="0">
              <a:lnSpc>
                <a:spcPct val="100000"/>
              </a:lnSpc>
              <a:spcBef>
                <a:spcPts val="200"/>
              </a:spcBef>
              <a:spcAft>
                <a:spcPts val="0"/>
              </a:spcAft>
              <a:buClr>
                <a:schemeClr val="dk1"/>
              </a:buClr>
              <a:buSzPts val="900"/>
              <a:buChar char="•"/>
              <a:defRPr/>
            </a:lvl9pPr>
          </a:lstStyle>
          <a:p>
            <a:endParaRPr/>
          </a:p>
        </p:txBody>
      </p:sp>
      <p:sp>
        <p:nvSpPr>
          <p:cNvPr id="116" name="Google Shape;116;p2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17" name="Google Shape;117;p2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18" name="Google Shape;118;p2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21" name="Google Shape;121;p24"/>
          <p:cNvSpPr txBox="1">
            <a:spLocks noGrp="1"/>
          </p:cNvSpPr>
          <p:nvPr>
            <p:ph type="body" idx="1"/>
          </p:nvPr>
        </p:nvSpPr>
        <p:spPr>
          <a:xfrm rot="5400000">
            <a:off x="270600" y="95319"/>
            <a:ext cx="2925900" cy="3009900"/>
          </a:xfrm>
          <a:prstGeom prst="rect">
            <a:avLst/>
          </a:prstGeom>
          <a:noFill/>
          <a:ln>
            <a:noFill/>
          </a:ln>
        </p:spPr>
        <p:txBody>
          <a:bodyPr spcFirstLastPara="1" wrap="square" lIns="45725" tIns="22850" rIns="45725" bIns="22850" anchor="t" anchorCtr="0">
            <a:normAutofit/>
          </a:bodyPr>
          <a:lstStyle>
            <a:lvl1pPr marL="457200" lvl="0" indent="-285750" algn="l" rtl="0">
              <a:lnSpc>
                <a:spcPct val="100000"/>
              </a:lnSpc>
              <a:spcBef>
                <a:spcPts val="200"/>
              </a:spcBef>
              <a:spcAft>
                <a:spcPts val="0"/>
              </a:spcAft>
              <a:buClr>
                <a:schemeClr val="dk1"/>
              </a:buClr>
              <a:buSzPts val="900"/>
              <a:buChar char="•"/>
              <a:defRPr/>
            </a:lvl1pPr>
            <a:lvl2pPr marL="914400" lvl="1" indent="-285750" algn="l" rtl="0">
              <a:lnSpc>
                <a:spcPct val="100000"/>
              </a:lnSpc>
              <a:spcBef>
                <a:spcPts val="200"/>
              </a:spcBef>
              <a:spcAft>
                <a:spcPts val="0"/>
              </a:spcAft>
              <a:buClr>
                <a:schemeClr val="dk1"/>
              </a:buClr>
              <a:buSzPts val="900"/>
              <a:buChar char="–"/>
              <a:defRPr/>
            </a:lvl2pPr>
            <a:lvl3pPr marL="1371600" lvl="2" indent="-285750" algn="l" rtl="0">
              <a:lnSpc>
                <a:spcPct val="100000"/>
              </a:lnSpc>
              <a:spcBef>
                <a:spcPts val="200"/>
              </a:spcBef>
              <a:spcAft>
                <a:spcPts val="0"/>
              </a:spcAft>
              <a:buClr>
                <a:schemeClr val="dk1"/>
              </a:buClr>
              <a:buSzPts val="900"/>
              <a:buChar char="•"/>
              <a:defRPr/>
            </a:lvl3pPr>
            <a:lvl4pPr marL="1828800" lvl="3" indent="-285750" algn="l" rtl="0">
              <a:lnSpc>
                <a:spcPct val="100000"/>
              </a:lnSpc>
              <a:spcBef>
                <a:spcPts val="200"/>
              </a:spcBef>
              <a:spcAft>
                <a:spcPts val="0"/>
              </a:spcAft>
              <a:buClr>
                <a:schemeClr val="dk1"/>
              </a:buClr>
              <a:buSzPts val="900"/>
              <a:buChar char="–"/>
              <a:defRPr/>
            </a:lvl4pPr>
            <a:lvl5pPr marL="2286000" lvl="4" indent="-285750" algn="l" rtl="0">
              <a:lnSpc>
                <a:spcPct val="100000"/>
              </a:lnSpc>
              <a:spcBef>
                <a:spcPts val="200"/>
              </a:spcBef>
              <a:spcAft>
                <a:spcPts val="0"/>
              </a:spcAft>
              <a:buClr>
                <a:schemeClr val="dk1"/>
              </a:buClr>
              <a:buSzPts val="900"/>
              <a:buChar char="»"/>
              <a:defRPr/>
            </a:lvl5pPr>
            <a:lvl6pPr marL="2743200" lvl="5" indent="-285750" algn="l" rtl="0">
              <a:lnSpc>
                <a:spcPct val="100000"/>
              </a:lnSpc>
              <a:spcBef>
                <a:spcPts val="200"/>
              </a:spcBef>
              <a:spcAft>
                <a:spcPts val="0"/>
              </a:spcAft>
              <a:buClr>
                <a:schemeClr val="dk1"/>
              </a:buClr>
              <a:buSzPts val="900"/>
              <a:buChar char="•"/>
              <a:defRPr/>
            </a:lvl6pPr>
            <a:lvl7pPr marL="3200400" lvl="6" indent="-285750" algn="l" rtl="0">
              <a:lnSpc>
                <a:spcPct val="100000"/>
              </a:lnSpc>
              <a:spcBef>
                <a:spcPts val="200"/>
              </a:spcBef>
              <a:spcAft>
                <a:spcPts val="0"/>
              </a:spcAft>
              <a:buClr>
                <a:schemeClr val="dk1"/>
              </a:buClr>
              <a:buSzPts val="900"/>
              <a:buChar char="•"/>
              <a:defRPr/>
            </a:lvl7pPr>
            <a:lvl8pPr marL="3657600" lvl="7" indent="-285750" algn="l" rtl="0">
              <a:lnSpc>
                <a:spcPct val="100000"/>
              </a:lnSpc>
              <a:spcBef>
                <a:spcPts val="200"/>
              </a:spcBef>
              <a:spcAft>
                <a:spcPts val="0"/>
              </a:spcAft>
              <a:buClr>
                <a:schemeClr val="dk1"/>
              </a:buClr>
              <a:buSzPts val="900"/>
              <a:buChar char="•"/>
              <a:defRPr/>
            </a:lvl8pPr>
            <a:lvl9pPr marL="4114800" lvl="8" indent="-285750" algn="l" rtl="0">
              <a:lnSpc>
                <a:spcPct val="100000"/>
              </a:lnSpc>
              <a:spcBef>
                <a:spcPts val="200"/>
              </a:spcBef>
              <a:spcAft>
                <a:spcPts val="0"/>
              </a:spcAft>
              <a:buClr>
                <a:schemeClr val="dk1"/>
              </a:buClr>
              <a:buSzPts val="900"/>
              <a:buChar char="•"/>
              <a:defRPr/>
            </a:lvl9pPr>
          </a:lstStyle>
          <a:p>
            <a:endParaRPr/>
          </a:p>
        </p:txBody>
      </p:sp>
      <p:sp>
        <p:nvSpPr>
          <p:cNvPr id="122" name="Google Shape;122;p2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23" name="Google Shape;123;p2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24" name="Google Shape;124;p2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lnSpc>
                <a:spcPct val="100000"/>
              </a:lnSpc>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228600" y="800100"/>
            <a:ext cx="4114800" cy="2263200"/>
          </a:xfrm>
          <a:prstGeom prst="rect">
            <a:avLst/>
          </a:prstGeom>
          <a:noFill/>
          <a:ln>
            <a:noFill/>
          </a:ln>
        </p:spPr>
        <p:txBody>
          <a:bodyPr spcFirstLastPara="1" wrap="square" lIns="45725" tIns="22850" rIns="45725" bIns="22850" anchor="t" anchorCtr="0">
            <a:normAutofit/>
          </a:bodyPr>
          <a:lstStyle>
            <a:lvl1pPr marL="457200" marR="0" lvl="0"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lnSpc>
                <a:spcPct val="100000"/>
              </a:lnSpc>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rtl="0">
              <a:lnSpc>
                <a:spcPct val="100000"/>
              </a:lnSpc>
              <a:spcBef>
                <a:spcPts val="0"/>
              </a:spcBef>
              <a:spcAft>
                <a:spcPts val="0"/>
              </a:spcAft>
              <a:buClr>
                <a:srgbClr val="000000"/>
              </a:buClr>
              <a:buSzPts val="700"/>
              <a:buFont typeface="Arial"/>
              <a:buNone/>
              <a:defRPr sz="6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rtl="0">
              <a:lnSpc>
                <a:spcPct val="100000"/>
              </a:lnSpc>
              <a:spcBef>
                <a:spcPts val="0"/>
              </a:spcBef>
              <a:spcAft>
                <a:spcPts val="0"/>
              </a:spcAft>
              <a:buClr>
                <a:srgbClr val="000000"/>
              </a:buClr>
              <a:buSzPts val="700"/>
              <a:buFont typeface="Arial"/>
              <a:buNone/>
              <a:defRPr sz="6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jp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p:nvPr/>
        </p:nvSpPr>
        <p:spPr>
          <a:xfrm rot="1084339">
            <a:off x="-2572063" y="3352662"/>
            <a:ext cx="5960266" cy="4112640"/>
          </a:xfrm>
          <a:custGeom>
            <a:avLst/>
            <a:gdLst/>
            <a:ahLst/>
            <a:cxnLst/>
            <a:rect l="l" t="t" r="r" b="b"/>
            <a:pathLst>
              <a:path w="11928886" h="8231043" extrusionOk="0">
                <a:moveTo>
                  <a:pt x="0" y="0"/>
                </a:moveTo>
                <a:lnTo>
                  <a:pt x="11928886" y="0"/>
                </a:lnTo>
                <a:lnTo>
                  <a:pt x="11928886" y="8231043"/>
                </a:lnTo>
                <a:lnTo>
                  <a:pt x="0" y="8231043"/>
                </a:lnTo>
                <a:lnTo>
                  <a:pt x="0" y="0"/>
                </a:lnTo>
                <a:close/>
              </a:path>
            </a:pathLst>
          </a:custGeom>
          <a:blipFill rotWithShape="1">
            <a:blip r:embed="rId3">
              <a:alphaModFix amt="50000"/>
            </a:blip>
            <a:stretch>
              <a:fillRect/>
            </a:stretch>
          </a:blipFill>
          <a:ln>
            <a:noFill/>
          </a:ln>
        </p:spPr>
      </p:sp>
      <p:sp>
        <p:nvSpPr>
          <p:cNvPr id="130" name="Google Shape;130;p25"/>
          <p:cNvSpPr/>
          <p:nvPr/>
        </p:nvSpPr>
        <p:spPr>
          <a:xfrm rot="137437" flipH="1">
            <a:off x="7650251" y="197886"/>
            <a:ext cx="3367394" cy="2736773"/>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blip>
            <a:stretch>
              <a:fillRect/>
            </a:stretch>
          </a:blipFill>
          <a:ln>
            <a:noFill/>
          </a:ln>
        </p:spPr>
      </p:sp>
      <p:sp>
        <p:nvSpPr>
          <p:cNvPr id="131" name="Google Shape;131;p25"/>
          <p:cNvSpPr txBox="1"/>
          <p:nvPr/>
        </p:nvSpPr>
        <p:spPr>
          <a:xfrm>
            <a:off x="1604300" y="532125"/>
            <a:ext cx="8217900" cy="2586300"/>
          </a:xfrm>
          <a:prstGeom prst="rect">
            <a:avLst/>
          </a:prstGeom>
          <a:noFill/>
          <a:ln>
            <a:noFill/>
          </a:ln>
        </p:spPr>
        <p:txBody>
          <a:bodyPr spcFirstLastPara="1" wrap="square" lIns="0" tIns="0" rIns="0" bIns="0" anchor="t" anchorCtr="0">
            <a:spAutoFit/>
          </a:bodyPr>
          <a:lstStyle/>
          <a:p>
            <a:pPr marL="228600" marR="0" lvl="0" indent="0" algn="ctr" rtl="0">
              <a:lnSpc>
                <a:spcPct val="160024"/>
              </a:lnSpc>
              <a:spcBef>
                <a:spcPts val="0"/>
              </a:spcBef>
              <a:spcAft>
                <a:spcPts val="0"/>
              </a:spcAft>
              <a:buClr>
                <a:srgbClr val="000000"/>
              </a:buClr>
              <a:buSzPts val="4000"/>
              <a:buFont typeface="Arial"/>
              <a:buNone/>
            </a:pPr>
            <a:endParaRPr sz="4000" b="1" i="0" u="none" strike="noStrike" cap="none">
              <a:solidFill>
                <a:srgbClr val="004AAD"/>
              </a:solidFill>
              <a:latin typeface="Montserrat"/>
              <a:ea typeface="Montserrat"/>
              <a:cs typeface="Montserrat"/>
              <a:sym typeface="Montserrat"/>
            </a:endParaRPr>
          </a:p>
          <a:p>
            <a:pPr marL="228600" marR="0" lvl="0" indent="0" algn="ctr" rtl="0">
              <a:lnSpc>
                <a:spcPct val="160024"/>
              </a:lnSpc>
              <a:spcBef>
                <a:spcPts val="0"/>
              </a:spcBef>
              <a:spcAft>
                <a:spcPts val="0"/>
              </a:spcAft>
              <a:buClr>
                <a:srgbClr val="000000"/>
              </a:buClr>
              <a:buSzPts val="4000"/>
              <a:buFont typeface="Arial"/>
              <a:buNone/>
            </a:pPr>
            <a:endParaRPr sz="4000" b="1">
              <a:solidFill>
                <a:srgbClr val="004AAD"/>
              </a:solidFill>
              <a:latin typeface="Montserrat"/>
              <a:ea typeface="Montserrat"/>
              <a:cs typeface="Montserrat"/>
              <a:sym typeface="Montserrat"/>
            </a:endParaRPr>
          </a:p>
          <a:p>
            <a:pPr marL="228600" marR="0" lvl="0" indent="0" algn="ctr" rtl="0">
              <a:lnSpc>
                <a:spcPct val="160024"/>
              </a:lnSpc>
              <a:spcBef>
                <a:spcPts val="0"/>
              </a:spcBef>
              <a:spcAft>
                <a:spcPts val="0"/>
              </a:spcAft>
              <a:buClr>
                <a:srgbClr val="000000"/>
              </a:buClr>
              <a:buSzPts val="4000"/>
              <a:buFont typeface="Arial"/>
              <a:buNone/>
            </a:pPr>
            <a:endParaRPr sz="4000" b="1" i="0" u="none" strike="noStrike" cap="none">
              <a:solidFill>
                <a:srgbClr val="004AAD"/>
              </a:solidFill>
              <a:highlight>
                <a:srgbClr val="00FFFF"/>
              </a:highlight>
              <a:latin typeface="Montserrat"/>
              <a:ea typeface="Montserrat"/>
              <a:cs typeface="Montserrat"/>
              <a:sym typeface="Montserrat"/>
            </a:endParaRPr>
          </a:p>
        </p:txBody>
      </p:sp>
      <p:pic>
        <p:nvPicPr>
          <p:cNvPr id="132" name="Google Shape;132;p25"/>
          <p:cNvPicPr preferRelativeResize="0"/>
          <p:nvPr/>
        </p:nvPicPr>
        <p:blipFill rotWithShape="1">
          <a:blip r:embed="rId5">
            <a:alphaModFix/>
          </a:blip>
          <a:srcRect/>
          <a:stretch/>
        </p:blipFill>
        <p:spPr>
          <a:xfrm>
            <a:off x="1854549" y="2571749"/>
            <a:ext cx="4615175" cy="1715551"/>
          </a:xfrm>
          <a:prstGeom prst="rect">
            <a:avLst/>
          </a:prstGeom>
          <a:noFill/>
          <a:ln>
            <a:noFill/>
          </a:ln>
        </p:spPr>
      </p:pic>
      <p:pic>
        <p:nvPicPr>
          <p:cNvPr id="133" name="Google Shape;133;p25"/>
          <p:cNvPicPr preferRelativeResize="0"/>
          <p:nvPr/>
        </p:nvPicPr>
        <p:blipFill>
          <a:blip r:embed="rId6">
            <a:alphaModFix/>
          </a:blip>
          <a:stretch>
            <a:fillRect/>
          </a:stretch>
        </p:blipFill>
        <p:spPr>
          <a:xfrm>
            <a:off x="1995250" y="532126"/>
            <a:ext cx="5144146" cy="1715549"/>
          </a:xfrm>
          <a:prstGeom prst="rect">
            <a:avLst/>
          </a:prstGeom>
          <a:noFill/>
          <a:ln>
            <a:noFill/>
          </a:ln>
        </p:spPr>
      </p:pic>
      <p:sp>
        <p:nvSpPr>
          <p:cNvPr id="134" name="Google Shape;134;p25"/>
          <p:cNvSpPr txBox="1"/>
          <p:nvPr/>
        </p:nvSpPr>
        <p:spPr>
          <a:xfrm>
            <a:off x="2463994" y="2146350"/>
            <a:ext cx="36777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solidFill>
                  <a:srgbClr val="4A86E8"/>
                </a:solidFill>
                <a:latin typeface="Montserrat"/>
                <a:ea typeface="Montserrat"/>
                <a:cs typeface="Montserrat"/>
                <a:sym typeface="Montserrat"/>
              </a:rPr>
              <a:t>Powered by</a:t>
            </a:r>
            <a:endParaRPr sz="2500" b="1">
              <a:solidFill>
                <a:srgbClr val="4A86E8"/>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7"/>
          <p:cNvSpPr/>
          <p:nvPr/>
        </p:nvSpPr>
        <p:spPr>
          <a:xfrm>
            <a:off x="12" y="-6"/>
            <a:ext cx="914400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33329" r="-33317"/>
            </a:stretch>
          </a:blipFill>
          <a:ln>
            <a:noFill/>
          </a:ln>
        </p:spPr>
      </p:sp>
      <p:cxnSp>
        <p:nvCxnSpPr>
          <p:cNvPr id="149" name="Google Shape;149;p27"/>
          <p:cNvCxnSpPr/>
          <p:nvPr/>
        </p:nvCxnSpPr>
        <p:spPr>
          <a:xfrm>
            <a:off x="705907" y="3292812"/>
            <a:ext cx="6057000" cy="0"/>
          </a:xfrm>
          <a:prstGeom prst="straightConnector1">
            <a:avLst/>
          </a:prstGeom>
          <a:noFill/>
          <a:ln w="66675" cap="flat" cmpd="sng">
            <a:solidFill>
              <a:srgbClr val="2254C5"/>
            </a:solidFill>
            <a:prstDash val="solid"/>
            <a:round/>
            <a:headEnd type="none" w="sm" len="sm"/>
            <a:tailEnd type="none" w="sm" len="sm"/>
          </a:ln>
        </p:spPr>
      </p:cxnSp>
      <p:sp>
        <p:nvSpPr>
          <p:cNvPr id="150" name="Google Shape;150;p27"/>
          <p:cNvSpPr txBox="1"/>
          <p:nvPr/>
        </p:nvSpPr>
        <p:spPr>
          <a:xfrm>
            <a:off x="1491525" y="1269825"/>
            <a:ext cx="7331400" cy="769500"/>
          </a:xfrm>
          <a:prstGeom prst="rect">
            <a:avLst/>
          </a:prstGeom>
          <a:noFill/>
          <a:ln>
            <a:noFill/>
          </a:ln>
        </p:spPr>
        <p:txBody>
          <a:bodyPr spcFirstLastPara="1" wrap="square" lIns="0" tIns="0" rIns="0" bIns="0" anchor="t" anchorCtr="0">
            <a:spAutoFit/>
          </a:bodyPr>
          <a:lstStyle/>
          <a:p>
            <a:pPr marL="0" marR="0" lvl="0" indent="0" algn="l" rtl="0">
              <a:lnSpc>
                <a:spcPct val="214081"/>
              </a:lnSpc>
              <a:spcBef>
                <a:spcPts val="0"/>
              </a:spcBef>
              <a:spcAft>
                <a:spcPts val="0"/>
              </a:spcAft>
              <a:buClr>
                <a:srgbClr val="000000"/>
              </a:buClr>
              <a:buSzPts val="5000"/>
              <a:buFont typeface="Arial"/>
              <a:buNone/>
            </a:pPr>
            <a:endParaRPr sz="5000" b="0" i="0" u="none" strike="noStrike" cap="none">
              <a:solidFill>
                <a:srgbClr val="000000"/>
              </a:solidFill>
              <a:latin typeface="Arial"/>
              <a:ea typeface="Arial"/>
              <a:cs typeface="Arial"/>
              <a:sym typeface="Arial"/>
            </a:endParaRPr>
          </a:p>
        </p:txBody>
      </p:sp>
      <p:sp>
        <p:nvSpPr>
          <p:cNvPr id="151" name="Google Shape;151;p27"/>
          <p:cNvSpPr txBox="1"/>
          <p:nvPr/>
        </p:nvSpPr>
        <p:spPr>
          <a:xfrm>
            <a:off x="1725926" y="4261140"/>
            <a:ext cx="753300" cy="1077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Clr>
                <a:srgbClr val="000000"/>
              </a:buClr>
              <a:buSzPts val="700"/>
              <a:buFont typeface="Arial"/>
              <a:buNone/>
            </a:pPr>
            <a:r>
              <a:rPr lang="en" sz="700" b="1" i="0" u="none" strike="noStrike" cap="none">
                <a:solidFill>
                  <a:srgbClr val="2254C5"/>
                </a:solidFill>
                <a:latin typeface="Montserrat"/>
                <a:ea typeface="Montserrat"/>
                <a:cs typeface="Montserrat"/>
                <a:sym typeface="Montserrat"/>
              </a:rPr>
              <a:t>Address</a:t>
            </a:r>
            <a:endParaRPr sz="700" b="0" i="0" u="none" strike="noStrike" cap="none">
              <a:solidFill>
                <a:srgbClr val="000000"/>
              </a:solidFill>
              <a:latin typeface="Arial"/>
              <a:ea typeface="Arial"/>
              <a:cs typeface="Arial"/>
              <a:sym typeface="Arial"/>
            </a:endParaRPr>
          </a:p>
        </p:txBody>
      </p:sp>
      <p:sp>
        <p:nvSpPr>
          <p:cNvPr id="152" name="Google Shape;152;p27"/>
          <p:cNvSpPr txBox="1"/>
          <p:nvPr/>
        </p:nvSpPr>
        <p:spPr>
          <a:xfrm>
            <a:off x="1725926" y="4425315"/>
            <a:ext cx="1092900" cy="924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Clr>
                <a:srgbClr val="000000"/>
              </a:buClr>
              <a:buSzPts val="600"/>
              <a:buFont typeface="Arial"/>
              <a:buNone/>
            </a:pPr>
            <a:r>
              <a:rPr lang="en" sz="600">
                <a:solidFill>
                  <a:srgbClr val="2254C5"/>
                </a:solidFill>
                <a:latin typeface="Montserrat"/>
                <a:ea typeface="Montserrat"/>
                <a:cs typeface="Montserrat"/>
                <a:sym typeface="Montserrat"/>
              </a:rPr>
              <a:t>T</a:t>
            </a:r>
            <a:r>
              <a:rPr lang="en" sz="600" b="0" i="0" u="none" strike="noStrike" cap="none">
                <a:solidFill>
                  <a:srgbClr val="2254C5"/>
                </a:solidFill>
                <a:latin typeface="Montserrat"/>
                <a:ea typeface="Montserrat"/>
                <a:cs typeface="Montserrat"/>
                <a:sym typeface="Montserrat"/>
              </a:rPr>
              <a:t>omball, TX 77375</a:t>
            </a:r>
            <a:endParaRPr sz="700" b="0" i="0" u="none" strike="noStrike" cap="none">
              <a:solidFill>
                <a:srgbClr val="000000"/>
              </a:solidFill>
              <a:latin typeface="Arial"/>
              <a:ea typeface="Arial"/>
              <a:cs typeface="Arial"/>
              <a:sym typeface="Arial"/>
            </a:endParaRPr>
          </a:p>
        </p:txBody>
      </p:sp>
      <p:sp>
        <p:nvSpPr>
          <p:cNvPr id="153" name="Google Shape;153;p27"/>
          <p:cNvSpPr txBox="1"/>
          <p:nvPr/>
        </p:nvSpPr>
        <p:spPr>
          <a:xfrm>
            <a:off x="705908" y="4261140"/>
            <a:ext cx="823800" cy="1077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Clr>
                <a:srgbClr val="000000"/>
              </a:buClr>
              <a:buSzPts val="700"/>
              <a:buFont typeface="Arial"/>
              <a:buNone/>
            </a:pPr>
            <a:r>
              <a:rPr lang="en" sz="700" b="1" i="0" u="none" strike="noStrike" cap="none">
                <a:solidFill>
                  <a:srgbClr val="2254C5"/>
                </a:solidFill>
                <a:latin typeface="Montserrat"/>
                <a:ea typeface="Montserrat"/>
                <a:cs typeface="Montserrat"/>
                <a:sym typeface="Montserrat"/>
              </a:rPr>
              <a:t>Telephone</a:t>
            </a:r>
            <a:endParaRPr sz="700" b="0" i="0" u="none" strike="noStrike" cap="none">
              <a:solidFill>
                <a:srgbClr val="000000"/>
              </a:solidFill>
              <a:latin typeface="Arial"/>
              <a:ea typeface="Arial"/>
              <a:cs typeface="Arial"/>
              <a:sym typeface="Arial"/>
            </a:endParaRPr>
          </a:p>
        </p:txBody>
      </p:sp>
      <p:sp>
        <p:nvSpPr>
          <p:cNvPr id="154" name="Google Shape;154;p27"/>
          <p:cNvSpPr txBox="1"/>
          <p:nvPr/>
        </p:nvSpPr>
        <p:spPr>
          <a:xfrm>
            <a:off x="705908" y="4428887"/>
            <a:ext cx="823800" cy="924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Clr>
                <a:srgbClr val="000000"/>
              </a:buClr>
              <a:buSzPts val="600"/>
              <a:buFont typeface="Arial"/>
              <a:buNone/>
            </a:pPr>
            <a:r>
              <a:rPr lang="en" sz="600" b="0" i="0" u="none" strike="noStrike" cap="none">
                <a:solidFill>
                  <a:srgbClr val="2254C5"/>
                </a:solidFill>
                <a:latin typeface="Montserrat"/>
                <a:ea typeface="Montserrat"/>
                <a:cs typeface="Montserrat"/>
                <a:sym typeface="Montserrat"/>
              </a:rPr>
              <a:t>1-202-982-3002</a:t>
            </a:r>
            <a:endParaRPr sz="700" b="0" i="0" u="none" strike="noStrike" cap="none">
              <a:solidFill>
                <a:srgbClr val="000000"/>
              </a:solidFill>
              <a:latin typeface="Arial"/>
              <a:ea typeface="Arial"/>
              <a:cs typeface="Arial"/>
              <a:sym typeface="Arial"/>
            </a:endParaRPr>
          </a:p>
        </p:txBody>
      </p:sp>
      <p:sp>
        <p:nvSpPr>
          <p:cNvPr id="155" name="Google Shape;155;p27"/>
          <p:cNvSpPr txBox="1"/>
          <p:nvPr/>
        </p:nvSpPr>
        <p:spPr>
          <a:xfrm>
            <a:off x="3033827" y="4261140"/>
            <a:ext cx="776100" cy="1077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Clr>
                <a:srgbClr val="000000"/>
              </a:buClr>
              <a:buSzPts val="700"/>
              <a:buFont typeface="Arial"/>
              <a:buNone/>
            </a:pPr>
            <a:r>
              <a:rPr lang="en" sz="700" b="1" i="0" u="none" strike="noStrike" cap="none">
                <a:solidFill>
                  <a:srgbClr val="2254C5"/>
                </a:solidFill>
                <a:latin typeface="Montserrat"/>
                <a:ea typeface="Montserrat"/>
                <a:cs typeface="Montserrat"/>
                <a:sym typeface="Montserrat"/>
              </a:rPr>
              <a:t>Website </a:t>
            </a:r>
            <a:endParaRPr sz="700" b="0" i="0" u="none" strike="noStrike" cap="none">
              <a:solidFill>
                <a:srgbClr val="000000"/>
              </a:solidFill>
              <a:latin typeface="Arial"/>
              <a:ea typeface="Arial"/>
              <a:cs typeface="Arial"/>
              <a:sym typeface="Arial"/>
            </a:endParaRPr>
          </a:p>
        </p:txBody>
      </p:sp>
      <p:sp>
        <p:nvSpPr>
          <p:cNvPr id="156" name="Google Shape;156;p27"/>
          <p:cNvSpPr txBox="1"/>
          <p:nvPr/>
        </p:nvSpPr>
        <p:spPr>
          <a:xfrm>
            <a:off x="3048961" y="4428887"/>
            <a:ext cx="1294500" cy="924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Clr>
                <a:srgbClr val="000000"/>
              </a:buClr>
              <a:buSzPts val="600"/>
              <a:buFont typeface="Arial"/>
              <a:buNone/>
            </a:pPr>
            <a:r>
              <a:rPr lang="en" sz="600" b="0" i="0" u="none" strike="noStrike" cap="none">
                <a:solidFill>
                  <a:srgbClr val="2254C5"/>
                </a:solidFill>
                <a:latin typeface="Montserrat"/>
                <a:ea typeface="Montserrat"/>
                <a:cs typeface="Montserrat"/>
                <a:sym typeface="Montserrat"/>
              </a:rPr>
              <a:t>www.</a:t>
            </a:r>
            <a:r>
              <a:rPr lang="en" sz="600">
                <a:solidFill>
                  <a:srgbClr val="2254C5"/>
                </a:solidFill>
                <a:latin typeface="Montserrat"/>
                <a:ea typeface="Montserrat"/>
                <a:cs typeface="Montserrat"/>
                <a:sym typeface="Montserrat"/>
              </a:rPr>
              <a:t>InterlinkIQ</a:t>
            </a:r>
            <a:r>
              <a:rPr lang="en" sz="600" b="0" i="0" u="none" strike="noStrike" cap="none">
                <a:solidFill>
                  <a:srgbClr val="2254C5"/>
                </a:solidFill>
                <a:latin typeface="Montserrat"/>
                <a:ea typeface="Montserrat"/>
                <a:cs typeface="Montserrat"/>
                <a:sym typeface="Montserrat"/>
              </a:rPr>
              <a:t>.com</a:t>
            </a:r>
            <a:endParaRPr sz="700" b="0" i="0" u="none" strike="noStrike" cap="none">
              <a:solidFill>
                <a:srgbClr val="000000"/>
              </a:solidFill>
              <a:latin typeface="Arial"/>
              <a:ea typeface="Arial"/>
              <a:cs typeface="Arial"/>
              <a:sym typeface="Arial"/>
            </a:endParaRPr>
          </a:p>
        </p:txBody>
      </p:sp>
      <p:sp>
        <p:nvSpPr>
          <p:cNvPr id="157" name="Google Shape;157;p27"/>
          <p:cNvSpPr txBox="1"/>
          <p:nvPr/>
        </p:nvSpPr>
        <p:spPr>
          <a:xfrm>
            <a:off x="7847394" y="4224904"/>
            <a:ext cx="782400" cy="138600"/>
          </a:xfrm>
          <a:prstGeom prst="rect">
            <a:avLst/>
          </a:prstGeom>
          <a:noFill/>
          <a:ln>
            <a:noFill/>
          </a:ln>
        </p:spPr>
        <p:txBody>
          <a:bodyPr spcFirstLastPara="1" wrap="square" lIns="0" tIns="0" rIns="0" bIns="0" anchor="t" anchorCtr="0">
            <a:spAutoFit/>
          </a:bodyPr>
          <a:lstStyle/>
          <a:p>
            <a:pPr marL="0" marR="0" lvl="0" indent="0" algn="l" rtl="0">
              <a:lnSpc>
                <a:spcPct val="128776"/>
              </a:lnSpc>
              <a:spcBef>
                <a:spcPts val="0"/>
              </a:spcBef>
              <a:spcAft>
                <a:spcPts val="0"/>
              </a:spcAft>
              <a:buClr>
                <a:srgbClr val="000000"/>
              </a:buClr>
              <a:buSzPts val="900"/>
              <a:buFont typeface="Arial"/>
              <a:buNone/>
            </a:pPr>
            <a:r>
              <a:rPr lang="en" sz="900">
                <a:solidFill>
                  <a:srgbClr val="2254C5"/>
                </a:solidFill>
                <a:latin typeface="Montserrat"/>
                <a:ea typeface="Montserrat"/>
                <a:cs typeface="Montserrat"/>
                <a:sym typeface="Montserrat"/>
              </a:rPr>
              <a:t>MM DD, YYYY</a:t>
            </a:r>
            <a:endParaRPr sz="700" b="0" i="0" u="none" strike="noStrike" cap="none">
              <a:solidFill>
                <a:srgbClr val="000000"/>
              </a:solidFill>
              <a:latin typeface="Arial"/>
              <a:ea typeface="Arial"/>
              <a:cs typeface="Arial"/>
              <a:sym typeface="Arial"/>
            </a:endParaRPr>
          </a:p>
        </p:txBody>
      </p:sp>
      <p:pic>
        <p:nvPicPr>
          <p:cNvPr id="158" name="Google Shape;158;p27"/>
          <p:cNvPicPr preferRelativeResize="0"/>
          <p:nvPr/>
        </p:nvPicPr>
        <p:blipFill rotWithShape="1">
          <a:blip r:embed="rId4">
            <a:alphaModFix/>
          </a:blip>
          <a:srcRect/>
          <a:stretch/>
        </p:blipFill>
        <p:spPr>
          <a:xfrm>
            <a:off x="830575" y="4003950"/>
            <a:ext cx="265716" cy="209775"/>
          </a:xfrm>
          <a:prstGeom prst="rect">
            <a:avLst/>
          </a:prstGeom>
          <a:noFill/>
          <a:ln>
            <a:noFill/>
          </a:ln>
        </p:spPr>
      </p:pic>
      <p:pic>
        <p:nvPicPr>
          <p:cNvPr id="159" name="Google Shape;159;p27"/>
          <p:cNvPicPr preferRelativeResize="0"/>
          <p:nvPr/>
        </p:nvPicPr>
        <p:blipFill rotWithShape="1">
          <a:blip r:embed="rId5">
            <a:alphaModFix/>
          </a:blip>
          <a:srcRect/>
          <a:stretch/>
        </p:blipFill>
        <p:spPr>
          <a:xfrm>
            <a:off x="1781163" y="4007525"/>
            <a:ext cx="209775" cy="209775"/>
          </a:xfrm>
          <a:prstGeom prst="rect">
            <a:avLst/>
          </a:prstGeom>
          <a:noFill/>
          <a:ln>
            <a:noFill/>
          </a:ln>
        </p:spPr>
      </p:pic>
      <p:pic>
        <p:nvPicPr>
          <p:cNvPr id="160" name="Google Shape;160;p27"/>
          <p:cNvPicPr preferRelativeResize="0"/>
          <p:nvPr/>
        </p:nvPicPr>
        <p:blipFill rotWithShape="1">
          <a:blip r:embed="rId6">
            <a:alphaModFix/>
          </a:blip>
          <a:srcRect/>
          <a:stretch/>
        </p:blipFill>
        <p:spPr>
          <a:xfrm>
            <a:off x="3075863" y="4003950"/>
            <a:ext cx="209775" cy="209775"/>
          </a:xfrm>
          <a:prstGeom prst="rect">
            <a:avLst/>
          </a:prstGeom>
          <a:noFill/>
          <a:ln>
            <a:noFill/>
          </a:ln>
        </p:spPr>
      </p:pic>
      <p:pic>
        <p:nvPicPr>
          <p:cNvPr id="161" name="Google Shape;161;p27"/>
          <p:cNvPicPr preferRelativeResize="0"/>
          <p:nvPr/>
        </p:nvPicPr>
        <p:blipFill rotWithShape="1">
          <a:blip r:embed="rId7">
            <a:alphaModFix/>
          </a:blip>
          <a:srcRect/>
          <a:stretch/>
        </p:blipFill>
        <p:spPr>
          <a:xfrm>
            <a:off x="3693725" y="777664"/>
            <a:ext cx="4161175" cy="1546785"/>
          </a:xfrm>
          <a:prstGeom prst="rect">
            <a:avLst/>
          </a:prstGeom>
          <a:noFill/>
          <a:ln>
            <a:noFill/>
          </a:ln>
        </p:spPr>
      </p:pic>
      <p:sp>
        <p:nvSpPr>
          <p:cNvPr id="162" name="Google Shape;162;p27"/>
          <p:cNvSpPr txBox="1"/>
          <p:nvPr/>
        </p:nvSpPr>
        <p:spPr>
          <a:xfrm>
            <a:off x="679800" y="2642850"/>
            <a:ext cx="6434400" cy="840600"/>
          </a:xfrm>
          <a:prstGeom prst="rect">
            <a:avLst/>
          </a:prstGeom>
          <a:noFill/>
          <a:ln>
            <a:noFill/>
          </a:ln>
        </p:spPr>
        <p:txBody>
          <a:bodyPr spcFirstLastPara="1" wrap="square" lIns="0" tIns="0" rIns="0" bIns="0" anchor="t" anchorCtr="0">
            <a:spAutoFit/>
          </a:bodyPr>
          <a:lstStyle/>
          <a:p>
            <a:pPr marL="0" marR="0" lvl="0" indent="0" algn="l" rtl="0">
              <a:lnSpc>
                <a:spcPct val="160024"/>
              </a:lnSpc>
              <a:spcBef>
                <a:spcPts val="0"/>
              </a:spcBef>
              <a:spcAft>
                <a:spcPts val="0"/>
              </a:spcAft>
              <a:buNone/>
            </a:pPr>
            <a:r>
              <a:rPr lang="en" sz="1300">
                <a:solidFill>
                  <a:srgbClr val="2254C5"/>
                </a:solidFill>
                <a:latin typeface="Montserrat"/>
                <a:ea typeface="Montserrat"/>
                <a:cs typeface="Montserrat"/>
                <a:sym typeface="Montserrat"/>
              </a:rPr>
              <a:t>A Food Safety Management System software solution owned and managed by Consultare Inc. Group a Compliance Company</a:t>
            </a:r>
            <a:endParaRPr sz="1300" b="0" i="0" u="none" strike="noStrike" cap="none">
              <a:solidFill>
                <a:srgbClr val="2254C5"/>
              </a:solidFill>
              <a:latin typeface="Montserrat"/>
              <a:ea typeface="Montserrat"/>
              <a:cs typeface="Montserrat"/>
              <a:sym typeface="Montserrat"/>
            </a:endParaRPr>
          </a:p>
          <a:p>
            <a:pPr marL="0" marR="0" lvl="0" indent="0" algn="l" rtl="0">
              <a:lnSpc>
                <a:spcPct val="139989"/>
              </a:lnSpc>
              <a:spcBef>
                <a:spcPts val="0"/>
              </a:spcBef>
              <a:spcAft>
                <a:spcPts val="0"/>
              </a:spcAft>
              <a:buClr>
                <a:srgbClr val="000000"/>
              </a:buClr>
              <a:buSzPts val="1000"/>
              <a:buFont typeface="Arial"/>
              <a:buNone/>
            </a:pPr>
            <a:endParaRPr sz="1300" b="0" i="0" u="none" strike="noStrike" cap="none">
              <a:solidFill>
                <a:srgbClr val="2254C5"/>
              </a:solidFill>
              <a:latin typeface="Montserrat"/>
              <a:ea typeface="Montserrat"/>
              <a:cs typeface="Montserrat"/>
              <a:sym typeface="Montserrat"/>
            </a:endParaRPr>
          </a:p>
        </p:txBody>
      </p:sp>
      <p:pic>
        <p:nvPicPr>
          <p:cNvPr id="163" name="Google Shape;163;p27"/>
          <p:cNvPicPr preferRelativeResize="0"/>
          <p:nvPr/>
        </p:nvPicPr>
        <p:blipFill>
          <a:blip r:embed="rId8">
            <a:alphaModFix/>
          </a:blip>
          <a:stretch>
            <a:fillRect/>
          </a:stretch>
        </p:blipFill>
        <p:spPr>
          <a:xfrm>
            <a:off x="6361800" y="2102749"/>
            <a:ext cx="1127986" cy="221700"/>
          </a:xfrm>
          <a:prstGeom prst="rect">
            <a:avLst/>
          </a:prstGeom>
          <a:noFill/>
          <a:ln>
            <a:noFill/>
          </a:ln>
        </p:spPr>
      </p:pic>
      <p:sp>
        <p:nvSpPr>
          <p:cNvPr id="164" name="Google Shape;164;p27"/>
          <p:cNvSpPr txBox="1"/>
          <p:nvPr/>
        </p:nvSpPr>
        <p:spPr>
          <a:xfrm>
            <a:off x="5951400" y="2131025"/>
            <a:ext cx="333300" cy="280200"/>
          </a:xfrm>
          <a:prstGeom prst="rect">
            <a:avLst/>
          </a:prstGeom>
          <a:noFill/>
          <a:ln>
            <a:noFill/>
          </a:ln>
        </p:spPr>
        <p:txBody>
          <a:bodyPr spcFirstLastPara="1" wrap="square" lIns="0" tIns="0" rIns="0" bIns="0" anchor="t" anchorCtr="0">
            <a:spAutoFit/>
          </a:bodyPr>
          <a:lstStyle/>
          <a:p>
            <a:pPr marL="0" marR="0" lvl="0" indent="0" algn="r" rtl="0">
              <a:lnSpc>
                <a:spcPct val="160024"/>
              </a:lnSpc>
              <a:spcBef>
                <a:spcPts val="0"/>
              </a:spcBef>
              <a:spcAft>
                <a:spcPts val="0"/>
              </a:spcAft>
              <a:buNone/>
            </a:pPr>
            <a:r>
              <a:rPr lang="en" sz="700">
                <a:solidFill>
                  <a:srgbClr val="2254C5"/>
                </a:solidFill>
                <a:latin typeface="Montserrat"/>
                <a:ea typeface="Montserrat"/>
                <a:cs typeface="Montserrat"/>
                <a:sym typeface="Montserrat"/>
              </a:rPr>
              <a:t>by</a:t>
            </a:r>
            <a:endParaRPr sz="700" b="0" i="0" u="none" strike="noStrike" cap="none">
              <a:solidFill>
                <a:srgbClr val="2254C5"/>
              </a:solidFill>
              <a:latin typeface="Montserrat"/>
              <a:ea typeface="Montserrat"/>
              <a:cs typeface="Montserrat"/>
              <a:sym typeface="Montserrat"/>
            </a:endParaRPr>
          </a:p>
          <a:p>
            <a:pPr marL="0" marR="0" lvl="0" indent="0" algn="r" rtl="0">
              <a:lnSpc>
                <a:spcPct val="139989"/>
              </a:lnSpc>
              <a:spcBef>
                <a:spcPts val="0"/>
              </a:spcBef>
              <a:spcAft>
                <a:spcPts val="0"/>
              </a:spcAft>
              <a:buClr>
                <a:srgbClr val="000000"/>
              </a:buClr>
              <a:buSzPts val="1000"/>
              <a:buFont typeface="Arial"/>
              <a:buNone/>
            </a:pPr>
            <a:endParaRPr sz="700" b="0" i="0" u="none" strike="noStrike" cap="none">
              <a:solidFill>
                <a:srgbClr val="2254C5"/>
              </a:solidFill>
              <a:latin typeface="Montserrat"/>
              <a:ea typeface="Montserrat"/>
              <a:cs typeface="Montserrat"/>
              <a:sym typeface="Montserrat"/>
            </a:endParaRPr>
          </a:p>
        </p:txBody>
      </p:sp>
      <p:pic>
        <p:nvPicPr>
          <p:cNvPr id="165" name="Google Shape;165;p27"/>
          <p:cNvPicPr preferRelativeResize="0"/>
          <p:nvPr/>
        </p:nvPicPr>
        <p:blipFill>
          <a:blip r:embed="rId9">
            <a:alphaModFix/>
          </a:blip>
          <a:stretch>
            <a:fillRect/>
          </a:stretch>
        </p:blipFill>
        <p:spPr>
          <a:xfrm>
            <a:off x="624875" y="109350"/>
            <a:ext cx="3677701" cy="1226499"/>
          </a:xfrm>
          <a:prstGeom prst="rect">
            <a:avLst/>
          </a:prstGeom>
          <a:noFill/>
          <a:ln>
            <a:noFill/>
          </a:ln>
        </p:spPr>
      </p:pic>
      <p:sp>
        <p:nvSpPr>
          <p:cNvPr id="166" name="Google Shape;166;p27"/>
          <p:cNvSpPr txBox="1"/>
          <p:nvPr/>
        </p:nvSpPr>
        <p:spPr>
          <a:xfrm>
            <a:off x="1252619" y="1141900"/>
            <a:ext cx="36777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rgbClr val="4A86E8"/>
                </a:solidFill>
                <a:latin typeface="Montserrat"/>
                <a:ea typeface="Montserrat"/>
                <a:cs typeface="Montserrat"/>
                <a:sym typeface="Montserrat"/>
              </a:rPr>
              <a:t>Powered by:</a:t>
            </a:r>
            <a:endParaRPr sz="1600" b="1">
              <a:solidFill>
                <a:srgbClr val="4A86E8"/>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8"/>
          <p:cNvSpPr txBox="1"/>
          <p:nvPr/>
        </p:nvSpPr>
        <p:spPr>
          <a:xfrm>
            <a:off x="1107150" y="1404800"/>
            <a:ext cx="6736500" cy="2170200"/>
          </a:xfrm>
          <a:prstGeom prst="rect">
            <a:avLst/>
          </a:prstGeom>
          <a:noFill/>
          <a:ln>
            <a:noFill/>
          </a:ln>
        </p:spPr>
        <p:txBody>
          <a:bodyPr spcFirstLastPara="1" wrap="square" lIns="0" tIns="0" rIns="0" bIns="0" anchor="t" anchorCtr="0">
            <a:spAutoFit/>
          </a:bodyPr>
          <a:lstStyle/>
          <a:p>
            <a:pPr marL="0" marR="0" lvl="0" indent="0" algn="just" rtl="0">
              <a:lnSpc>
                <a:spcPct val="139989"/>
              </a:lnSpc>
              <a:spcBef>
                <a:spcPts val="0"/>
              </a:spcBef>
              <a:spcAft>
                <a:spcPts val="0"/>
              </a:spcAft>
              <a:buClr>
                <a:srgbClr val="000000"/>
              </a:buClr>
              <a:buSzPts val="1000"/>
              <a:buFont typeface="Arial"/>
              <a:buNone/>
            </a:pPr>
            <a:r>
              <a:rPr lang="en" sz="1500" dirty="0">
                <a:solidFill>
                  <a:srgbClr val="2254C5"/>
                </a:solidFill>
                <a:latin typeface="Montserrat"/>
                <a:ea typeface="Montserrat"/>
                <a:cs typeface="Montserrat"/>
                <a:sym typeface="Montserrat"/>
              </a:rPr>
              <a:t>interlinkIQ is a comprehensive and user-friendly software that enables food safety consultants and their clients to effortlessly organize all compliance documents in one place and update them with ease. </a:t>
            </a:r>
            <a:endParaRPr sz="1500" dirty="0">
              <a:solidFill>
                <a:srgbClr val="2254C5"/>
              </a:solidFill>
              <a:latin typeface="Montserrat"/>
              <a:ea typeface="Montserrat"/>
              <a:cs typeface="Montserrat"/>
              <a:sym typeface="Montserrat"/>
            </a:endParaRPr>
          </a:p>
          <a:p>
            <a:pPr marL="0" marR="0" lvl="0" indent="0" algn="just" rtl="0">
              <a:lnSpc>
                <a:spcPct val="139989"/>
              </a:lnSpc>
              <a:spcBef>
                <a:spcPts val="0"/>
              </a:spcBef>
              <a:spcAft>
                <a:spcPts val="0"/>
              </a:spcAft>
              <a:buClr>
                <a:srgbClr val="000000"/>
              </a:buClr>
              <a:buSzPts val="1000"/>
              <a:buFont typeface="Arial"/>
              <a:buNone/>
            </a:pPr>
            <a:endParaRPr sz="1500" dirty="0">
              <a:solidFill>
                <a:srgbClr val="2254C5"/>
              </a:solidFill>
              <a:latin typeface="Montserrat"/>
              <a:ea typeface="Montserrat"/>
              <a:cs typeface="Montserrat"/>
              <a:sym typeface="Montserrat"/>
            </a:endParaRPr>
          </a:p>
          <a:p>
            <a:pPr marL="0" marR="0" lvl="0" indent="0" algn="just" rtl="0">
              <a:lnSpc>
                <a:spcPct val="139989"/>
              </a:lnSpc>
              <a:spcBef>
                <a:spcPts val="0"/>
              </a:spcBef>
              <a:spcAft>
                <a:spcPts val="0"/>
              </a:spcAft>
              <a:buClr>
                <a:srgbClr val="000000"/>
              </a:buClr>
              <a:buSzPts val="1000"/>
              <a:buFont typeface="Arial"/>
              <a:buNone/>
            </a:pPr>
            <a:r>
              <a:rPr lang="en" sz="1500" dirty="0">
                <a:solidFill>
                  <a:srgbClr val="2254C5"/>
                </a:solidFill>
                <a:latin typeface="Montserrat"/>
                <a:ea typeface="Montserrat"/>
                <a:cs typeface="Montserrat"/>
                <a:sym typeface="Montserrat"/>
              </a:rPr>
              <a:t>Whether managing regulatory compliance, internal policies, or industry standards, interlinkIQ streamlines the process, saving time and minimizing compliance risks.</a:t>
            </a:r>
            <a:endParaRPr sz="1300" b="0" i="0" u="none" strike="noStrike" cap="none" dirty="0">
              <a:solidFill>
                <a:srgbClr val="2254C5"/>
              </a:solidFill>
              <a:latin typeface="Montserrat"/>
              <a:ea typeface="Montserrat"/>
              <a:cs typeface="Montserrat"/>
              <a:sym typeface="Montserrat"/>
            </a:endParaRPr>
          </a:p>
        </p:txBody>
      </p:sp>
      <p:sp>
        <p:nvSpPr>
          <p:cNvPr id="172" name="Google Shape;172;p28"/>
          <p:cNvSpPr txBox="1"/>
          <p:nvPr/>
        </p:nvSpPr>
        <p:spPr>
          <a:xfrm>
            <a:off x="1105562" y="514438"/>
            <a:ext cx="6519900" cy="723300"/>
          </a:xfrm>
          <a:prstGeom prst="rect">
            <a:avLst/>
          </a:prstGeom>
          <a:noFill/>
          <a:ln>
            <a:noFill/>
          </a:ln>
        </p:spPr>
        <p:txBody>
          <a:bodyPr spcFirstLastPara="1" wrap="square" lIns="0" tIns="0" rIns="0" bIns="0" anchor="t" anchorCtr="0">
            <a:spAutoFit/>
          </a:bodyPr>
          <a:lstStyle/>
          <a:p>
            <a:pPr marL="0" marR="0" lvl="0" indent="0" algn="l" rtl="0">
              <a:lnSpc>
                <a:spcPct val="116997"/>
              </a:lnSpc>
              <a:spcBef>
                <a:spcPts val="0"/>
              </a:spcBef>
              <a:spcAft>
                <a:spcPts val="0"/>
              </a:spcAft>
              <a:buClr>
                <a:srgbClr val="000000"/>
              </a:buClr>
              <a:buSzPts val="4700"/>
              <a:buFont typeface="Arial"/>
              <a:buNone/>
            </a:pPr>
            <a:r>
              <a:rPr lang="en" sz="4700" b="1" i="0" u="none" strike="noStrike" cap="none">
                <a:solidFill>
                  <a:srgbClr val="2254C5"/>
                </a:solidFill>
                <a:latin typeface="Montserrat"/>
                <a:ea typeface="Montserrat"/>
                <a:cs typeface="Montserrat"/>
                <a:sym typeface="Montserrat"/>
              </a:rPr>
              <a:t>About</a:t>
            </a:r>
            <a:endParaRPr sz="700" b="0" i="0" u="none" strike="noStrike" cap="none">
              <a:solidFill>
                <a:srgbClr val="000000"/>
              </a:solidFill>
              <a:latin typeface="Arial"/>
              <a:ea typeface="Arial"/>
              <a:cs typeface="Arial"/>
              <a:sym typeface="Arial"/>
            </a:endParaRPr>
          </a:p>
        </p:txBody>
      </p:sp>
      <p:cxnSp>
        <p:nvCxnSpPr>
          <p:cNvPr id="173" name="Google Shape;173;p28"/>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74" name="Google Shape;174;p28"/>
          <p:cNvSpPr/>
          <p:nvPr/>
        </p:nvSpPr>
        <p:spPr>
          <a:xfrm>
            <a:off x="578551" y="470535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75" name="Google Shape;175;p28"/>
          <p:cNvPicPr preferRelativeResize="0"/>
          <p:nvPr/>
        </p:nvPicPr>
        <p:blipFill rotWithShape="1">
          <a:blip r:embed="rId4">
            <a:alphaModFix/>
          </a:blip>
          <a:srcRect/>
          <a:stretch/>
        </p:blipFill>
        <p:spPr>
          <a:xfrm>
            <a:off x="3413575" y="316775"/>
            <a:ext cx="2729743" cy="1014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0" name="Google Shape;190;p30"/>
          <p:cNvSpPr txBox="1"/>
          <p:nvPr/>
        </p:nvSpPr>
        <p:spPr>
          <a:xfrm>
            <a:off x="457200" y="314813"/>
            <a:ext cx="53967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PH" sz="2000" b="1" i="0" u="none" strike="noStrike" cap="none" dirty="0">
                <a:solidFill>
                  <a:srgbClr val="004AAD"/>
                </a:solidFill>
                <a:latin typeface="Montserrat"/>
                <a:ea typeface="Montserrat"/>
                <a:cs typeface="Montserrat"/>
                <a:sym typeface="Montserrat"/>
              </a:rPr>
              <a:t>Scope:</a:t>
            </a:r>
          </a:p>
        </p:txBody>
      </p: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987818" y="1546737"/>
            <a:ext cx="7957031" cy="1569630"/>
          </a:xfrm>
          <a:prstGeom prst="rect">
            <a:avLst/>
          </a:prstGeom>
          <a:noFill/>
          <a:ln>
            <a:noFill/>
          </a:ln>
        </p:spPr>
        <p:txBody>
          <a:bodyPr spcFirstLastPara="1" wrap="square" lIns="91425" tIns="91425" rIns="91425" bIns="91425" anchor="t" anchorCtr="0">
            <a:spAutoFit/>
          </a:bodyPr>
          <a:lstStyle/>
          <a:p>
            <a:pPr marL="457200" marR="0" lvl="0" indent="-450850" algn="l" rtl="0">
              <a:lnSpc>
                <a:spcPct val="150000"/>
              </a:lnSpc>
              <a:spcBef>
                <a:spcPts val="0"/>
              </a:spcBef>
              <a:spcAft>
                <a:spcPts val="0"/>
              </a:spcAft>
              <a:buClr>
                <a:srgbClr val="004AAD"/>
              </a:buClr>
              <a:buSzPts val="2000"/>
              <a:buFont typeface="Arial" panose="020B0604020202020204" pitchFamily="34" charset="0"/>
              <a:buChar char="•"/>
            </a:pPr>
            <a:r>
              <a:rPr lang="en-US" sz="2000" b="0" i="0" u="none" strike="noStrike" cap="none" dirty="0">
                <a:solidFill>
                  <a:srgbClr val="004AAD"/>
                </a:solidFill>
                <a:latin typeface="Montserrat"/>
                <a:ea typeface="Montserrat"/>
                <a:cs typeface="Montserrat"/>
                <a:sym typeface="Montserrat"/>
              </a:rPr>
              <a:t>Types of Records/Documentation Reviewed</a:t>
            </a:r>
          </a:p>
          <a:p>
            <a:pPr marL="457200" marR="0" lvl="0" indent="-450850" algn="l" rtl="0">
              <a:lnSpc>
                <a:spcPct val="150000"/>
              </a:lnSpc>
              <a:spcBef>
                <a:spcPts val="0"/>
              </a:spcBef>
              <a:spcAft>
                <a:spcPts val="0"/>
              </a:spcAft>
              <a:buClr>
                <a:srgbClr val="004AAD"/>
              </a:buClr>
              <a:buSzPts val="2000"/>
              <a:buFont typeface="Arial" panose="020B0604020202020204" pitchFamily="34" charset="0"/>
              <a:buChar char="•"/>
            </a:pPr>
            <a:r>
              <a:rPr lang="en-PH" sz="2000" b="0" i="0" u="none" strike="noStrike" cap="none" dirty="0">
                <a:solidFill>
                  <a:srgbClr val="004AAD"/>
                </a:solidFill>
                <a:latin typeface="Montserrat"/>
                <a:ea typeface="Montserrat"/>
                <a:cs typeface="Montserrat"/>
                <a:sym typeface="Montserrat"/>
              </a:rPr>
              <a:t>Review Process</a:t>
            </a:r>
          </a:p>
          <a:p>
            <a:pPr marL="457200" marR="0" lvl="0" indent="-450850" algn="l" rtl="0">
              <a:lnSpc>
                <a:spcPct val="150000"/>
              </a:lnSpc>
              <a:spcBef>
                <a:spcPts val="0"/>
              </a:spcBef>
              <a:spcAft>
                <a:spcPts val="0"/>
              </a:spcAft>
              <a:buClr>
                <a:srgbClr val="004AAD"/>
              </a:buClr>
              <a:buSzPts val="2000"/>
              <a:buFont typeface="Arial" panose="020B0604020202020204" pitchFamily="34" charset="0"/>
              <a:buChar char="•"/>
            </a:pPr>
            <a:r>
              <a:rPr lang="en-PH" sz="2000" i="0" u="none" strike="noStrike" cap="none" dirty="0">
                <a:solidFill>
                  <a:srgbClr val="004AAD"/>
                </a:solidFill>
                <a:latin typeface="Montserrat"/>
                <a:ea typeface="Montserrat"/>
                <a:cs typeface="Montserrat"/>
                <a:sym typeface="Montserrat"/>
              </a:rPr>
              <a:t>Best Practices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546737"/>
            <a:ext cx="7957031" cy="3093124"/>
          </a:xfrm>
          <a:prstGeom prst="rect">
            <a:avLst/>
          </a:prstGeom>
          <a:noFill/>
          <a:ln>
            <a:noFill/>
          </a:ln>
        </p:spPr>
        <p:txBody>
          <a:bodyPr spcFirstLastPara="1" wrap="square" lIns="91425" tIns="91425" rIns="91425" bIns="91425" anchor="t" anchorCtr="0">
            <a:spAutoFit/>
          </a:bodyPr>
          <a:lstStyle/>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dirty="0">
                <a:solidFill>
                  <a:srgbClr val="004AAD"/>
                </a:solidFill>
                <a:latin typeface="Montserrat"/>
                <a:ea typeface="Montserrat"/>
                <a:cs typeface="Montserrat"/>
                <a:sym typeface="Montserrat"/>
              </a:rPr>
              <a:t>Per </a:t>
            </a:r>
            <a:r>
              <a:rPr lang="en-US" sz="1800" b="0" i="0" u="none" strike="noStrike" cap="none" dirty="0">
                <a:solidFill>
                  <a:srgbClr val="004AAD"/>
                </a:solidFill>
                <a:latin typeface="Montserrat"/>
                <a:ea typeface="Montserrat"/>
                <a:cs typeface="Montserrat"/>
                <a:sym typeface="Montserrat"/>
              </a:rPr>
              <a:t>21 CFR 117.165(a)(4), Review of the following records within the specified timeframes, by (or under the oversight of) a preventive controls qualified individual, to ensure that the records are complete, the activities reflected in the records occurred in accordance with the food safety plan, the preventive controls are effective, and appropriate decisions were made about corrective actions.</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a:t>
            </a:r>
            <a:r>
              <a:rPr lang="en" sz="2000" b="1" i="0" u="none" strike="noStrike" cap="none" dirty="0">
                <a:solidFill>
                  <a:srgbClr val="004AAD"/>
                </a:solidFill>
                <a:latin typeface="Montserrat"/>
                <a:ea typeface="Montserrat"/>
                <a:cs typeface="Montserrat"/>
                <a:sym typeface="Montserrat"/>
              </a:rPr>
              <a:t>WHY?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4758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546737"/>
            <a:ext cx="7957031" cy="2677626"/>
          </a:xfrm>
          <a:prstGeom prst="rect">
            <a:avLst/>
          </a:prstGeom>
          <a:noFill/>
          <a:ln>
            <a:noFill/>
          </a:ln>
        </p:spPr>
        <p:txBody>
          <a:bodyPr spcFirstLastPara="1" wrap="square" lIns="91425" tIns="91425" rIns="91425" bIns="91425" anchor="t" anchorCtr="0">
            <a:spAutoFit/>
          </a:bodyPr>
          <a:lstStyle/>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dirty="0">
                <a:solidFill>
                  <a:srgbClr val="004AAD"/>
                </a:solidFill>
                <a:latin typeface="Montserrat"/>
                <a:ea typeface="Montserrat"/>
                <a:cs typeface="Montserrat"/>
                <a:sym typeface="Montserrat"/>
              </a:rPr>
              <a:t>Per </a:t>
            </a:r>
            <a:r>
              <a:rPr lang="en-US" sz="1800" b="0" i="0" u="none" strike="noStrike" cap="none" dirty="0">
                <a:solidFill>
                  <a:srgbClr val="004AAD"/>
                </a:solidFill>
                <a:latin typeface="Montserrat"/>
                <a:ea typeface="Montserrat"/>
                <a:cs typeface="Montserrat"/>
                <a:sym typeface="Montserrat"/>
              </a:rPr>
              <a:t>21 CFR 117.3 </a:t>
            </a:r>
            <a:r>
              <a:rPr lang="en-US" sz="1800" b="1" i="0" u="none" strike="noStrike" cap="none" dirty="0">
                <a:solidFill>
                  <a:srgbClr val="004AAD"/>
                </a:solidFill>
                <a:latin typeface="Montserrat"/>
                <a:ea typeface="Montserrat"/>
                <a:cs typeface="Montserrat"/>
                <a:sym typeface="Montserrat"/>
              </a:rPr>
              <a:t>“Audit”</a:t>
            </a:r>
          </a:p>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b="0" i="0" u="none" strike="noStrike" cap="none" dirty="0">
                <a:solidFill>
                  <a:srgbClr val="004AAD"/>
                </a:solidFill>
                <a:latin typeface="Montserrat"/>
                <a:ea typeface="Montserrat"/>
                <a:cs typeface="Montserrat"/>
                <a:sym typeface="Montserrat"/>
              </a:rPr>
              <a:t>Audit means the systematic, independent, and documented examination (through observation, investigation, </a:t>
            </a:r>
            <a:r>
              <a:rPr lang="en-US" sz="1800" b="1" i="1" u="sng" strike="noStrike" cap="none" dirty="0">
                <a:solidFill>
                  <a:srgbClr val="004AAD"/>
                </a:solidFill>
                <a:latin typeface="Montserrat"/>
                <a:ea typeface="Montserrat"/>
                <a:cs typeface="Montserrat"/>
                <a:sym typeface="Montserrat"/>
              </a:rPr>
              <a:t>records review</a:t>
            </a:r>
            <a:r>
              <a:rPr lang="en-US" sz="1800" b="0" i="0" u="none" strike="noStrike" cap="none" dirty="0">
                <a:solidFill>
                  <a:srgbClr val="004AAD"/>
                </a:solidFill>
                <a:latin typeface="Montserrat"/>
                <a:ea typeface="Montserrat"/>
                <a:cs typeface="Montserrat"/>
                <a:sym typeface="Montserrat"/>
              </a:rPr>
              <a:t>, discussions with employees of the audited entity, and, as appropriate, sampling and laboratory analysis) to assess an audited entity's food safety processes and procedures.</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a:t>
            </a:r>
            <a:r>
              <a:rPr lang="en" sz="2000" b="1" i="0" u="none" strike="noStrike" cap="none" dirty="0">
                <a:solidFill>
                  <a:srgbClr val="004AAD"/>
                </a:solidFill>
                <a:latin typeface="Montserrat"/>
                <a:ea typeface="Montserrat"/>
                <a:cs typeface="Montserrat"/>
                <a:sym typeface="Montserrat"/>
              </a:rPr>
              <a:t>WHAT?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1421327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546737"/>
            <a:ext cx="7957031" cy="2677626"/>
          </a:xfrm>
          <a:prstGeom prst="rect">
            <a:avLst/>
          </a:prstGeom>
          <a:noFill/>
          <a:ln>
            <a:noFill/>
          </a:ln>
        </p:spPr>
        <p:txBody>
          <a:bodyPr spcFirstLastPara="1" wrap="square" lIns="91425" tIns="91425" rIns="91425" bIns="91425" anchor="t" anchorCtr="0">
            <a:spAutoFit/>
          </a:bodyPr>
          <a:lstStyle/>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dirty="0">
                <a:solidFill>
                  <a:srgbClr val="004AAD"/>
                </a:solidFill>
                <a:latin typeface="Montserrat"/>
                <a:ea typeface="Montserrat"/>
                <a:cs typeface="Montserrat"/>
                <a:sym typeface="Montserrat"/>
              </a:rPr>
              <a:t>Purpose: </a:t>
            </a:r>
            <a:r>
              <a:rPr lang="en-US" sz="1800" b="0" i="0" u="none" strike="noStrike" cap="none" dirty="0">
                <a:solidFill>
                  <a:srgbClr val="004AAD"/>
                </a:solidFill>
                <a:latin typeface="Montserrat"/>
                <a:ea typeface="Montserrat"/>
                <a:cs typeface="Montserrat"/>
                <a:sym typeface="Montserrat"/>
              </a:rPr>
              <a:t>to verify that a company is complying with applicable regulatory requirements. This can include checking that the company is:</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ü"/>
            </a:pPr>
            <a:r>
              <a:rPr lang="en-US" sz="1800" b="0" i="0" u="none" strike="noStrike" cap="none" dirty="0">
                <a:solidFill>
                  <a:srgbClr val="004AAD"/>
                </a:solidFill>
                <a:latin typeface="Montserrat"/>
                <a:ea typeface="Montserrat"/>
                <a:cs typeface="Montserrat"/>
                <a:sym typeface="Montserrat"/>
              </a:rPr>
              <a:t>Properly manufacturing, storing, and handling products.</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ü"/>
            </a:pPr>
            <a:r>
              <a:rPr lang="en-US" sz="1800" b="0" i="0" u="none" strike="noStrike" cap="none" dirty="0">
                <a:solidFill>
                  <a:srgbClr val="004AAD"/>
                </a:solidFill>
                <a:latin typeface="Montserrat"/>
                <a:ea typeface="Montserrat"/>
                <a:cs typeface="Montserrat"/>
                <a:sym typeface="Montserrat"/>
              </a:rPr>
              <a:t>Maintaining accurate and complete records.</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ü"/>
            </a:pPr>
            <a:r>
              <a:rPr lang="en-US" sz="1800" b="0" i="0" u="none" strike="noStrike" cap="none" dirty="0">
                <a:solidFill>
                  <a:srgbClr val="004AAD"/>
                </a:solidFill>
                <a:latin typeface="Montserrat"/>
                <a:ea typeface="Montserrat"/>
                <a:cs typeface="Montserrat"/>
                <a:sym typeface="Montserrat"/>
              </a:rPr>
              <a:t>Following appropriate quality control procedures.</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a:t>
            </a:r>
            <a:r>
              <a:rPr lang="en" sz="2000" b="1" i="0" u="none" strike="noStrike" cap="none" dirty="0">
                <a:solidFill>
                  <a:srgbClr val="004AAD"/>
                </a:solidFill>
                <a:latin typeface="Montserrat"/>
                <a:ea typeface="Montserrat"/>
                <a:cs typeface="Montserrat"/>
                <a:sym typeface="Montserrat"/>
              </a:rPr>
              <a:t>WHAT?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220626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273087"/>
            <a:ext cx="7957031" cy="3093124"/>
          </a:xfrm>
          <a:prstGeom prst="rect">
            <a:avLst/>
          </a:prstGeom>
          <a:noFill/>
          <a:ln>
            <a:noFill/>
          </a:ln>
        </p:spPr>
        <p:txBody>
          <a:bodyPr spcFirstLastPara="1" wrap="square" lIns="91425" tIns="91425" rIns="91425" bIns="91425" anchor="t" anchorCtr="0">
            <a:spAutoFit/>
          </a:bodyPr>
          <a:lstStyle/>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Types of Records/Documentation Reviewed</a:t>
            </a:r>
            <a:r>
              <a:rPr lang="en-US" sz="1800" b="1" i="0" u="none" strike="noStrike" cap="none" dirty="0">
                <a:solidFill>
                  <a:srgbClr val="004AAD"/>
                </a:solidFill>
                <a:latin typeface="Montserrat"/>
                <a:ea typeface="Montserrat"/>
                <a:cs typeface="Montserrat"/>
                <a:sym typeface="Montserrat"/>
              </a:rPr>
              <a:t>:</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Standard Operating Procedures (SOPs): detailed, written instructions to achieve uniformity in the performance of a specific function.</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Sanitation Standard Operating Procedures (SSOPs): a written document outlining specific procedures and protocols to ensure proper sanitation within a facility.</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a:t>
            </a:r>
            <a:r>
              <a:rPr lang="en" sz="2000" b="1" i="0" u="none" strike="noStrike" cap="none" dirty="0">
                <a:solidFill>
                  <a:srgbClr val="004AAD"/>
                </a:solidFill>
                <a:latin typeface="Montserrat"/>
                <a:ea typeface="Montserrat"/>
                <a:cs typeface="Montserrat"/>
                <a:sym typeface="Montserrat"/>
              </a:rPr>
              <a:t>WHAT?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639590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273087"/>
            <a:ext cx="7957031" cy="2677626"/>
          </a:xfrm>
          <a:prstGeom prst="rect">
            <a:avLst/>
          </a:prstGeom>
          <a:noFill/>
          <a:ln>
            <a:noFill/>
          </a:ln>
        </p:spPr>
        <p:txBody>
          <a:bodyPr spcFirstLastPara="1" wrap="square" lIns="91425" tIns="91425" rIns="91425" bIns="91425" anchor="t" anchorCtr="0">
            <a:spAutoFit/>
          </a:bodyPr>
          <a:lstStyle/>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Types of Records/Documentation Reviewed</a:t>
            </a:r>
            <a:r>
              <a:rPr lang="en-US" sz="1800" b="1" i="0" u="none" strike="noStrike" cap="none" dirty="0">
                <a:solidFill>
                  <a:srgbClr val="004AAD"/>
                </a:solidFill>
                <a:latin typeface="Montserrat"/>
                <a:ea typeface="Montserrat"/>
                <a:cs typeface="Montserrat"/>
                <a:sym typeface="Montserrat"/>
              </a:rPr>
              <a:t>: </a:t>
            </a:r>
            <a:r>
              <a:rPr lang="en-US" sz="1600" i="0" u="none" strike="noStrike" cap="none" dirty="0">
                <a:solidFill>
                  <a:srgbClr val="004AAD"/>
                </a:solidFill>
                <a:latin typeface="Montserrat"/>
                <a:ea typeface="Montserrat"/>
                <a:cs typeface="Montserrat"/>
                <a:sym typeface="Montserrat"/>
              </a:rPr>
              <a:t>(cont.)</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Prerequisite Program (PRP): a basic condition and activity that must be established and maintained to sustain a hygienic environment throughout the food chain. PRPs are essential for food safety and form the foundation upon which (HACCP) and other food safety systems are built.</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a:t>
            </a:r>
            <a:r>
              <a:rPr lang="en" sz="2000" b="1" i="0" u="none" strike="noStrike" cap="none" dirty="0">
                <a:solidFill>
                  <a:srgbClr val="004AAD"/>
                </a:solidFill>
                <a:latin typeface="Montserrat"/>
                <a:ea typeface="Montserrat"/>
                <a:cs typeface="Montserrat"/>
                <a:sym typeface="Montserrat"/>
              </a:rPr>
              <a:t>WHAT?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1671203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273087"/>
            <a:ext cx="7957031" cy="3508623"/>
          </a:xfrm>
          <a:prstGeom prst="rect">
            <a:avLst/>
          </a:prstGeom>
          <a:noFill/>
          <a:ln>
            <a:noFill/>
          </a:ln>
        </p:spPr>
        <p:txBody>
          <a:bodyPr spcFirstLastPara="1" wrap="square" lIns="91425" tIns="91425" rIns="91425" bIns="91425" anchor="t" anchorCtr="0">
            <a:spAutoFit/>
          </a:bodyPr>
          <a:lstStyle/>
          <a:p>
            <a:pPr marL="457200" indent="-450850" algn="just">
              <a:lnSpc>
                <a:spcPct val="150000"/>
              </a:lnSpc>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Types of Records/Documentation Reviewed</a:t>
            </a:r>
            <a:r>
              <a:rPr lang="en-US" sz="1800" b="1" i="0" u="none" strike="noStrike" cap="none" dirty="0">
                <a:solidFill>
                  <a:srgbClr val="004AAD"/>
                </a:solidFill>
                <a:latin typeface="Montserrat"/>
                <a:ea typeface="Montserrat"/>
                <a:cs typeface="Montserrat"/>
                <a:sym typeface="Montserrat"/>
              </a:rPr>
              <a:t>: </a:t>
            </a:r>
            <a:r>
              <a:rPr lang="en-US" sz="1600" i="0" u="none" strike="noStrike" cap="none" dirty="0">
                <a:solidFill>
                  <a:srgbClr val="004AAD"/>
                </a:solidFill>
                <a:latin typeface="Montserrat"/>
                <a:ea typeface="Montserrat"/>
                <a:cs typeface="Montserrat"/>
                <a:sym typeface="Montserrat"/>
              </a:rPr>
              <a:t>(cont.)</a:t>
            </a:r>
            <a:endParaRPr lang="en-US" sz="1600" b="1" i="0" u="none" strike="noStrike" cap="none" dirty="0">
              <a:solidFill>
                <a:srgbClr val="004AAD"/>
              </a:solidFill>
              <a:latin typeface="Montserrat"/>
              <a:ea typeface="Montserrat"/>
              <a:cs typeface="Montserrat"/>
              <a:sym typeface="Montserrat"/>
            </a:endParaRP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Batch Records: Documentation of the manufacturing process, including dates, quantities of ingredients used, process parameters, and in-process controls.</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Training Records: Proof that employees have been trained on SOPs and other critical processes.</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Quality Control Records: Documents related to testing, including raw data, test results, and calibration records.</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a:t>
            </a:r>
            <a:r>
              <a:rPr lang="en" sz="2000" b="1" i="0" u="none" strike="noStrike" cap="none" dirty="0">
                <a:solidFill>
                  <a:srgbClr val="004AAD"/>
                </a:solidFill>
                <a:latin typeface="Montserrat"/>
                <a:ea typeface="Montserrat"/>
                <a:cs typeface="Montserrat"/>
                <a:sym typeface="Montserrat"/>
              </a:rPr>
              <a:t>WHAT?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4160475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273087"/>
            <a:ext cx="7957031" cy="2908458"/>
          </a:xfrm>
          <a:prstGeom prst="rect">
            <a:avLst/>
          </a:prstGeom>
          <a:noFill/>
          <a:ln>
            <a:noFill/>
          </a:ln>
        </p:spPr>
        <p:txBody>
          <a:bodyPr spcFirstLastPara="1" wrap="square" lIns="91425" tIns="91425" rIns="91425" bIns="91425" anchor="t" anchorCtr="0">
            <a:spAutoFit/>
          </a:bodyPr>
          <a:lstStyle/>
          <a:p>
            <a:pPr marL="457200" indent="-450850" algn="just">
              <a:lnSpc>
                <a:spcPct val="150000"/>
              </a:lnSpc>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Types of Records/Documentation Reviewed</a:t>
            </a:r>
            <a:r>
              <a:rPr lang="en-US" sz="1800" b="1" i="0" u="none" strike="noStrike" cap="none" dirty="0">
                <a:solidFill>
                  <a:srgbClr val="004AAD"/>
                </a:solidFill>
                <a:latin typeface="Montserrat"/>
                <a:ea typeface="Montserrat"/>
                <a:cs typeface="Montserrat"/>
                <a:sym typeface="Montserrat"/>
              </a:rPr>
              <a:t>: </a:t>
            </a:r>
            <a:r>
              <a:rPr lang="en-US" sz="1600" i="0" u="none" strike="noStrike" cap="none" dirty="0">
                <a:solidFill>
                  <a:srgbClr val="004AAD"/>
                </a:solidFill>
                <a:latin typeface="Montserrat"/>
                <a:ea typeface="Montserrat"/>
                <a:cs typeface="Montserrat"/>
                <a:sym typeface="Montserrat"/>
              </a:rPr>
              <a:t>(cont.)</a:t>
            </a:r>
            <a:endParaRPr lang="en-US" sz="1600" b="1" i="0" u="none" strike="noStrike" cap="none" dirty="0">
              <a:solidFill>
                <a:srgbClr val="004AAD"/>
              </a:solidFill>
              <a:latin typeface="Montserrat"/>
              <a:ea typeface="Montserrat"/>
              <a:cs typeface="Montserrat"/>
              <a:sym typeface="Montserrat"/>
            </a:endParaRPr>
          </a:p>
          <a:p>
            <a:pPr marL="457200" indent="-450850" algn="just">
              <a:lnSpc>
                <a:spcPct val="150000"/>
              </a:lnSpc>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Production Records: Documents that detail the manufacturing process of food/dietary supplement and other products </a:t>
            </a:r>
            <a:r>
              <a:rPr lang="en-US" b="0" i="0" u="none" strike="noStrike" cap="none" dirty="0">
                <a:solidFill>
                  <a:srgbClr val="004AAD"/>
                </a:solidFill>
                <a:latin typeface="Montserrat"/>
                <a:ea typeface="Montserrat"/>
                <a:cs typeface="Montserrat"/>
                <a:sym typeface="Montserrat"/>
              </a:rPr>
              <a:t>(e.g., Formulation, Pre Weighing, Finished Product, Packaging Materials, Shipment/Traceability)</a:t>
            </a:r>
          </a:p>
          <a:p>
            <a:pPr marL="457200" indent="-450850" algn="just">
              <a:lnSpc>
                <a:spcPct val="150000"/>
              </a:lnSpc>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Maintenance and Calibration Records: Records of equipment maintenance and calibration to ensure proper functioning.</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a:t>
            </a:r>
            <a:r>
              <a:rPr lang="en" sz="2000" b="1" i="0" u="none" strike="noStrike" cap="none" dirty="0">
                <a:solidFill>
                  <a:srgbClr val="004AAD"/>
                </a:solidFill>
                <a:latin typeface="Montserrat"/>
                <a:ea typeface="Montserrat"/>
                <a:cs typeface="Montserrat"/>
                <a:sym typeface="Montserrat"/>
              </a:rPr>
              <a:t>WHAT?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348945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273087"/>
            <a:ext cx="7957031" cy="3508623"/>
          </a:xfrm>
          <a:prstGeom prst="rect">
            <a:avLst/>
          </a:prstGeom>
          <a:noFill/>
          <a:ln>
            <a:noFill/>
          </a:ln>
        </p:spPr>
        <p:txBody>
          <a:bodyPr spcFirstLastPara="1" wrap="square" lIns="91425" tIns="91425" rIns="91425" bIns="91425" anchor="t" anchorCtr="0">
            <a:spAutoFit/>
          </a:bodyPr>
          <a:lstStyle/>
          <a:p>
            <a:pPr marL="457200" indent="-450850" algn="just">
              <a:lnSpc>
                <a:spcPct val="150000"/>
              </a:lnSpc>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Types of Records/Documentation Reviewed</a:t>
            </a:r>
            <a:r>
              <a:rPr lang="en-US" sz="1800" b="1" i="0" u="none" strike="noStrike" cap="none" dirty="0">
                <a:solidFill>
                  <a:srgbClr val="004AAD"/>
                </a:solidFill>
                <a:latin typeface="Montserrat"/>
                <a:ea typeface="Montserrat"/>
                <a:cs typeface="Montserrat"/>
                <a:sym typeface="Montserrat"/>
              </a:rPr>
              <a:t>: </a:t>
            </a:r>
            <a:r>
              <a:rPr lang="en-US" sz="1600" i="0" u="none" strike="noStrike" cap="none" dirty="0">
                <a:solidFill>
                  <a:srgbClr val="004AAD"/>
                </a:solidFill>
                <a:latin typeface="Montserrat"/>
                <a:ea typeface="Montserrat"/>
                <a:cs typeface="Montserrat"/>
                <a:sym typeface="Montserrat"/>
              </a:rPr>
              <a:t>(cont.)</a:t>
            </a:r>
            <a:endParaRPr lang="en-US" sz="1600" b="1" i="0" u="none" strike="noStrike" cap="none" dirty="0">
              <a:solidFill>
                <a:srgbClr val="004AAD"/>
              </a:solidFill>
              <a:latin typeface="Montserrat"/>
              <a:ea typeface="Montserrat"/>
              <a:cs typeface="Montserrat"/>
              <a:sym typeface="Montserrat"/>
            </a:endParaRP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Deviation and Investigation Reports: Documentation of any deviations from standard procedures and the investigations into these deviations.</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Complaint Files: Records of customer complaints and how they were investigated and resolved.</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Audit Reports: Internal and external audit findings and corrective actions taken.</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a:t>
            </a:r>
            <a:r>
              <a:rPr lang="en" sz="2000" b="1" i="0" u="none" strike="noStrike" cap="none" dirty="0">
                <a:solidFill>
                  <a:srgbClr val="004AAD"/>
                </a:solidFill>
                <a:latin typeface="Montserrat"/>
                <a:ea typeface="Montserrat"/>
                <a:cs typeface="Montserrat"/>
                <a:sym typeface="Montserrat"/>
              </a:rPr>
              <a:t>WHAT?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3686023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273087"/>
            <a:ext cx="7957031" cy="3924121"/>
          </a:xfrm>
          <a:prstGeom prst="rect">
            <a:avLst/>
          </a:prstGeom>
          <a:noFill/>
          <a:ln>
            <a:noFill/>
          </a:ln>
        </p:spPr>
        <p:txBody>
          <a:bodyPr spcFirstLastPara="1" wrap="square" lIns="91425" tIns="91425" rIns="91425" bIns="91425" anchor="t" anchorCtr="0">
            <a:spAutoFit/>
          </a:bodyPr>
          <a:lstStyle/>
          <a:p>
            <a:pPr marL="457200" indent="-450850" algn="just">
              <a:lnSpc>
                <a:spcPct val="150000"/>
              </a:lnSpc>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Types of Records/Documentation Reviewed</a:t>
            </a:r>
            <a:r>
              <a:rPr lang="en-US" sz="1800" b="1" i="0" u="none" strike="noStrike" cap="none" dirty="0">
                <a:solidFill>
                  <a:srgbClr val="004AAD"/>
                </a:solidFill>
                <a:latin typeface="Montserrat"/>
                <a:ea typeface="Montserrat"/>
                <a:cs typeface="Montserrat"/>
                <a:sym typeface="Montserrat"/>
              </a:rPr>
              <a:t>: </a:t>
            </a:r>
            <a:r>
              <a:rPr lang="en-US" sz="1600" i="0" u="none" strike="noStrike" cap="none" dirty="0">
                <a:solidFill>
                  <a:srgbClr val="004AAD"/>
                </a:solidFill>
                <a:latin typeface="Montserrat"/>
                <a:ea typeface="Montserrat"/>
                <a:cs typeface="Montserrat"/>
                <a:sym typeface="Montserrat"/>
              </a:rPr>
              <a:t>(cont.)</a:t>
            </a:r>
            <a:endParaRPr lang="en-US" sz="1600" b="1" i="0" u="none" strike="noStrike" cap="none" dirty="0">
              <a:solidFill>
                <a:srgbClr val="004AAD"/>
              </a:solidFill>
              <a:latin typeface="Montserrat"/>
              <a:ea typeface="Montserrat"/>
              <a:cs typeface="Montserrat"/>
              <a:sym typeface="Montserrat"/>
            </a:endParaRP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Traceability and Recall Plan: a critical component of food safety management systems, ensuring that products can be traced throughout the supply chain and, if necessary, promptly recalled to prevent or mitigate harm to consumers.</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Supplier Qualification Records: Documentation of how suppliers are selected and evaluated.</a:t>
            </a:r>
          </a:p>
          <a:p>
            <a:pPr marL="457200" marR="0" lvl="0" indent="-450850" algn="just" rtl="0">
              <a:lnSpc>
                <a:spcPct val="150000"/>
              </a:lnSpc>
              <a:spcBef>
                <a:spcPts val="0"/>
              </a:spcBef>
              <a:spcAft>
                <a:spcPts val="0"/>
              </a:spcAft>
              <a:buClr>
                <a:srgbClr val="004AAD"/>
              </a:buClr>
              <a:buSzPts val="2000"/>
              <a:buFont typeface="Wingdings" panose="05000000000000000000" pitchFamily="2" charset="2"/>
              <a:buChar char="q"/>
            </a:pPr>
            <a:r>
              <a:rPr lang="en-US" sz="1800" b="0" i="0" u="none" strike="noStrike" cap="none" dirty="0">
                <a:solidFill>
                  <a:srgbClr val="004AAD"/>
                </a:solidFill>
                <a:latin typeface="Montserrat"/>
                <a:ea typeface="Montserrat"/>
                <a:cs typeface="Montserrat"/>
                <a:sym typeface="Montserrat"/>
              </a:rPr>
              <a:t>Environmental Monitoring Records: Data on environmental conditions in manufacturing and storage areas.</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a:t>
            </a:r>
            <a:r>
              <a:rPr lang="en" sz="2000" b="1" i="0" u="none" strike="noStrike" cap="none" dirty="0">
                <a:solidFill>
                  <a:srgbClr val="004AAD"/>
                </a:solidFill>
                <a:latin typeface="Montserrat"/>
                <a:ea typeface="Montserrat"/>
                <a:cs typeface="Montserrat"/>
                <a:sym typeface="Montserrat"/>
              </a:rPr>
              <a:t>WHAT?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1810764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73620" y="1273087"/>
            <a:ext cx="7963859" cy="2677626"/>
          </a:xfrm>
          <a:prstGeom prst="rect">
            <a:avLst/>
          </a:prstGeom>
          <a:noFill/>
          <a:ln>
            <a:noFill/>
          </a:ln>
        </p:spPr>
        <p:txBody>
          <a:bodyPr spcFirstLastPara="1" wrap="square" lIns="91425" tIns="91425" rIns="91425" bIns="91425" anchor="t" anchorCtr="0">
            <a:spAutoFit/>
          </a:bodyPr>
          <a:lstStyle/>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Review Process</a:t>
            </a:r>
            <a:r>
              <a:rPr lang="en-US" sz="1800" b="1" i="0" u="none" strike="noStrike" cap="none" dirty="0">
                <a:solidFill>
                  <a:srgbClr val="004AAD"/>
                </a:solidFill>
                <a:latin typeface="Montserrat"/>
                <a:ea typeface="Montserrat"/>
                <a:cs typeface="Montserrat"/>
                <a:sym typeface="Montserrat"/>
              </a:rPr>
              <a:t>:</a:t>
            </a:r>
          </a:p>
          <a:p>
            <a:pPr marL="6350" algn="just">
              <a:lnSpc>
                <a:spcPct val="150000"/>
              </a:lnSpc>
              <a:buClr>
                <a:srgbClr val="004AAD"/>
              </a:buClr>
              <a:buSzPts val="2000"/>
            </a:pPr>
            <a:r>
              <a:rPr lang="en-US" sz="1800" b="0" i="0" u="none" strike="noStrike" cap="none" dirty="0">
                <a:solidFill>
                  <a:srgbClr val="004AAD"/>
                </a:solidFill>
                <a:latin typeface="Montserrat"/>
                <a:ea typeface="Montserrat"/>
                <a:cs typeface="Montserrat"/>
                <a:sym typeface="Montserrat"/>
              </a:rPr>
              <a:t>1. Preparation: Investigators familiarize themselves with the facility's background, previous inspections, and any relevant compliance history.</a:t>
            </a:r>
          </a:p>
          <a:p>
            <a:pPr marL="6350" marR="0" lvl="0" algn="just" rtl="0">
              <a:lnSpc>
                <a:spcPct val="150000"/>
              </a:lnSpc>
              <a:spcBef>
                <a:spcPts val="0"/>
              </a:spcBef>
              <a:spcAft>
                <a:spcPts val="0"/>
              </a:spcAft>
              <a:buClr>
                <a:srgbClr val="004AAD"/>
              </a:buClr>
              <a:buSzPts val="2000"/>
            </a:pPr>
            <a:r>
              <a:rPr lang="en-US" sz="1800" b="0" i="0" u="none" strike="noStrike" cap="none" dirty="0">
                <a:solidFill>
                  <a:srgbClr val="004AAD"/>
                </a:solidFill>
                <a:latin typeface="Montserrat"/>
                <a:ea typeface="Montserrat"/>
                <a:cs typeface="Montserrat"/>
                <a:sym typeface="Montserrat"/>
              </a:rPr>
              <a:t>2. Entrance Meeting: Investigators meet with facility management to outline the scope and objectives of the investigation.</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HOW</a:t>
            </a:r>
            <a:r>
              <a:rPr lang="en" sz="2000" b="1" i="0" u="none" strike="noStrike" cap="none" dirty="0">
                <a:solidFill>
                  <a:srgbClr val="004AAD"/>
                </a:solidFill>
                <a:latin typeface="Montserrat"/>
                <a:ea typeface="Montserrat"/>
                <a:cs typeface="Montserrat"/>
                <a:sym typeface="Montserrat"/>
              </a:rPr>
              <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2781599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273087"/>
            <a:ext cx="7957031" cy="3508623"/>
          </a:xfrm>
          <a:prstGeom prst="rect">
            <a:avLst/>
          </a:prstGeom>
          <a:noFill/>
          <a:ln>
            <a:noFill/>
          </a:ln>
        </p:spPr>
        <p:txBody>
          <a:bodyPr spcFirstLastPara="1" wrap="square" lIns="91425" tIns="91425" rIns="91425" bIns="91425" anchor="t" anchorCtr="0">
            <a:spAutoFit/>
          </a:bodyPr>
          <a:lstStyle/>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Review Process</a:t>
            </a:r>
            <a:r>
              <a:rPr lang="en-US" sz="1800" b="1" i="0" u="none" strike="noStrike" cap="none" dirty="0">
                <a:solidFill>
                  <a:srgbClr val="004AAD"/>
                </a:solidFill>
                <a:latin typeface="Montserrat"/>
                <a:ea typeface="Montserrat"/>
                <a:cs typeface="Montserrat"/>
                <a:sym typeface="Montserrat"/>
              </a:rPr>
              <a:t>:</a:t>
            </a:r>
          </a:p>
          <a:p>
            <a:pPr marL="6350" marR="0" lvl="0" algn="just" rtl="0">
              <a:lnSpc>
                <a:spcPct val="150000"/>
              </a:lnSpc>
              <a:spcBef>
                <a:spcPts val="0"/>
              </a:spcBef>
              <a:spcAft>
                <a:spcPts val="0"/>
              </a:spcAft>
              <a:buClr>
                <a:srgbClr val="004AAD"/>
              </a:buClr>
              <a:buSzPts val="2000"/>
            </a:pPr>
            <a:r>
              <a:rPr lang="en-US" sz="1800" b="0" i="0" u="none" strike="noStrike" cap="none" dirty="0">
                <a:solidFill>
                  <a:srgbClr val="004AAD"/>
                </a:solidFill>
                <a:latin typeface="Montserrat"/>
                <a:ea typeface="Montserrat"/>
                <a:cs typeface="Montserrat"/>
                <a:sym typeface="Montserrat"/>
              </a:rPr>
              <a:t>3. Document Request: Investigators request specific documents for review. The facility should have these readily available.</a:t>
            </a:r>
          </a:p>
          <a:p>
            <a:pPr marL="6350" marR="0" lvl="0" algn="just" rtl="0">
              <a:lnSpc>
                <a:spcPct val="150000"/>
              </a:lnSpc>
              <a:spcBef>
                <a:spcPts val="0"/>
              </a:spcBef>
              <a:spcAft>
                <a:spcPts val="0"/>
              </a:spcAft>
              <a:buClr>
                <a:srgbClr val="004AAD"/>
              </a:buClr>
              <a:buSzPts val="2000"/>
            </a:pPr>
            <a:r>
              <a:rPr lang="en-US" sz="1800" b="0" i="0" u="none" strike="noStrike" cap="none" dirty="0">
                <a:solidFill>
                  <a:srgbClr val="004AAD"/>
                </a:solidFill>
                <a:latin typeface="Montserrat"/>
                <a:ea typeface="Montserrat"/>
                <a:cs typeface="Montserrat"/>
                <a:sym typeface="Montserrat"/>
              </a:rPr>
              <a:t>4.</a:t>
            </a:r>
            <a:r>
              <a:rPr lang="en-US" sz="1800" dirty="0">
                <a:solidFill>
                  <a:srgbClr val="004AAD"/>
                </a:solidFill>
                <a:latin typeface="Montserrat"/>
                <a:ea typeface="Montserrat"/>
                <a:cs typeface="Montserrat"/>
                <a:sym typeface="Montserrat"/>
              </a:rPr>
              <a:t> </a:t>
            </a:r>
            <a:r>
              <a:rPr lang="en-US" sz="1800" b="0" i="0" u="none" strike="noStrike" cap="none" dirty="0">
                <a:solidFill>
                  <a:srgbClr val="004AAD"/>
                </a:solidFill>
                <a:latin typeface="Montserrat"/>
                <a:ea typeface="Montserrat"/>
                <a:cs typeface="Montserrat"/>
                <a:sym typeface="Montserrat"/>
              </a:rPr>
              <a:t>Onsite Review: The actual review of records occurs onsite. Investigators may also observe processes (facility tour) and interview employees.</a:t>
            </a:r>
          </a:p>
          <a:p>
            <a:pPr marL="6350" marR="0" lvl="0" algn="just" rtl="0">
              <a:lnSpc>
                <a:spcPct val="150000"/>
              </a:lnSpc>
              <a:spcBef>
                <a:spcPts val="0"/>
              </a:spcBef>
              <a:spcAft>
                <a:spcPts val="0"/>
              </a:spcAft>
              <a:buClr>
                <a:srgbClr val="004AAD"/>
              </a:buClr>
              <a:buSzPts val="2000"/>
            </a:pPr>
            <a:r>
              <a:rPr lang="en-US" sz="1800" b="0" i="0" u="none" strike="noStrike" cap="none" dirty="0">
                <a:solidFill>
                  <a:srgbClr val="004AAD"/>
                </a:solidFill>
                <a:latin typeface="Montserrat"/>
                <a:ea typeface="Montserrat"/>
                <a:cs typeface="Montserrat"/>
                <a:sym typeface="Montserrat"/>
              </a:rPr>
              <a:t>5.</a:t>
            </a:r>
            <a:r>
              <a:rPr lang="en-US" sz="1800" dirty="0">
                <a:solidFill>
                  <a:srgbClr val="004AAD"/>
                </a:solidFill>
                <a:latin typeface="Montserrat"/>
                <a:ea typeface="Montserrat"/>
                <a:cs typeface="Montserrat"/>
                <a:sym typeface="Montserrat"/>
              </a:rPr>
              <a:t> </a:t>
            </a:r>
            <a:r>
              <a:rPr lang="en-US" sz="1800" b="0" i="0" u="none" strike="noStrike" cap="none" dirty="0">
                <a:solidFill>
                  <a:srgbClr val="004AAD"/>
                </a:solidFill>
                <a:latin typeface="Montserrat"/>
                <a:ea typeface="Montserrat"/>
                <a:cs typeface="Montserrat"/>
                <a:sym typeface="Montserrat"/>
              </a:rPr>
              <a:t>Verification: Investigators may cross-reference records with actual practices to ensure compliance.</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HOW</a:t>
            </a:r>
            <a:r>
              <a:rPr lang="en" sz="2000" b="1" i="0" u="none" strike="noStrike" cap="none" dirty="0">
                <a:solidFill>
                  <a:srgbClr val="004AAD"/>
                </a:solidFill>
                <a:latin typeface="Montserrat"/>
                <a:ea typeface="Montserrat"/>
                <a:cs typeface="Montserrat"/>
                <a:sym typeface="Montserrat"/>
              </a:rPr>
              <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587071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273087"/>
            <a:ext cx="7957031" cy="2677626"/>
          </a:xfrm>
          <a:prstGeom prst="rect">
            <a:avLst/>
          </a:prstGeom>
          <a:noFill/>
          <a:ln>
            <a:noFill/>
          </a:ln>
        </p:spPr>
        <p:txBody>
          <a:bodyPr spcFirstLastPara="1" wrap="square" lIns="91425" tIns="91425" rIns="91425" bIns="91425" anchor="t" anchorCtr="0">
            <a:spAutoFit/>
          </a:bodyPr>
          <a:lstStyle/>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Review Process</a:t>
            </a:r>
            <a:r>
              <a:rPr lang="en-US" sz="1800" b="1" i="0" u="none" strike="noStrike" cap="none" dirty="0">
                <a:solidFill>
                  <a:srgbClr val="004AAD"/>
                </a:solidFill>
                <a:latin typeface="Montserrat"/>
                <a:ea typeface="Montserrat"/>
                <a:cs typeface="Montserrat"/>
                <a:sym typeface="Montserrat"/>
              </a:rPr>
              <a:t>:</a:t>
            </a:r>
          </a:p>
          <a:p>
            <a:pPr marL="6350" marR="0" lvl="0" algn="just" rtl="0">
              <a:lnSpc>
                <a:spcPct val="150000"/>
              </a:lnSpc>
              <a:spcBef>
                <a:spcPts val="0"/>
              </a:spcBef>
              <a:spcAft>
                <a:spcPts val="0"/>
              </a:spcAft>
              <a:buClr>
                <a:srgbClr val="004AAD"/>
              </a:buClr>
              <a:buSzPts val="2000"/>
            </a:pPr>
            <a:r>
              <a:rPr lang="en-US" sz="1800" b="0" i="0" u="none" strike="noStrike" cap="none" dirty="0">
                <a:solidFill>
                  <a:srgbClr val="004AAD"/>
                </a:solidFill>
                <a:latin typeface="Montserrat"/>
                <a:ea typeface="Montserrat"/>
                <a:cs typeface="Montserrat"/>
                <a:sym typeface="Montserrat"/>
              </a:rPr>
              <a:t>6. Exit Meeting: Preliminary findings are discussed with the facility management.</a:t>
            </a:r>
          </a:p>
          <a:p>
            <a:pPr marL="6350" marR="0" lvl="0" algn="just" rtl="0">
              <a:lnSpc>
                <a:spcPct val="150000"/>
              </a:lnSpc>
              <a:spcBef>
                <a:spcPts val="0"/>
              </a:spcBef>
              <a:spcAft>
                <a:spcPts val="0"/>
              </a:spcAft>
              <a:buClr>
                <a:srgbClr val="004AAD"/>
              </a:buClr>
              <a:buSzPts val="2000"/>
            </a:pPr>
            <a:r>
              <a:rPr lang="en-US" sz="1800" b="0" i="0" u="none" strike="noStrike" cap="none" dirty="0">
                <a:solidFill>
                  <a:srgbClr val="004AAD"/>
                </a:solidFill>
                <a:latin typeface="Montserrat"/>
                <a:ea typeface="Montserrat"/>
                <a:cs typeface="Montserrat"/>
                <a:sym typeface="Montserrat"/>
              </a:rPr>
              <a:t>7. Report: A detailed Establishment Inspection Report (EIR) is prepared, documenting findings and any regulatory actions needed.</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HOW</a:t>
            </a:r>
            <a:r>
              <a:rPr lang="en" sz="2000" b="1" i="0" u="none" strike="noStrike" cap="none" dirty="0">
                <a:solidFill>
                  <a:srgbClr val="004AAD"/>
                </a:solidFill>
                <a:latin typeface="Montserrat"/>
                <a:ea typeface="Montserrat"/>
                <a:cs typeface="Montserrat"/>
                <a:sym typeface="Montserrat"/>
              </a:rPr>
              <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1014701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273087"/>
            <a:ext cx="7957031" cy="3093124"/>
          </a:xfrm>
          <a:prstGeom prst="rect">
            <a:avLst/>
          </a:prstGeom>
          <a:noFill/>
          <a:ln>
            <a:noFill/>
          </a:ln>
        </p:spPr>
        <p:txBody>
          <a:bodyPr spcFirstLastPara="1" wrap="square" lIns="91425" tIns="91425" rIns="91425" bIns="91425" anchor="t" anchorCtr="0">
            <a:spAutoFit/>
          </a:bodyPr>
          <a:lstStyle/>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Best Practices</a:t>
            </a:r>
            <a:r>
              <a:rPr lang="en-US" sz="1800" b="1" i="0" u="none" strike="noStrike" cap="none" dirty="0">
                <a:solidFill>
                  <a:srgbClr val="004AAD"/>
                </a:solidFill>
                <a:latin typeface="Montserrat"/>
                <a:ea typeface="Montserrat"/>
                <a:cs typeface="Montserrat"/>
                <a:sym typeface="Montserrat"/>
              </a:rPr>
              <a:t>:</a:t>
            </a:r>
          </a:p>
          <a:p>
            <a:pPr marL="292100" marR="0" lvl="0" indent="-285750" algn="just" rtl="0">
              <a:lnSpc>
                <a:spcPct val="150000"/>
              </a:lnSpc>
              <a:spcBef>
                <a:spcPts val="0"/>
              </a:spcBef>
              <a:spcAft>
                <a:spcPts val="0"/>
              </a:spcAft>
              <a:buClr>
                <a:srgbClr val="004AAD"/>
              </a:buClr>
              <a:buSzPts val="2000"/>
              <a:buFont typeface="Wingdings" panose="05000000000000000000" pitchFamily="2" charset="2"/>
              <a:buChar char="ü"/>
            </a:pPr>
            <a:r>
              <a:rPr lang="en-US" sz="1800" b="0" i="0" u="none" strike="noStrike" cap="none" dirty="0">
                <a:solidFill>
                  <a:srgbClr val="004AAD"/>
                </a:solidFill>
                <a:latin typeface="Montserrat"/>
                <a:ea typeface="Montserrat"/>
                <a:cs typeface="Montserrat"/>
                <a:sym typeface="Montserrat"/>
              </a:rPr>
              <a:t>Documentation Accuracy: Ensure all records are current, complete and accurately reflect operations.</a:t>
            </a:r>
          </a:p>
          <a:p>
            <a:pPr marL="292100" marR="0" lvl="0" indent="-285750" algn="just" rtl="0">
              <a:lnSpc>
                <a:spcPct val="150000"/>
              </a:lnSpc>
              <a:spcBef>
                <a:spcPts val="0"/>
              </a:spcBef>
              <a:spcAft>
                <a:spcPts val="0"/>
              </a:spcAft>
              <a:buClr>
                <a:srgbClr val="004AAD"/>
              </a:buClr>
              <a:buSzPts val="2000"/>
              <a:buFont typeface="Wingdings" panose="05000000000000000000" pitchFamily="2" charset="2"/>
              <a:buChar char="ü"/>
            </a:pPr>
            <a:r>
              <a:rPr lang="en-US" sz="1800" b="0" i="0" u="none" strike="noStrike" cap="none" dirty="0">
                <a:solidFill>
                  <a:srgbClr val="004AAD"/>
                </a:solidFill>
                <a:latin typeface="Montserrat"/>
                <a:ea typeface="Montserrat"/>
                <a:cs typeface="Montserrat"/>
                <a:sym typeface="Montserrat"/>
              </a:rPr>
              <a:t>Regular Audits: Conduct regular internal audits to identify and correct issues before an FDA inspection.</a:t>
            </a:r>
          </a:p>
          <a:p>
            <a:pPr marL="292100" marR="0" lvl="0" indent="-285750" algn="just" rtl="0">
              <a:lnSpc>
                <a:spcPct val="150000"/>
              </a:lnSpc>
              <a:spcBef>
                <a:spcPts val="0"/>
              </a:spcBef>
              <a:spcAft>
                <a:spcPts val="0"/>
              </a:spcAft>
              <a:buClr>
                <a:srgbClr val="004AAD"/>
              </a:buClr>
              <a:buSzPts val="2000"/>
              <a:buFont typeface="Wingdings" panose="05000000000000000000" pitchFamily="2" charset="2"/>
              <a:buChar char="ü"/>
            </a:pPr>
            <a:r>
              <a:rPr lang="en-US" sz="1800" b="0" i="0" u="none" strike="noStrike" cap="none" dirty="0">
                <a:solidFill>
                  <a:srgbClr val="004AAD"/>
                </a:solidFill>
                <a:latin typeface="Montserrat"/>
                <a:ea typeface="Montserrat"/>
                <a:cs typeface="Montserrat"/>
                <a:sym typeface="Montserrat"/>
              </a:rPr>
              <a:t>Training: Provide ongoing training for employees on SOPs and documentation requirements</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HOW</a:t>
            </a:r>
            <a:r>
              <a:rPr lang="en" sz="2000" b="1" i="0" u="none" strike="noStrike" cap="none" dirty="0">
                <a:solidFill>
                  <a:srgbClr val="004AAD"/>
                </a:solidFill>
                <a:latin typeface="Montserrat"/>
                <a:ea typeface="Montserrat"/>
                <a:cs typeface="Montserrat"/>
                <a:sym typeface="Montserrat"/>
              </a:rPr>
              <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274049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30"/>
          <p:cNvCxnSpPr/>
          <p:nvPr/>
        </p:nvCxnSpPr>
        <p:spPr>
          <a:xfrm>
            <a:off x="5925030" y="316766"/>
            <a:ext cx="3219000" cy="0"/>
          </a:xfrm>
          <a:prstGeom prst="straightConnector1">
            <a:avLst/>
          </a:prstGeom>
          <a:noFill/>
          <a:ln w="28575" cap="flat" cmpd="sng">
            <a:solidFill>
              <a:srgbClr val="2254C5"/>
            </a:solidFill>
            <a:prstDash val="solid"/>
            <a:round/>
            <a:headEnd type="none" w="sm" len="sm"/>
            <a:tailEnd type="none" w="sm" len="sm"/>
          </a:ln>
        </p:spPr>
      </p:cxnSp>
      <p:sp>
        <p:nvSpPr>
          <p:cNvPr id="192" name="Google Shape;192;p30"/>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pic>
        <p:nvPicPr>
          <p:cNvPr id="193" name="Google Shape;193;p30"/>
          <p:cNvPicPr preferRelativeResize="0"/>
          <p:nvPr/>
        </p:nvPicPr>
        <p:blipFill rotWithShape="1">
          <a:blip r:embed="rId4">
            <a:alphaModFix/>
          </a:blip>
          <a:srcRect/>
          <a:stretch/>
        </p:blipFill>
        <p:spPr>
          <a:xfrm>
            <a:off x="7833175" y="4541225"/>
            <a:ext cx="1204824" cy="447850"/>
          </a:xfrm>
          <a:prstGeom prst="rect">
            <a:avLst/>
          </a:prstGeom>
          <a:noFill/>
          <a:ln>
            <a:noFill/>
          </a:ln>
        </p:spPr>
      </p:pic>
      <p:sp>
        <p:nvSpPr>
          <p:cNvPr id="2" name="Google Shape;200;p11">
            <a:extLst>
              <a:ext uri="{FF2B5EF4-FFF2-40B4-BE49-F238E27FC236}">
                <a16:creationId xmlns:a16="http://schemas.microsoft.com/office/drawing/2014/main" id="{00994532-2321-69BA-F997-719D83AB4CB2}"/>
              </a:ext>
            </a:extLst>
          </p:cNvPr>
          <p:cNvSpPr txBox="1"/>
          <p:nvPr/>
        </p:nvSpPr>
        <p:spPr>
          <a:xfrm>
            <a:off x="740714" y="880209"/>
            <a:ext cx="76356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u="none" strike="noStrike" cap="none" dirty="0">
                <a:solidFill>
                  <a:srgbClr val="004AAD"/>
                </a:solidFill>
                <a:latin typeface="Montserrat"/>
                <a:ea typeface="Montserrat"/>
                <a:cs typeface="Montserrat"/>
                <a:sym typeface="Montserrat"/>
              </a:rPr>
              <a:t>FDA Onsite Investigation: Records/Document Review</a:t>
            </a:r>
          </a:p>
        </p:txBody>
      </p:sp>
      <p:sp>
        <p:nvSpPr>
          <p:cNvPr id="3" name="Google Shape;201;p11">
            <a:extLst>
              <a:ext uri="{FF2B5EF4-FFF2-40B4-BE49-F238E27FC236}">
                <a16:creationId xmlns:a16="http://schemas.microsoft.com/office/drawing/2014/main" id="{5FEE8076-A939-38E0-C982-5D8D4B92F355}"/>
              </a:ext>
            </a:extLst>
          </p:cNvPr>
          <p:cNvSpPr txBox="1"/>
          <p:nvPr/>
        </p:nvSpPr>
        <p:spPr>
          <a:xfrm>
            <a:off x="380448" y="1273087"/>
            <a:ext cx="7957031" cy="2677626"/>
          </a:xfrm>
          <a:prstGeom prst="rect">
            <a:avLst/>
          </a:prstGeom>
          <a:noFill/>
          <a:ln>
            <a:noFill/>
          </a:ln>
        </p:spPr>
        <p:txBody>
          <a:bodyPr spcFirstLastPara="1" wrap="square" lIns="91425" tIns="91425" rIns="91425" bIns="91425" anchor="t" anchorCtr="0">
            <a:spAutoFit/>
          </a:bodyPr>
          <a:lstStyle/>
          <a:p>
            <a:pPr marL="457200" marR="0" lvl="0" indent="-450850" algn="just" rtl="0">
              <a:lnSpc>
                <a:spcPct val="150000"/>
              </a:lnSpc>
              <a:spcBef>
                <a:spcPts val="0"/>
              </a:spcBef>
              <a:spcAft>
                <a:spcPts val="0"/>
              </a:spcAft>
              <a:buClr>
                <a:srgbClr val="004AAD"/>
              </a:buClr>
              <a:buSzPts val="2000"/>
              <a:buFont typeface="Arial" panose="020B0604020202020204" pitchFamily="34" charset="0"/>
              <a:buChar char="•"/>
            </a:pPr>
            <a:r>
              <a:rPr lang="en-US" sz="1800" b="1" dirty="0">
                <a:solidFill>
                  <a:srgbClr val="004AAD"/>
                </a:solidFill>
                <a:latin typeface="Montserrat"/>
                <a:ea typeface="Montserrat"/>
                <a:cs typeface="Montserrat"/>
                <a:sym typeface="Montserrat"/>
              </a:rPr>
              <a:t>Best Practices</a:t>
            </a:r>
            <a:r>
              <a:rPr lang="en-US" sz="1800" b="1" i="0" u="none" strike="noStrike" cap="none" dirty="0">
                <a:solidFill>
                  <a:srgbClr val="004AAD"/>
                </a:solidFill>
                <a:latin typeface="Montserrat"/>
                <a:ea typeface="Montserrat"/>
                <a:cs typeface="Montserrat"/>
                <a:sym typeface="Montserrat"/>
              </a:rPr>
              <a:t>:</a:t>
            </a:r>
          </a:p>
          <a:p>
            <a:pPr marL="292100" marR="0" lvl="0" indent="-285750" algn="just" rtl="0">
              <a:lnSpc>
                <a:spcPct val="150000"/>
              </a:lnSpc>
              <a:spcBef>
                <a:spcPts val="0"/>
              </a:spcBef>
              <a:spcAft>
                <a:spcPts val="0"/>
              </a:spcAft>
              <a:buClr>
                <a:srgbClr val="004AAD"/>
              </a:buClr>
              <a:buSzPts val="2000"/>
              <a:buFont typeface="Wingdings" panose="05000000000000000000" pitchFamily="2" charset="2"/>
              <a:buChar char="ü"/>
            </a:pPr>
            <a:r>
              <a:rPr lang="en-US" sz="1800" b="0" i="0" u="none" strike="noStrike" cap="none" dirty="0">
                <a:solidFill>
                  <a:srgbClr val="004AAD"/>
                </a:solidFill>
                <a:latin typeface="Montserrat"/>
                <a:ea typeface="Montserrat"/>
                <a:cs typeface="Montserrat"/>
                <a:sym typeface="Montserrat"/>
              </a:rPr>
              <a:t>Record Organization: Maintain organized and easily retrievable records to facilitate a smooth review process.</a:t>
            </a:r>
          </a:p>
          <a:p>
            <a:pPr marL="292100" marR="0" lvl="0" indent="-285750" algn="just" rtl="0">
              <a:lnSpc>
                <a:spcPct val="150000"/>
              </a:lnSpc>
              <a:spcBef>
                <a:spcPts val="0"/>
              </a:spcBef>
              <a:spcAft>
                <a:spcPts val="0"/>
              </a:spcAft>
              <a:buClr>
                <a:srgbClr val="004AAD"/>
              </a:buClr>
              <a:buSzPts val="2000"/>
              <a:buFont typeface="Wingdings" panose="05000000000000000000" pitchFamily="2" charset="2"/>
              <a:buChar char="ü"/>
            </a:pPr>
            <a:r>
              <a:rPr lang="en-US" sz="1800" b="0" i="0" u="none" strike="noStrike" cap="none" dirty="0">
                <a:solidFill>
                  <a:srgbClr val="004AAD"/>
                </a:solidFill>
                <a:latin typeface="Montserrat"/>
                <a:ea typeface="Montserrat"/>
                <a:cs typeface="Montserrat"/>
                <a:sym typeface="Montserrat"/>
              </a:rPr>
              <a:t>Proactive Issue Resolution: Address potential compliance issues proactively to prevent them from becoming significant problems during an FDA inspection.</a:t>
            </a:r>
          </a:p>
        </p:txBody>
      </p:sp>
      <p:sp>
        <p:nvSpPr>
          <p:cNvPr id="4" name="Google Shape;208;p12">
            <a:extLst>
              <a:ext uri="{FF2B5EF4-FFF2-40B4-BE49-F238E27FC236}">
                <a16:creationId xmlns:a16="http://schemas.microsoft.com/office/drawing/2014/main" id="{480E6FD9-2F3C-391B-4A41-C84B74454465}"/>
              </a:ext>
            </a:extLst>
          </p:cNvPr>
          <p:cNvSpPr txBox="1"/>
          <p:nvPr/>
        </p:nvSpPr>
        <p:spPr>
          <a:xfrm>
            <a:off x="373620" y="314570"/>
            <a:ext cx="58638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600"/>
              <a:buFont typeface="Arial"/>
              <a:buNone/>
            </a:pPr>
            <a:r>
              <a:rPr lang="en" sz="2000" b="1" dirty="0">
                <a:solidFill>
                  <a:srgbClr val="004AAD"/>
                </a:solidFill>
                <a:latin typeface="Montserrat"/>
                <a:ea typeface="Montserrat"/>
                <a:cs typeface="Montserrat"/>
                <a:sym typeface="Montserrat"/>
              </a:rPr>
              <a:t>The HOW</a:t>
            </a:r>
            <a:r>
              <a:rPr lang="en" sz="2000" b="1" i="0" u="none" strike="noStrike" cap="none" dirty="0">
                <a:solidFill>
                  <a:srgbClr val="004AAD"/>
                </a:solidFill>
                <a:latin typeface="Montserrat"/>
                <a:ea typeface="Montserrat"/>
                <a:cs typeface="Montserrat"/>
                <a:sym typeface="Montserrat"/>
              </a:rPr>
              <a:t>? </a:t>
            </a:r>
            <a:endParaRPr sz="2000" b="1" i="0" u="none" strike="noStrike" cap="none" dirty="0">
              <a:solidFill>
                <a:srgbClr val="004AAD"/>
              </a:solidFill>
              <a:latin typeface="Montserrat"/>
              <a:ea typeface="Montserrat"/>
              <a:cs typeface="Montserrat"/>
              <a:sym typeface="Montserrat"/>
            </a:endParaRPr>
          </a:p>
        </p:txBody>
      </p:sp>
    </p:spTree>
    <p:extLst>
      <p:ext uri="{BB962C8B-B14F-4D97-AF65-F5344CB8AC3E}">
        <p14:creationId xmlns:p14="http://schemas.microsoft.com/office/powerpoint/2010/main" val="573639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cxnSp>
        <p:nvCxnSpPr>
          <p:cNvPr id="207" name="Google Shape;207;p32"/>
          <p:cNvCxnSpPr/>
          <p:nvPr/>
        </p:nvCxnSpPr>
        <p:spPr>
          <a:xfrm>
            <a:off x="6493575" y="308175"/>
            <a:ext cx="2650500" cy="8700"/>
          </a:xfrm>
          <a:prstGeom prst="straightConnector1">
            <a:avLst/>
          </a:prstGeom>
          <a:noFill/>
          <a:ln w="28575" cap="flat" cmpd="sng">
            <a:solidFill>
              <a:srgbClr val="2254C5"/>
            </a:solidFill>
            <a:prstDash val="solid"/>
            <a:round/>
            <a:headEnd type="none" w="sm" len="sm"/>
            <a:tailEnd type="none" w="sm" len="sm"/>
          </a:ln>
        </p:spPr>
      </p:cxnSp>
      <p:sp>
        <p:nvSpPr>
          <p:cNvPr id="208" name="Google Shape;208;p32"/>
          <p:cNvSpPr txBox="1"/>
          <p:nvPr/>
        </p:nvSpPr>
        <p:spPr>
          <a:xfrm>
            <a:off x="457200" y="487556"/>
            <a:ext cx="8432100" cy="3348609"/>
          </a:xfrm>
          <a:prstGeom prst="rect">
            <a:avLst/>
          </a:prstGeom>
          <a:noFill/>
          <a:ln>
            <a:noFill/>
          </a:ln>
        </p:spPr>
        <p:txBody>
          <a:bodyPr spcFirstLastPara="1" wrap="square" lIns="0" tIns="0" rIns="0" bIns="0" anchor="t" anchorCtr="0">
            <a:spAutoFit/>
          </a:bodyPr>
          <a:lstStyle/>
          <a:p>
            <a:pPr marL="0" lvl="0" indent="0" algn="l" rtl="0">
              <a:lnSpc>
                <a:spcPct val="160024"/>
              </a:lnSpc>
              <a:spcBef>
                <a:spcPts val="0"/>
              </a:spcBef>
              <a:spcAft>
                <a:spcPts val="0"/>
              </a:spcAft>
              <a:buNone/>
            </a:pPr>
            <a:endParaRPr sz="1600" dirty="0">
              <a:solidFill>
                <a:srgbClr val="2254C5"/>
              </a:solidFill>
              <a:latin typeface="Montserrat"/>
              <a:ea typeface="Montserrat"/>
              <a:cs typeface="Montserrat"/>
              <a:sym typeface="Montserrat"/>
            </a:endParaRPr>
          </a:p>
          <a:p>
            <a:pPr marL="457200" lvl="0" indent="-317500" algn="l" rtl="0">
              <a:lnSpc>
                <a:spcPct val="160024"/>
              </a:lnSpc>
              <a:spcBef>
                <a:spcPts val="0"/>
              </a:spcBef>
              <a:spcAft>
                <a:spcPts val="0"/>
              </a:spcAft>
              <a:buClr>
                <a:srgbClr val="2254C5"/>
              </a:buClr>
              <a:buSzPts val="1400"/>
              <a:buFont typeface="Montserrat"/>
              <a:buAutoNum type="arabicPeriod"/>
            </a:pPr>
            <a:r>
              <a:rPr lang="en" sz="1500" u="sng" dirty="0">
                <a:solidFill>
                  <a:srgbClr val="2254C5"/>
                </a:solidFill>
                <a:latin typeface="Montserrat"/>
                <a:ea typeface="Montserrat"/>
                <a:cs typeface="Montserrat"/>
                <a:sym typeface="Montserrat"/>
              </a:rPr>
              <a:t>Food Defense Plan </a:t>
            </a:r>
            <a:r>
              <a:rPr lang="en" sz="1500" dirty="0">
                <a:solidFill>
                  <a:srgbClr val="2254C5"/>
                </a:solidFill>
                <a:latin typeface="Montserrat"/>
                <a:ea typeface="Montserrat"/>
                <a:cs typeface="Montserrat"/>
                <a:sym typeface="Montserrat"/>
              </a:rPr>
              <a:t>- </a:t>
            </a:r>
            <a:r>
              <a:rPr lang="en-US" sz="1500" dirty="0">
                <a:solidFill>
                  <a:srgbClr val="2254C5"/>
                </a:solidFill>
                <a:latin typeface="Montserrat"/>
                <a:ea typeface="Montserrat"/>
                <a:cs typeface="Montserrat"/>
                <a:sym typeface="Montserrat"/>
              </a:rPr>
              <a:t>Consider your perspective from two angles: as an outsider trying to gain access to your company's resources and as a colleague who might pose a threat from within. The latter could be due to personal grievances with senior management or dissatisfaction with company processes</a:t>
            </a:r>
            <a:r>
              <a:rPr lang="en" sz="1500" dirty="0">
                <a:solidFill>
                  <a:srgbClr val="2254C5"/>
                </a:solidFill>
                <a:latin typeface="Montserrat"/>
                <a:ea typeface="Montserrat"/>
                <a:cs typeface="Montserrat"/>
                <a:sym typeface="Montserrat"/>
              </a:rPr>
              <a:t>.</a:t>
            </a:r>
          </a:p>
          <a:p>
            <a:pPr marL="139700" lvl="0" algn="l" rtl="0">
              <a:lnSpc>
                <a:spcPct val="160024"/>
              </a:lnSpc>
              <a:spcBef>
                <a:spcPts val="0"/>
              </a:spcBef>
              <a:spcAft>
                <a:spcPts val="0"/>
              </a:spcAft>
              <a:buClr>
                <a:srgbClr val="2254C5"/>
              </a:buClr>
              <a:buSzPts val="1400"/>
            </a:pPr>
            <a:endParaRPr sz="1500" dirty="0">
              <a:solidFill>
                <a:srgbClr val="2254C5"/>
              </a:solidFill>
              <a:latin typeface="Montserrat"/>
              <a:ea typeface="Montserrat"/>
              <a:cs typeface="Montserrat"/>
              <a:sym typeface="Montserrat"/>
            </a:endParaRPr>
          </a:p>
          <a:p>
            <a:pPr marL="482600" lvl="0" indent="-342900" algn="l" rtl="0">
              <a:lnSpc>
                <a:spcPct val="160024"/>
              </a:lnSpc>
              <a:spcBef>
                <a:spcPts val="0"/>
              </a:spcBef>
              <a:spcAft>
                <a:spcPts val="0"/>
              </a:spcAft>
              <a:buClr>
                <a:srgbClr val="2254C5"/>
              </a:buClr>
              <a:buSzPts val="1400"/>
              <a:buFont typeface="+mj-lt"/>
              <a:buAutoNum type="arabicPeriod" startAt="2"/>
            </a:pPr>
            <a:r>
              <a:rPr lang="en" sz="1500" u="sng" dirty="0">
                <a:solidFill>
                  <a:srgbClr val="2254C5"/>
                </a:solidFill>
                <a:latin typeface="Montserrat"/>
                <a:ea typeface="Montserrat"/>
                <a:cs typeface="Montserrat"/>
                <a:sym typeface="Montserrat"/>
              </a:rPr>
              <a:t>Formulation</a:t>
            </a:r>
            <a:r>
              <a:rPr lang="en" sz="1500" dirty="0">
                <a:solidFill>
                  <a:srgbClr val="2254C5"/>
                </a:solidFill>
                <a:latin typeface="Montserrat"/>
                <a:ea typeface="Montserrat"/>
                <a:cs typeface="Montserrat"/>
                <a:sym typeface="Montserrat"/>
              </a:rPr>
              <a:t> - </a:t>
            </a:r>
            <a:r>
              <a:rPr lang="en-US" sz="1500" dirty="0">
                <a:solidFill>
                  <a:srgbClr val="2254C5"/>
                </a:solidFill>
                <a:latin typeface="Montserrat"/>
                <a:ea typeface="Montserrat"/>
                <a:cs typeface="Montserrat"/>
                <a:sym typeface="Montserrat"/>
              </a:rPr>
              <a:t>If the FDA investigator requests the product formulation, it means the FDA is verifying the process, ingredient quantities, and the personnel who verified these aspects</a:t>
            </a:r>
            <a:r>
              <a:rPr lang="en" sz="1500" dirty="0">
                <a:solidFill>
                  <a:srgbClr val="2254C5"/>
                </a:solidFill>
                <a:latin typeface="Montserrat"/>
                <a:ea typeface="Montserrat"/>
                <a:cs typeface="Montserrat"/>
                <a:sym typeface="Montserrat"/>
              </a:rPr>
              <a:t>.</a:t>
            </a:r>
            <a:endParaRPr sz="1500" dirty="0">
              <a:solidFill>
                <a:srgbClr val="2254C5"/>
              </a:solidFill>
              <a:latin typeface="Montserrat"/>
              <a:ea typeface="Montserrat"/>
              <a:cs typeface="Montserrat"/>
              <a:sym typeface="Montserrat"/>
            </a:endParaRPr>
          </a:p>
        </p:txBody>
      </p:sp>
      <p:sp>
        <p:nvSpPr>
          <p:cNvPr id="209" name="Google Shape;209;p32"/>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sp>
        <p:nvSpPr>
          <p:cNvPr id="210" name="Google Shape;210;p32"/>
          <p:cNvSpPr txBox="1"/>
          <p:nvPr/>
        </p:nvSpPr>
        <p:spPr>
          <a:xfrm>
            <a:off x="867678" y="201350"/>
            <a:ext cx="5435021" cy="307777"/>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2000" b="1" dirty="0">
                <a:solidFill>
                  <a:srgbClr val="004AAD"/>
                </a:solidFill>
                <a:latin typeface="Montserrat"/>
                <a:ea typeface="Montserrat"/>
                <a:cs typeface="Montserrat"/>
                <a:sym typeface="Montserrat"/>
              </a:rPr>
              <a:t>TIPS</a:t>
            </a:r>
            <a:endParaRPr sz="2000" b="1" dirty="0">
              <a:solidFill>
                <a:srgbClr val="004AAD"/>
              </a:solidFill>
              <a:latin typeface="Montserrat"/>
              <a:ea typeface="Montserrat"/>
              <a:cs typeface="Montserrat"/>
              <a:sym typeface="Montserrat"/>
            </a:endParaRPr>
          </a:p>
        </p:txBody>
      </p:sp>
      <p:pic>
        <p:nvPicPr>
          <p:cNvPr id="211" name="Google Shape;211;p32"/>
          <p:cNvPicPr preferRelativeResize="0"/>
          <p:nvPr/>
        </p:nvPicPr>
        <p:blipFill rotWithShape="1">
          <a:blip r:embed="rId4">
            <a:alphaModFix/>
          </a:blip>
          <a:srcRect/>
          <a:stretch/>
        </p:blipFill>
        <p:spPr>
          <a:xfrm>
            <a:off x="7833175" y="4541225"/>
            <a:ext cx="1204824" cy="447850"/>
          </a:xfrm>
          <a:prstGeom prst="rect">
            <a:avLst/>
          </a:prstGeom>
          <a:noFill/>
          <a:ln>
            <a:noFill/>
          </a:ln>
        </p:spPr>
      </p:pic>
      <p:pic>
        <p:nvPicPr>
          <p:cNvPr id="3" name="Graphic 2" descr="Lightbulb">
            <a:extLst>
              <a:ext uri="{FF2B5EF4-FFF2-40B4-BE49-F238E27FC236}">
                <a16:creationId xmlns:a16="http://schemas.microsoft.com/office/drawing/2014/main" id="{8D6E58B4-2B1D-6B1B-0E74-44292E943E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2356" y="201350"/>
            <a:ext cx="360000" cy="36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cxnSp>
        <p:nvCxnSpPr>
          <p:cNvPr id="207" name="Google Shape;207;p32"/>
          <p:cNvCxnSpPr/>
          <p:nvPr/>
        </p:nvCxnSpPr>
        <p:spPr>
          <a:xfrm>
            <a:off x="6493575" y="308175"/>
            <a:ext cx="2650500" cy="8700"/>
          </a:xfrm>
          <a:prstGeom prst="straightConnector1">
            <a:avLst/>
          </a:prstGeom>
          <a:noFill/>
          <a:ln w="28575" cap="flat" cmpd="sng">
            <a:solidFill>
              <a:srgbClr val="2254C5"/>
            </a:solidFill>
            <a:prstDash val="solid"/>
            <a:round/>
            <a:headEnd type="none" w="sm" len="sm"/>
            <a:tailEnd type="none" w="sm" len="sm"/>
          </a:ln>
        </p:spPr>
      </p:cxnSp>
      <p:sp>
        <p:nvSpPr>
          <p:cNvPr id="208" name="Google Shape;208;p32"/>
          <p:cNvSpPr txBox="1"/>
          <p:nvPr/>
        </p:nvSpPr>
        <p:spPr>
          <a:xfrm>
            <a:off x="457200" y="487556"/>
            <a:ext cx="8432100" cy="4431983"/>
          </a:xfrm>
          <a:prstGeom prst="rect">
            <a:avLst/>
          </a:prstGeom>
          <a:noFill/>
          <a:ln>
            <a:noFill/>
          </a:ln>
        </p:spPr>
        <p:txBody>
          <a:bodyPr spcFirstLastPara="1" wrap="square" lIns="0" tIns="0" rIns="0" bIns="0" anchor="t" anchorCtr="0">
            <a:spAutoFit/>
          </a:bodyPr>
          <a:lstStyle/>
          <a:p>
            <a:pPr marL="0" lvl="0" indent="0" algn="l" rtl="0">
              <a:lnSpc>
                <a:spcPct val="160024"/>
              </a:lnSpc>
              <a:spcBef>
                <a:spcPts val="0"/>
              </a:spcBef>
              <a:spcAft>
                <a:spcPts val="0"/>
              </a:spcAft>
              <a:buNone/>
            </a:pPr>
            <a:endParaRPr sz="1500" dirty="0">
              <a:solidFill>
                <a:srgbClr val="2254C5"/>
              </a:solidFill>
              <a:latin typeface="Montserrat"/>
              <a:ea typeface="Montserrat"/>
              <a:cs typeface="Montserrat"/>
              <a:sym typeface="Montserrat"/>
            </a:endParaRPr>
          </a:p>
          <a:p>
            <a:pPr marL="482600" lvl="0" indent="-342900" algn="l" rtl="0">
              <a:lnSpc>
                <a:spcPct val="160024"/>
              </a:lnSpc>
              <a:spcBef>
                <a:spcPts val="0"/>
              </a:spcBef>
              <a:spcAft>
                <a:spcPts val="0"/>
              </a:spcAft>
              <a:buClr>
                <a:srgbClr val="2254C5"/>
              </a:buClr>
              <a:buSzPts val="1400"/>
              <a:buFont typeface="+mj-lt"/>
              <a:buAutoNum type="arabicPeriod" startAt="3"/>
            </a:pPr>
            <a:r>
              <a:rPr lang="en-US" sz="1500" u="sng" dirty="0">
                <a:solidFill>
                  <a:srgbClr val="2254C5"/>
                </a:solidFill>
                <a:latin typeface="Montserrat"/>
                <a:ea typeface="Montserrat"/>
                <a:cs typeface="Montserrat"/>
                <a:sym typeface="Montserrat"/>
              </a:rPr>
              <a:t>Monitoring with measurement </a:t>
            </a:r>
            <a:r>
              <a:rPr lang="en-US" sz="1500" dirty="0">
                <a:solidFill>
                  <a:srgbClr val="2254C5"/>
                </a:solidFill>
                <a:latin typeface="Montserrat"/>
                <a:ea typeface="Montserrat"/>
                <a:cs typeface="Montserrat"/>
                <a:sym typeface="Montserrat"/>
              </a:rPr>
              <a:t>– For time and temperature-sensitive items, ensure that input data is available</a:t>
            </a:r>
            <a:r>
              <a:rPr lang="en" sz="1500" dirty="0">
                <a:solidFill>
                  <a:srgbClr val="2254C5"/>
                </a:solidFill>
                <a:latin typeface="Montserrat"/>
                <a:ea typeface="Montserrat"/>
                <a:cs typeface="Montserrat"/>
                <a:sym typeface="Montserrat"/>
              </a:rPr>
              <a:t>.</a:t>
            </a:r>
          </a:p>
          <a:p>
            <a:pPr marL="139700" lvl="0" algn="l" rtl="0">
              <a:lnSpc>
                <a:spcPct val="160024"/>
              </a:lnSpc>
              <a:spcBef>
                <a:spcPts val="0"/>
              </a:spcBef>
              <a:spcAft>
                <a:spcPts val="0"/>
              </a:spcAft>
              <a:buClr>
                <a:srgbClr val="2254C5"/>
              </a:buClr>
              <a:buSzPts val="1400"/>
            </a:pPr>
            <a:endParaRPr sz="1500" dirty="0">
              <a:solidFill>
                <a:srgbClr val="2254C5"/>
              </a:solidFill>
              <a:latin typeface="Montserrat"/>
              <a:ea typeface="Montserrat"/>
              <a:cs typeface="Montserrat"/>
              <a:sym typeface="Montserrat"/>
            </a:endParaRPr>
          </a:p>
          <a:p>
            <a:pPr marL="482600" lvl="0" indent="-342900" algn="l" rtl="0">
              <a:lnSpc>
                <a:spcPct val="160024"/>
              </a:lnSpc>
              <a:spcBef>
                <a:spcPts val="0"/>
              </a:spcBef>
              <a:spcAft>
                <a:spcPts val="0"/>
              </a:spcAft>
              <a:buClr>
                <a:srgbClr val="2254C5"/>
              </a:buClr>
              <a:buSzPts val="1400"/>
              <a:buFont typeface="+mj-lt"/>
              <a:buAutoNum type="arabicPeriod" startAt="4"/>
            </a:pPr>
            <a:r>
              <a:rPr lang="en-PH" sz="1500" u="sng" dirty="0">
                <a:solidFill>
                  <a:srgbClr val="2254C5"/>
                </a:solidFill>
                <a:latin typeface="Montserrat"/>
                <a:ea typeface="Montserrat"/>
                <a:cs typeface="Montserrat"/>
                <a:sym typeface="Montserrat"/>
              </a:rPr>
              <a:t>Records Submission </a:t>
            </a:r>
            <a:r>
              <a:rPr lang="en-PH" sz="1500" dirty="0">
                <a:solidFill>
                  <a:srgbClr val="2254C5"/>
                </a:solidFill>
                <a:latin typeface="Montserrat"/>
                <a:ea typeface="Montserrat"/>
                <a:cs typeface="Montserrat"/>
                <a:sym typeface="Montserrat"/>
              </a:rPr>
              <a:t>- </a:t>
            </a:r>
            <a:r>
              <a:rPr lang="en-US" sz="1500" dirty="0">
                <a:solidFill>
                  <a:srgbClr val="2254C5"/>
                </a:solidFill>
                <a:latin typeface="Montserrat"/>
                <a:ea typeface="Montserrat"/>
                <a:cs typeface="Montserrat"/>
                <a:sym typeface="Montserrat"/>
              </a:rPr>
              <a:t>Seek approval from senior management or the legal team, and incorporate the process into the internal policy</a:t>
            </a:r>
            <a:r>
              <a:rPr lang="en" sz="1500" dirty="0">
                <a:solidFill>
                  <a:srgbClr val="2254C5"/>
                </a:solidFill>
                <a:latin typeface="Montserrat"/>
                <a:ea typeface="Montserrat"/>
                <a:cs typeface="Montserrat"/>
                <a:sym typeface="Montserrat"/>
              </a:rPr>
              <a:t>.</a:t>
            </a:r>
          </a:p>
          <a:p>
            <a:pPr marL="139700" lvl="0" algn="l" rtl="0">
              <a:lnSpc>
                <a:spcPct val="160024"/>
              </a:lnSpc>
              <a:spcBef>
                <a:spcPts val="0"/>
              </a:spcBef>
              <a:spcAft>
                <a:spcPts val="0"/>
              </a:spcAft>
              <a:buClr>
                <a:srgbClr val="2254C5"/>
              </a:buClr>
              <a:buSzPts val="1400"/>
            </a:pPr>
            <a:endParaRPr sz="1500" dirty="0">
              <a:solidFill>
                <a:srgbClr val="2254C5"/>
              </a:solidFill>
              <a:latin typeface="Montserrat"/>
              <a:ea typeface="Montserrat"/>
              <a:cs typeface="Montserrat"/>
              <a:sym typeface="Montserrat"/>
            </a:endParaRPr>
          </a:p>
          <a:p>
            <a:pPr marL="482600" lvl="0" indent="-342900" algn="l" rtl="0">
              <a:lnSpc>
                <a:spcPct val="160024"/>
              </a:lnSpc>
              <a:spcBef>
                <a:spcPts val="0"/>
              </a:spcBef>
              <a:spcAft>
                <a:spcPts val="0"/>
              </a:spcAft>
              <a:buClr>
                <a:srgbClr val="2254C5"/>
              </a:buClr>
              <a:buSzPts val="1400"/>
              <a:buFont typeface="+mj-lt"/>
              <a:buAutoNum type="arabicPeriod" startAt="5"/>
            </a:pPr>
            <a:r>
              <a:rPr lang="en-US" sz="1500" u="sng" dirty="0">
                <a:solidFill>
                  <a:srgbClr val="2254C5"/>
                </a:solidFill>
                <a:latin typeface="Montserrat"/>
                <a:ea typeface="Montserrat"/>
                <a:cs typeface="Montserrat"/>
                <a:sym typeface="Montserrat"/>
              </a:rPr>
              <a:t>Records Review </a:t>
            </a:r>
            <a:r>
              <a:rPr lang="en-US" sz="1500" dirty="0">
                <a:solidFill>
                  <a:srgbClr val="2254C5"/>
                </a:solidFill>
                <a:latin typeface="Montserrat"/>
                <a:ea typeface="Montserrat"/>
                <a:cs typeface="Montserrat"/>
                <a:sym typeface="Montserrat"/>
              </a:rPr>
              <a:t>– Conducted in a specific, designated, or secured area, with auditors being escorted and accompanied by authorized company personnel. Do not leave records unattended; keep them organized, answer questions directly, and present the necessary evidence</a:t>
            </a:r>
            <a:r>
              <a:rPr lang="en" sz="1500" dirty="0">
                <a:solidFill>
                  <a:srgbClr val="2254C5"/>
                </a:solidFill>
                <a:latin typeface="Montserrat"/>
                <a:ea typeface="Montserrat"/>
                <a:cs typeface="Montserrat"/>
                <a:sym typeface="Montserrat"/>
              </a:rPr>
              <a:t>.</a:t>
            </a:r>
            <a:endParaRPr sz="1500" dirty="0">
              <a:solidFill>
                <a:srgbClr val="2254C5"/>
              </a:solidFill>
              <a:latin typeface="Montserrat"/>
              <a:ea typeface="Montserrat"/>
              <a:cs typeface="Montserrat"/>
              <a:sym typeface="Montserrat"/>
            </a:endParaRPr>
          </a:p>
          <a:p>
            <a:pPr marL="0" lvl="0" indent="0" algn="l" rtl="0">
              <a:lnSpc>
                <a:spcPct val="160024"/>
              </a:lnSpc>
              <a:spcBef>
                <a:spcPts val="0"/>
              </a:spcBef>
              <a:spcAft>
                <a:spcPts val="0"/>
              </a:spcAft>
              <a:buNone/>
            </a:pPr>
            <a:endParaRPr sz="1500" dirty="0">
              <a:solidFill>
                <a:srgbClr val="2254C5"/>
              </a:solidFill>
              <a:latin typeface="Montserrat"/>
              <a:ea typeface="Montserrat"/>
              <a:cs typeface="Montserrat"/>
              <a:sym typeface="Montserrat"/>
            </a:endParaRPr>
          </a:p>
        </p:txBody>
      </p:sp>
      <p:sp>
        <p:nvSpPr>
          <p:cNvPr id="209" name="Google Shape;209;p32"/>
          <p:cNvSpPr/>
          <p:nvPr/>
        </p:nvSpPr>
        <p:spPr>
          <a:xfrm>
            <a:off x="572438" y="4711700"/>
            <a:ext cx="3745018" cy="2400128"/>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3">
              <a:alphaModFix/>
            </a:blip>
            <a:stretch>
              <a:fillRect/>
            </a:stretch>
          </a:blipFill>
          <a:ln>
            <a:noFill/>
          </a:ln>
        </p:spPr>
      </p:sp>
      <p:sp>
        <p:nvSpPr>
          <p:cNvPr id="210" name="Google Shape;210;p32"/>
          <p:cNvSpPr txBox="1"/>
          <p:nvPr/>
        </p:nvSpPr>
        <p:spPr>
          <a:xfrm>
            <a:off x="867678" y="201350"/>
            <a:ext cx="5435021" cy="307777"/>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2000" b="1" dirty="0">
                <a:solidFill>
                  <a:srgbClr val="004AAD"/>
                </a:solidFill>
                <a:latin typeface="Montserrat"/>
                <a:ea typeface="Montserrat"/>
                <a:cs typeface="Montserrat"/>
                <a:sym typeface="Montserrat"/>
              </a:rPr>
              <a:t>TIPS</a:t>
            </a:r>
            <a:endParaRPr sz="2000" b="1" dirty="0">
              <a:solidFill>
                <a:srgbClr val="004AAD"/>
              </a:solidFill>
              <a:latin typeface="Montserrat"/>
              <a:ea typeface="Montserrat"/>
              <a:cs typeface="Montserrat"/>
              <a:sym typeface="Montserrat"/>
            </a:endParaRPr>
          </a:p>
        </p:txBody>
      </p:sp>
      <p:pic>
        <p:nvPicPr>
          <p:cNvPr id="211" name="Google Shape;211;p32"/>
          <p:cNvPicPr preferRelativeResize="0"/>
          <p:nvPr/>
        </p:nvPicPr>
        <p:blipFill rotWithShape="1">
          <a:blip r:embed="rId4">
            <a:alphaModFix/>
          </a:blip>
          <a:srcRect/>
          <a:stretch/>
        </p:blipFill>
        <p:spPr>
          <a:xfrm>
            <a:off x="7833175" y="4541225"/>
            <a:ext cx="1204824" cy="447850"/>
          </a:xfrm>
          <a:prstGeom prst="rect">
            <a:avLst/>
          </a:prstGeom>
          <a:noFill/>
          <a:ln>
            <a:noFill/>
          </a:ln>
        </p:spPr>
      </p:pic>
      <p:pic>
        <p:nvPicPr>
          <p:cNvPr id="3" name="Graphic 2" descr="Lightbulb">
            <a:extLst>
              <a:ext uri="{FF2B5EF4-FFF2-40B4-BE49-F238E27FC236}">
                <a16:creationId xmlns:a16="http://schemas.microsoft.com/office/drawing/2014/main" id="{8D6E58B4-2B1D-6B1B-0E74-44292E943E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2356" y="201350"/>
            <a:ext cx="360000" cy="360000"/>
          </a:xfrm>
          <a:prstGeom prst="rect">
            <a:avLst/>
          </a:prstGeom>
        </p:spPr>
      </p:pic>
    </p:spTree>
    <p:extLst>
      <p:ext uri="{BB962C8B-B14F-4D97-AF65-F5344CB8AC3E}">
        <p14:creationId xmlns:p14="http://schemas.microsoft.com/office/powerpoint/2010/main" val="206265672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1219</Words>
  <Application>Microsoft Office PowerPoint</Application>
  <PresentationFormat>On-screen Show (16:9)</PresentationFormat>
  <Paragraphs>105</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Wingdings</vt:lpstr>
      <vt:lpstr>Montserrat</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Consultare Inc. Group</dc:creator>
  <cp:lastModifiedBy>HP</cp:lastModifiedBy>
  <cp:revision>3</cp:revision>
  <dcterms:modified xsi:type="dcterms:W3CDTF">2024-06-29T07:07:43Z</dcterms:modified>
</cp:coreProperties>
</file>