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1" r:id="rId1"/>
  </p:sldMasterIdLst>
  <p:notesMasterIdLst>
    <p:notesMasterId r:id="rId15"/>
  </p:notesMasterIdLst>
  <p:sldIdLst>
    <p:sldId id="256" r:id="rId2"/>
    <p:sldId id="261" r:id="rId3"/>
    <p:sldId id="364" r:id="rId4"/>
    <p:sldId id="365" r:id="rId5"/>
    <p:sldId id="366" r:id="rId6"/>
    <p:sldId id="367" r:id="rId7"/>
    <p:sldId id="368" r:id="rId8"/>
    <p:sldId id="373" r:id="rId9"/>
    <p:sldId id="369" r:id="rId10"/>
    <p:sldId id="370" r:id="rId11"/>
    <p:sldId id="371" r:id="rId12"/>
    <p:sldId id="374" r:id="rId13"/>
    <p:sldId id="372" r:id="rId14"/>
  </p:sldIdLst>
  <p:sldSz cx="9144000" cy="5143500" type="screen16x9"/>
  <p:notesSz cx="6858000" cy="9144000"/>
  <p:embeddedFontLst>
    <p:embeddedFont>
      <p:font typeface="Montserrat" panose="00000500000000000000" pitchFamily="2" charset="0"/>
      <p:regular r:id="rId16"/>
      <p:bold r:id="rId17"/>
      <p:italic r:id="rId18"/>
      <p:boldItalic r:id="rId1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7287BBE2-F8AB-4FFC-AB9A-B3BEF387CB69}">
  <a:tblStyle styleId="{7287BBE2-F8AB-4FFC-AB9A-B3BEF387CB69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3178" autoAdjust="0"/>
  </p:normalViewPr>
  <p:slideViewPr>
    <p:cSldViewPr snapToGrid="0">
      <p:cViewPr varScale="1">
        <p:scale>
          <a:sx n="89" d="100"/>
          <a:sy n="89" d="100"/>
        </p:scale>
        <p:origin x="846" y="66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3.fntdata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4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27099731c88_2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7" name="Google Shape;127;g27099731c88_2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2cbadcde8f6_0_1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  <p:sp>
        <p:nvSpPr>
          <p:cNvPr id="187" name="Google Shape;187;g2cbadcde8f6_0_1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2cbadcde8f6_0_1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  <p:sp>
        <p:nvSpPr>
          <p:cNvPr id="187" name="Google Shape;187;g2cbadcde8f6_0_1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75636167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2cbadcde8f6_0_1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  <p:sp>
        <p:nvSpPr>
          <p:cNvPr id="187" name="Google Shape;187;g2cbadcde8f6_0_1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26029740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2cbadcde8f6_0_1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  <p:sp>
        <p:nvSpPr>
          <p:cNvPr id="187" name="Google Shape;187;g2cbadcde8f6_0_1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08672935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2cbadcde8f6_0_1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  <p:sp>
        <p:nvSpPr>
          <p:cNvPr id="187" name="Google Shape;187;g2cbadcde8f6_0_1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65995333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2cbadcde8f6_0_1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  <p:sp>
        <p:nvSpPr>
          <p:cNvPr id="187" name="Google Shape;187;g2cbadcde8f6_0_1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8967182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2cbadcde8f6_0_1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  <p:sp>
        <p:nvSpPr>
          <p:cNvPr id="187" name="Google Shape;187;g2cbadcde8f6_0_1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51679465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2cbadcde8f6_0_1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  <p:sp>
        <p:nvSpPr>
          <p:cNvPr id="187" name="Google Shape;187;g2cbadcde8f6_0_1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15888236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2cbadcde8f6_0_1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  <p:sp>
        <p:nvSpPr>
          <p:cNvPr id="187" name="Google Shape;187;g2cbadcde8f6_0_1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17750488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2cbadcde8f6_0_1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  <p:sp>
        <p:nvSpPr>
          <p:cNvPr id="187" name="Google Shape;187;g2cbadcde8f6_0_1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73267913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2cbadcde8f6_0_1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  <p:sp>
        <p:nvSpPr>
          <p:cNvPr id="187" name="Google Shape;187;g2cbadcde8f6_0_1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97443691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2cbadcde8f6_0_1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  <p:sp>
        <p:nvSpPr>
          <p:cNvPr id="187" name="Google Shape;187;g2cbadcde8f6_0_1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16756818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4"/>
          <p:cNvSpPr txBox="1">
            <a:spLocks noGrp="1"/>
          </p:cNvSpPr>
          <p:nvPr>
            <p:ph type="dt" idx="10"/>
          </p:nvPr>
        </p:nvSpPr>
        <p:spPr>
          <a:xfrm>
            <a:off x="228600" y="3178175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14"/>
          <p:cNvSpPr txBox="1">
            <a:spLocks noGrp="1"/>
          </p:cNvSpPr>
          <p:nvPr>
            <p:ph type="ftr" idx="11"/>
          </p:nvPr>
        </p:nvSpPr>
        <p:spPr>
          <a:xfrm>
            <a:off x="1562100" y="3178175"/>
            <a:ext cx="1447800" cy="18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14"/>
          <p:cNvSpPr txBox="1">
            <a:spLocks noGrp="1"/>
          </p:cNvSpPr>
          <p:nvPr>
            <p:ph type="sldNum" idx="12"/>
          </p:nvPr>
        </p:nvSpPr>
        <p:spPr>
          <a:xfrm>
            <a:off x="3276600" y="3178175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5"/>
          <p:cNvSpPr txBox="1">
            <a:spLocks noGrp="1"/>
          </p:cNvSpPr>
          <p:nvPr>
            <p:ph type="ctrTitle"/>
          </p:nvPr>
        </p:nvSpPr>
        <p:spPr>
          <a:xfrm>
            <a:off x="342900" y="1065213"/>
            <a:ext cx="3886200" cy="73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rm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15"/>
          <p:cNvSpPr txBox="1">
            <a:spLocks noGrp="1"/>
          </p:cNvSpPr>
          <p:nvPr>
            <p:ph type="subTitle" idx="1"/>
          </p:nvPr>
        </p:nvSpPr>
        <p:spPr>
          <a:xfrm>
            <a:off x="685800" y="1943100"/>
            <a:ext cx="3200400" cy="87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t" anchorCtr="0">
            <a:normAutofit/>
          </a:bodyPr>
          <a:lstStyle>
            <a:lvl1pPr lvl="0" algn="ctr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>
                <a:solidFill>
                  <a:srgbClr val="888888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>
                <a:solidFill>
                  <a:srgbClr val="888888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>
                <a:solidFill>
                  <a:srgbClr val="888888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000"/>
              <a:buNone/>
              <a:defRPr>
                <a:solidFill>
                  <a:srgbClr val="888888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000"/>
              <a:buNone/>
              <a:defRPr>
                <a:solidFill>
                  <a:srgbClr val="888888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000"/>
              <a:buNone/>
              <a:defRPr>
                <a:solidFill>
                  <a:srgbClr val="888888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000"/>
              <a:buNone/>
              <a:defRPr>
                <a:solidFill>
                  <a:srgbClr val="888888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000"/>
              <a:buNone/>
              <a:defRPr>
                <a:solidFill>
                  <a:srgbClr val="888888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63" name="Google Shape;63;p15"/>
          <p:cNvSpPr txBox="1">
            <a:spLocks noGrp="1"/>
          </p:cNvSpPr>
          <p:nvPr>
            <p:ph type="dt" idx="10"/>
          </p:nvPr>
        </p:nvSpPr>
        <p:spPr>
          <a:xfrm>
            <a:off x="228600" y="3178175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15"/>
          <p:cNvSpPr txBox="1">
            <a:spLocks noGrp="1"/>
          </p:cNvSpPr>
          <p:nvPr>
            <p:ph type="ftr" idx="11"/>
          </p:nvPr>
        </p:nvSpPr>
        <p:spPr>
          <a:xfrm>
            <a:off x="1562100" y="3178175"/>
            <a:ext cx="1447800" cy="18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15"/>
          <p:cNvSpPr txBox="1">
            <a:spLocks noGrp="1"/>
          </p:cNvSpPr>
          <p:nvPr>
            <p:ph type="sldNum" idx="12"/>
          </p:nvPr>
        </p:nvSpPr>
        <p:spPr>
          <a:xfrm>
            <a:off x="3276600" y="3178175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6"/>
          <p:cNvSpPr txBox="1">
            <a:spLocks noGrp="1"/>
          </p:cNvSpPr>
          <p:nvPr>
            <p:ph type="title"/>
          </p:nvPr>
        </p:nvSpPr>
        <p:spPr>
          <a:xfrm>
            <a:off x="228600" y="137319"/>
            <a:ext cx="411480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rm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68" name="Google Shape;68;p16"/>
          <p:cNvSpPr txBox="1">
            <a:spLocks noGrp="1"/>
          </p:cNvSpPr>
          <p:nvPr>
            <p:ph type="body" idx="1"/>
          </p:nvPr>
        </p:nvSpPr>
        <p:spPr>
          <a:xfrm>
            <a:off x="228600" y="800100"/>
            <a:ext cx="4114800" cy="226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t" anchorCtr="0">
            <a:normAutofit/>
          </a:bodyPr>
          <a:lstStyle>
            <a:lvl1pPr marL="457200" lvl="0" indent="-28575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1pPr>
            <a:lvl2pPr marL="914400" lvl="1" indent="-28575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–"/>
              <a:defRPr/>
            </a:lvl2pPr>
            <a:lvl3pPr marL="1371600" lvl="2" indent="-28575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3pPr>
            <a:lvl4pPr marL="1828800" lvl="3" indent="-28575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–"/>
              <a:defRPr/>
            </a:lvl4pPr>
            <a:lvl5pPr marL="2286000" lvl="4" indent="-28575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»"/>
              <a:defRPr/>
            </a:lvl5pPr>
            <a:lvl6pPr marL="2743200" lvl="5" indent="-28575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6pPr>
            <a:lvl7pPr marL="3200400" lvl="6" indent="-28575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7pPr>
            <a:lvl8pPr marL="3657600" lvl="7" indent="-28575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8pPr>
            <a:lvl9pPr marL="4114800" lvl="8" indent="-28575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9pPr>
          </a:lstStyle>
          <a:p>
            <a:endParaRPr/>
          </a:p>
        </p:txBody>
      </p:sp>
      <p:sp>
        <p:nvSpPr>
          <p:cNvPr id="69" name="Google Shape;69;p16"/>
          <p:cNvSpPr txBox="1">
            <a:spLocks noGrp="1"/>
          </p:cNvSpPr>
          <p:nvPr>
            <p:ph type="dt" idx="10"/>
          </p:nvPr>
        </p:nvSpPr>
        <p:spPr>
          <a:xfrm>
            <a:off x="228600" y="3178175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6"/>
          <p:cNvSpPr txBox="1">
            <a:spLocks noGrp="1"/>
          </p:cNvSpPr>
          <p:nvPr>
            <p:ph type="ftr" idx="11"/>
          </p:nvPr>
        </p:nvSpPr>
        <p:spPr>
          <a:xfrm>
            <a:off x="1562100" y="3178175"/>
            <a:ext cx="1447800" cy="18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16"/>
          <p:cNvSpPr txBox="1">
            <a:spLocks noGrp="1"/>
          </p:cNvSpPr>
          <p:nvPr>
            <p:ph type="sldNum" idx="12"/>
          </p:nvPr>
        </p:nvSpPr>
        <p:spPr>
          <a:xfrm>
            <a:off x="3276600" y="3178175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7"/>
          <p:cNvSpPr txBox="1">
            <a:spLocks noGrp="1"/>
          </p:cNvSpPr>
          <p:nvPr>
            <p:ph type="title"/>
          </p:nvPr>
        </p:nvSpPr>
        <p:spPr>
          <a:xfrm>
            <a:off x="361156" y="2203450"/>
            <a:ext cx="3886200" cy="6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t" anchorCtr="0">
            <a:norm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 cap="none"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17"/>
          <p:cNvSpPr txBox="1">
            <a:spLocks noGrp="1"/>
          </p:cNvSpPr>
          <p:nvPr>
            <p:ph type="body" idx="1"/>
          </p:nvPr>
        </p:nvSpPr>
        <p:spPr>
          <a:xfrm>
            <a:off x="361156" y="1453357"/>
            <a:ext cx="3886200" cy="75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b" anchorCtr="0">
            <a:normAutofit/>
          </a:bodyPr>
          <a:lstStyle>
            <a:lvl1pPr marL="457200" lvl="0" indent="-22860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000"/>
              <a:buNone/>
              <a:defRPr sz="1000">
                <a:solidFill>
                  <a:srgbClr val="888888"/>
                </a:solidFill>
              </a:defRPr>
            </a:lvl1pPr>
            <a:lvl2pPr marL="914400" lvl="1" indent="-22860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900"/>
              <a:buNone/>
              <a:defRPr sz="900">
                <a:solidFill>
                  <a:srgbClr val="888888"/>
                </a:solidFill>
              </a:defRPr>
            </a:lvl2pPr>
            <a:lvl3pPr marL="1371600" lvl="2" indent="-22860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800"/>
              <a:buNone/>
              <a:defRPr sz="800">
                <a:solidFill>
                  <a:srgbClr val="888888"/>
                </a:solidFill>
              </a:defRPr>
            </a:lvl3pPr>
            <a:lvl4pPr marL="1828800" lvl="3" indent="-228600" algn="l" rtl="0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rgbClr val="888888"/>
              </a:buClr>
              <a:buSzPts val="700"/>
              <a:buNone/>
              <a:defRPr sz="700">
                <a:solidFill>
                  <a:srgbClr val="888888"/>
                </a:solidFill>
              </a:defRPr>
            </a:lvl4pPr>
            <a:lvl5pPr marL="2286000" lvl="4" indent="-228600" algn="l" rtl="0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rgbClr val="888888"/>
              </a:buClr>
              <a:buSzPts val="700"/>
              <a:buNone/>
              <a:defRPr sz="700">
                <a:solidFill>
                  <a:srgbClr val="888888"/>
                </a:solidFill>
              </a:defRPr>
            </a:lvl5pPr>
            <a:lvl6pPr marL="2743200" lvl="5" indent="-228600" algn="l" rtl="0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rgbClr val="888888"/>
              </a:buClr>
              <a:buSzPts val="700"/>
              <a:buNone/>
              <a:defRPr sz="700">
                <a:solidFill>
                  <a:srgbClr val="888888"/>
                </a:solidFill>
              </a:defRPr>
            </a:lvl6pPr>
            <a:lvl7pPr marL="3200400" lvl="6" indent="-228600" algn="l" rtl="0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rgbClr val="888888"/>
              </a:buClr>
              <a:buSzPts val="700"/>
              <a:buNone/>
              <a:defRPr sz="700">
                <a:solidFill>
                  <a:srgbClr val="888888"/>
                </a:solidFill>
              </a:defRPr>
            </a:lvl7pPr>
            <a:lvl8pPr marL="3657600" lvl="7" indent="-228600" algn="l" rtl="0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rgbClr val="888888"/>
              </a:buClr>
              <a:buSzPts val="700"/>
              <a:buNone/>
              <a:defRPr sz="700">
                <a:solidFill>
                  <a:srgbClr val="888888"/>
                </a:solidFill>
              </a:defRPr>
            </a:lvl8pPr>
            <a:lvl9pPr marL="4114800" lvl="8" indent="-228600" algn="l" rtl="0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rgbClr val="888888"/>
              </a:buClr>
              <a:buSzPts val="700"/>
              <a:buNone/>
              <a:defRPr sz="7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75" name="Google Shape;75;p17"/>
          <p:cNvSpPr txBox="1">
            <a:spLocks noGrp="1"/>
          </p:cNvSpPr>
          <p:nvPr>
            <p:ph type="dt" idx="10"/>
          </p:nvPr>
        </p:nvSpPr>
        <p:spPr>
          <a:xfrm>
            <a:off x="228600" y="3178175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7"/>
          <p:cNvSpPr txBox="1">
            <a:spLocks noGrp="1"/>
          </p:cNvSpPr>
          <p:nvPr>
            <p:ph type="ftr" idx="11"/>
          </p:nvPr>
        </p:nvSpPr>
        <p:spPr>
          <a:xfrm>
            <a:off x="1562100" y="3178175"/>
            <a:ext cx="1447800" cy="18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17"/>
          <p:cNvSpPr txBox="1">
            <a:spLocks noGrp="1"/>
          </p:cNvSpPr>
          <p:nvPr>
            <p:ph type="sldNum" idx="12"/>
          </p:nvPr>
        </p:nvSpPr>
        <p:spPr>
          <a:xfrm>
            <a:off x="3276600" y="3178175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8"/>
          <p:cNvSpPr txBox="1">
            <a:spLocks noGrp="1"/>
          </p:cNvSpPr>
          <p:nvPr>
            <p:ph type="title"/>
          </p:nvPr>
        </p:nvSpPr>
        <p:spPr>
          <a:xfrm>
            <a:off x="228600" y="137319"/>
            <a:ext cx="411480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rm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18"/>
          <p:cNvSpPr txBox="1">
            <a:spLocks noGrp="1"/>
          </p:cNvSpPr>
          <p:nvPr>
            <p:ph type="body" idx="1"/>
          </p:nvPr>
        </p:nvSpPr>
        <p:spPr>
          <a:xfrm>
            <a:off x="228600" y="800100"/>
            <a:ext cx="2019300" cy="226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t" anchorCtr="0">
            <a:normAutofit/>
          </a:bodyPr>
          <a:lstStyle>
            <a:lvl1pPr marL="457200" lvl="0" indent="-31750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1pPr>
            <a:lvl2pPr marL="914400" lvl="1" indent="-30480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–"/>
              <a:defRPr sz="1200"/>
            </a:lvl2pPr>
            <a:lvl3pPr marL="1371600" lvl="2" indent="-29210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sz="1000"/>
            </a:lvl3pPr>
            <a:lvl4pPr marL="1828800" lvl="3" indent="-28575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–"/>
              <a:defRPr sz="900"/>
            </a:lvl4pPr>
            <a:lvl5pPr marL="2286000" lvl="4" indent="-28575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»"/>
              <a:defRPr sz="900"/>
            </a:lvl5pPr>
            <a:lvl6pPr marL="2743200" lvl="5" indent="-28575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6pPr>
            <a:lvl7pPr marL="3200400" lvl="6" indent="-28575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7pPr>
            <a:lvl8pPr marL="3657600" lvl="7" indent="-28575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8pPr>
            <a:lvl9pPr marL="4114800" lvl="8" indent="-28575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9pPr>
          </a:lstStyle>
          <a:p>
            <a:endParaRPr/>
          </a:p>
        </p:txBody>
      </p:sp>
      <p:sp>
        <p:nvSpPr>
          <p:cNvPr id="81" name="Google Shape;81;p18"/>
          <p:cNvSpPr txBox="1">
            <a:spLocks noGrp="1"/>
          </p:cNvSpPr>
          <p:nvPr>
            <p:ph type="body" idx="2"/>
          </p:nvPr>
        </p:nvSpPr>
        <p:spPr>
          <a:xfrm>
            <a:off x="2324100" y="800100"/>
            <a:ext cx="2019300" cy="226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t" anchorCtr="0">
            <a:normAutofit/>
          </a:bodyPr>
          <a:lstStyle>
            <a:lvl1pPr marL="457200" lvl="0" indent="-31750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1pPr>
            <a:lvl2pPr marL="914400" lvl="1" indent="-30480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–"/>
              <a:defRPr sz="1200"/>
            </a:lvl2pPr>
            <a:lvl3pPr marL="1371600" lvl="2" indent="-29210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sz="1000"/>
            </a:lvl3pPr>
            <a:lvl4pPr marL="1828800" lvl="3" indent="-28575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–"/>
              <a:defRPr sz="900"/>
            </a:lvl4pPr>
            <a:lvl5pPr marL="2286000" lvl="4" indent="-28575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»"/>
              <a:defRPr sz="900"/>
            </a:lvl5pPr>
            <a:lvl6pPr marL="2743200" lvl="5" indent="-28575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6pPr>
            <a:lvl7pPr marL="3200400" lvl="6" indent="-28575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7pPr>
            <a:lvl8pPr marL="3657600" lvl="7" indent="-28575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8pPr>
            <a:lvl9pPr marL="4114800" lvl="8" indent="-28575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9pPr>
          </a:lstStyle>
          <a:p>
            <a:endParaRPr/>
          </a:p>
        </p:txBody>
      </p:sp>
      <p:sp>
        <p:nvSpPr>
          <p:cNvPr id="82" name="Google Shape;82;p18"/>
          <p:cNvSpPr txBox="1">
            <a:spLocks noGrp="1"/>
          </p:cNvSpPr>
          <p:nvPr>
            <p:ph type="dt" idx="10"/>
          </p:nvPr>
        </p:nvSpPr>
        <p:spPr>
          <a:xfrm>
            <a:off x="228600" y="3178175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8"/>
          <p:cNvSpPr txBox="1">
            <a:spLocks noGrp="1"/>
          </p:cNvSpPr>
          <p:nvPr>
            <p:ph type="ftr" idx="11"/>
          </p:nvPr>
        </p:nvSpPr>
        <p:spPr>
          <a:xfrm>
            <a:off x="1562100" y="3178175"/>
            <a:ext cx="1447800" cy="18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18"/>
          <p:cNvSpPr txBox="1">
            <a:spLocks noGrp="1"/>
          </p:cNvSpPr>
          <p:nvPr>
            <p:ph type="sldNum" idx="12"/>
          </p:nvPr>
        </p:nvSpPr>
        <p:spPr>
          <a:xfrm>
            <a:off x="3276600" y="3178175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9"/>
          <p:cNvSpPr txBox="1">
            <a:spLocks noGrp="1"/>
          </p:cNvSpPr>
          <p:nvPr>
            <p:ph type="title"/>
          </p:nvPr>
        </p:nvSpPr>
        <p:spPr>
          <a:xfrm>
            <a:off x="228600" y="137319"/>
            <a:ext cx="411480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rm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alibri"/>
              <a:buNone/>
              <a:defRPr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87" name="Google Shape;87;p19"/>
          <p:cNvSpPr txBox="1">
            <a:spLocks noGrp="1"/>
          </p:cNvSpPr>
          <p:nvPr>
            <p:ph type="body" idx="1"/>
          </p:nvPr>
        </p:nvSpPr>
        <p:spPr>
          <a:xfrm>
            <a:off x="228600" y="767556"/>
            <a:ext cx="2020200" cy="3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b" anchorCtr="0">
            <a:normAutofit/>
          </a:bodyPr>
          <a:lstStyle>
            <a:lvl1pPr marL="457200" lvl="0" indent="-22860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1pPr>
            <a:lvl2pPr marL="914400" lvl="1" indent="-22860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 b="1"/>
            </a:lvl2pPr>
            <a:lvl3pPr marL="1371600" lvl="2" indent="-22860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 b="1"/>
            </a:lvl3pPr>
            <a:lvl4pPr marL="1828800" lvl="3" indent="-22860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 b="1"/>
            </a:lvl4pPr>
            <a:lvl5pPr marL="2286000" lvl="4" indent="-22860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 b="1"/>
            </a:lvl5pPr>
            <a:lvl6pPr marL="2743200" lvl="5" indent="-22860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 b="1"/>
            </a:lvl6pPr>
            <a:lvl7pPr marL="3200400" lvl="6" indent="-22860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 b="1"/>
            </a:lvl7pPr>
            <a:lvl8pPr marL="3657600" lvl="7" indent="-22860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 b="1"/>
            </a:lvl8pPr>
            <a:lvl9pPr marL="4114800" lvl="8" indent="-22860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 b="1"/>
            </a:lvl9pPr>
          </a:lstStyle>
          <a:p>
            <a:endParaRPr/>
          </a:p>
        </p:txBody>
      </p:sp>
      <p:sp>
        <p:nvSpPr>
          <p:cNvPr id="88" name="Google Shape;88;p19"/>
          <p:cNvSpPr txBox="1">
            <a:spLocks noGrp="1"/>
          </p:cNvSpPr>
          <p:nvPr>
            <p:ph type="body" idx="2"/>
          </p:nvPr>
        </p:nvSpPr>
        <p:spPr>
          <a:xfrm>
            <a:off x="228600" y="1087438"/>
            <a:ext cx="2020200" cy="197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t" anchorCtr="0">
            <a:normAutofit/>
          </a:bodyPr>
          <a:lstStyle>
            <a:lvl1pPr marL="457200" lvl="0" indent="-30480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1pPr>
            <a:lvl2pPr marL="914400" lvl="1" indent="-29210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–"/>
              <a:defRPr sz="1000"/>
            </a:lvl2pPr>
            <a:lvl3pPr marL="1371600" lvl="2" indent="-28575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3pPr>
            <a:lvl4pPr marL="1828800" lvl="3" indent="-27940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–"/>
              <a:defRPr sz="800"/>
            </a:lvl4pPr>
            <a:lvl5pPr marL="2286000" lvl="4" indent="-27940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»"/>
              <a:defRPr sz="800"/>
            </a:lvl5pPr>
            <a:lvl6pPr marL="2743200" lvl="5" indent="-27940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6pPr>
            <a:lvl7pPr marL="3200400" lvl="6" indent="-27940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7pPr>
            <a:lvl8pPr marL="3657600" lvl="7" indent="-27940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8pPr>
            <a:lvl9pPr marL="4114800" lvl="8" indent="-27940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9pPr>
          </a:lstStyle>
          <a:p>
            <a:endParaRPr/>
          </a:p>
        </p:txBody>
      </p:sp>
      <p:sp>
        <p:nvSpPr>
          <p:cNvPr id="89" name="Google Shape;89;p19"/>
          <p:cNvSpPr txBox="1">
            <a:spLocks noGrp="1"/>
          </p:cNvSpPr>
          <p:nvPr>
            <p:ph type="body" idx="3"/>
          </p:nvPr>
        </p:nvSpPr>
        <p:spPr>
          <a:xfrm>
            <a:off x="2322513" y="767556"/>
            <a:ext cx="2021100" cy="3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b" anchorCtr="0">
            <a:normAutofit/>
          </a:bodyPr>
          <a:lstStyle>
            <a:lvl1pPr marL="457200" lvl="0" indent="-22860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1pPr>
            <a:lvl2pPr marL="914400" lvl="1" indent="-22860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 b="1"/>
            </a:lvl2pPr>
            <a:lvl3pPr marL="1371600" lvl="2" indent="-22860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 b="1"/>
            </a:lvl3pPr>
            <a:lvl4pPr marL="1828800" lvl="3" indent="-22860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 b="1"/>
            </a:lvl4pPr>
            <a:lvl5pPr marL="2286000" lvl="4" indent="-22860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 b="1"/>
            </a:lvl5pPr>
            <a:lvl6pPr marL="2743200" lvl="5" indent="-22860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 b="1"/>
            </a:lvl6pPr>
            <a:lvl7pPr marL="3200400" lvl="6" indent="-22860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 b="1"/>
            </a:lvl7pPr>
            <a:lvl8pPr marL="3657600" lvl="7" indent="-22860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 b="1"/>
            </a:lvl8pPr>
            <a:lvl9pPr marL="4114800" lvl="8" indent="-22860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 b="1"/>
            </a:lvl9pPr>
          </a:lstStyle>
          <a:p>
            <a:endParaRPr/>
          </a:p>
        </p:txBody>
      </p:sp>
      <p:sp>
        <p:nvSpPr>
          <p:cNvPr id="90" name="Google Shape;90;p19"/>
          <p:cNvSpPr txBox="1">
            <a:spLocks noGrp="1"/>
          </p:cNvSpPr>
          <p:nvPr>
            <p:ph type="body" idx="4"/>
          </p:nvPr>
        </p:nvSpPr>
        <p:spPr>
          <a:xfrm>
            <a:off x="2322513" y="1087438"/>
            <a:ext cx="2021100" cy="197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t" anchorCtr="0">
            <a:normAutofit/>
          </a:bodyPr>
          <a:lstStyle>
            <a:lvl1pPr marL="457200" lvl="0" indent="-30480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1pPr>
            <a:lvl2pPr marL="914400" lvl="1" indent="-29210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–"/>
              <a:defRPr sz="1000"/>
            </a:lvl2pPr>
            <a:lvl3pPr marL="1371600" lvl="2" indent="-28575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3pPr>
            <a:lvl4pPr marL="1828800" lvl="3" indent="-27940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–"/>
              <a:defRPr sz="800"/>
            </a:lvl4pPr>
            <a:lvl5pPr marL="2286000" lvl="4" indent="-27940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»"/>
              <a:defRPr sz="800"/>
            </a:lvl5pPr>
            <a:lvl6pPr marL="2743200" lvl="5" indent="-27940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6pPr>
            <a:lvl7pPr marL="3200400" lvl="6" indent="-27940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7pPr>
            <a:lvl8pPr marL="3657600" lvl="7" indent="-27940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8pPr>
            <a:lvl9pPr marL="4114800" lvl="8" indent="-27940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9pPr>
          </a:lstStyle>
          <a:p>
            <a:endParaRPr/>
          </a:p>
        </p:txBody>
      </p:sp>
      <p:sp>
        <p:nvSpPr>
          <p:cNvPr id="91" name="Google Shape;91;p19"/>
          <p:cNvSpPr txBox="1">
            <a:spLocks noGrp="1"/>
          </p:cNvSpPr>
          <p:nvPr>
            <p:ph type="dt" idx="10"/>
          </p:nvPr>
        </p:nvSpPr>
        <p:spPr>
          <a:xfrm>
            <a:off x="228600" y="3178175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92" name="Google Shape;92;p19"/>
          <p:cNvSpPr txBox="1">
            <a:spLocks noGrp="1"/>
          </p:cNvSpPr>
          <p:nvPr>
            <p:ph type="ftr" idx="11"/>
          </p:nvPr>
        </p:nvSpPr>
        <p:spPr>
          <a:xfrm>
            <a:off x="1562100" y="3178175"/>
            <a:ext cx="1447800" cy="18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93" name="Google Shape;93;p19"/>
          <p:cNvSpPr txBox="1">
            <a:spLocks noGrp="1"/>
          </p:cNvSpPr>
          <p:nvPr>
            <p:ph type="sldNum" idx="12"/>
          </p:nvPr>
        </p:nvSpPr>
        <p:spPr>
          <a:xfrm>
            <a:off x="3276600" y="3178175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0"/>
          <p:cNvSpPr txBox="1">
            <a:spLocks noGrp="1"/>
          </p:cNvSpPr>
          <p:nvPr>
            <p:ph type="title"/>
          </p:nvPr>
        </p:nvSpPr>
        <p:spPr>
          <a:xfrm>
            <a:off x="228600" y="137319"/>
            <a:ext cx="411480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rm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96" name="Google Shape;96;p20"/>
          <p:cNvSpPr txBox="1">
            <a:spLocks noGrp="1"/>
          </p:cNvSpPr>
          <p:nvPr>
            <p:ph type="dt" idx="10"/>
          </p:nvPr>
        </p:nvSpPr>
        <p:spPr>
          <a:xfrm>
            <a:off x="228600" y="3178175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97" name="Google Shape;97;p20"/>
          <p:cNvSpPr txBox="1">
            <a:spLocks noGrp="1"/>
          </p:cNvSpPr>
          <p:nvPr>
            <p:ph type="ftr" idx="11"/>
          </p:nvPr>
        </p:nvSpPr>
        <p:spPr>
          <a:xfrm>
            <a:off x="1562100" y="3178175"/>
            <a:ext cx="1447800" cy="18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98" name="Google Shape;98;p20"/>
          <p:cNvSpPr txBox="1">
            <a:spLocks noGrp="1"/>
          </p:cNvSpPr>
          <p:nvPr>
            <p:ph type="sldNum" idx="12"/>
          </p:nvPr>
        </p:nvSpPr>
        <p:spPr>
          <a:xfrm>
            <a:off x="3276600" y="3178175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1"/>
          <p:cNvSpPr txBox="1">
            <a:spLocks noGrp="1"/>
          </p:cNvSpPr>
          <p:nvPr>
            <p:ph type="title"/>
          </p:nvPr>
        </p:nvSpPr>
        <p:spPr>
          <a:xfrm>
            <a:off x="228600" y="136525"/>
            <a:ext cx="1504200" cy="58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b" anchorCtr="0">
            <a:norm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  <a:defRPr sz="1000" b="1"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101" name="Google Shape;101;p21"/>
          <p:cNvSpPr txBox="1">
            <a:spLocks noGrp="1"/>
          </p:cNvSpPr>
          <p:nvPr>
            <p:ph type="body" idx="1"/>
          </p:nvPr>
        </p:nvSpPr>
        <p:spPr>
          <a:xfrm>
            <a:off x="1787525" y="136525"/>
            <a:ext cx="2556000" cy="292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t" anchorCtr="0">
            <a:normAutofit/>
          </a:bodyPr>
          <a:lstStyle>
            <a:lvl1pPr marL="457200" lvl="0" indent="-33020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1pPr>
            <a:lvl2pPr marL="914400" lvl="1" indent="-31750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 sz="1400"/>
            </a:lvl2pPr>
            <a:lvl3pPr marL="1371600" lvl="2" indent="-30480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3pPr>
            <a:lvl4pPr marL="1828800" lvl="3" indent="-29210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–"/>
              <a:defRPr sz="1000"/>
            </a:lvl4pPr>
            <a:lvl5pPr marL="2286000" lvl="4" indent="-29210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»"/>
              <a:defRPr sz="1000"/>
            </a:lvl5pPr>
            <a:lvl6pPr marL="2743200" lvl="5" indent="-29210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sz="1000"/>
            </a:lvl6pPr>
            <a:lvl7pPr marL="3200400" lvl="6" indent="-29210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sz="1000"/>
            </a:lvl7pPr>
            <a:lvl8pPr marL="3657600" lvl="7" indent="-29210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sz="1000"/>
            </a:lvl8pPr>
            <a:lvl9pPr marL="4114800" lvl="8" indent="-29210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sz="1000"/>
            </a:lvl9pPr>
          </a:lstStyle>
          <a:p>
            <a:endParaRPr/>
          </a:p>
        </p:txBody>
      </p:sp>
      <p:sp>
        <p:nvSpPr>
          <p:cNvPr id="102" name="Google Shape;102;p21"/>
          <p:cNvSpPr txBox="1">
            <a:spLocks noGrp="1"/>
          </p:cNvSpPr>
          <p:nvPr>
            <p:ph type="body" idx="2"/>
          </p:nvPr>
        </p:nvSpPr>
        <p:spPr>
          <a:xfrm>
            <a:off x="228600" y="717550"/>
            <a:ext cx="1504200" cy="234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t" anchorCtr="0">
            <a:normAutofit/>
          </a:bodyPr>
          <a:lstStyle>
            <a:lvl1pPr marL="457200" lvl="0" indent="-228600" algn="l" rtl="0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1pPr>
            <a:lvl2pPr marL="914400" lvl="1" indent="-228600" algn="l" rtl="0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 sz="600"/>
            </a:lvl2pPr>
            <a:lvl3pPr marL="1371600" lvl="2" indent="-228600" algn="l" rtl="0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3pPr>
            <a:lvl4pPr marL="1828800" lvl="3" indent="-228600" algn="l" rtl="0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4pPr>
            <a:lvl5pPr marL="2286000" lvl="4" indent="-228600" algn="l" rtl="0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5pPr>
            <a:lvl6pPr marL="2743200" lvl="5" indent="-228600" algn="l" rtl="0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6pPr>
            <a:lvl7pPr marL="3200400" lvl="6" indent="-228600" algn="l" rtl="0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7pPr>
            <a:lvl8pPr marL="3657600" lvl="7" indent="-228600" algn="l" rtl="0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8pPr>
            <a:lvl9pPr marL="4114800" lvl="8" indent="-228600" algn="l" rtl="0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9pPr>
          </a:lstStyle>
          <a:p>
            <a:endParaRPr/>
          </a:p>
        </p:txBody>
      </p:sp>
      <p:sp>
        <p:nvSpPr>
          <p:cNvPr id="103" name="Google Shape;103;p21"/>
          <p:cNvSpPr txBox="1">
            <a:spLocks noGrp="1"/>
          </p:cNvSpPr>
          <p:nvPr>
            <p:ph type="dt" idx="10"/>
          </p:nvPr>
        </p:nvSpPr>
        <p:spPr>
          <a:xfrm>
            <a:off x="228600" y="3178175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104" name="Google Shape;104;p21"/>
          <p:cNvSpPr txBox="1">
            <a:spLocks noGrp="1"/>
          </p:cNvSpPr>
          <p:nvPr>
            <p:ph type="ftr" idx="11"/>
          </p:nvPr>
        </p:nvSpPr>
        <p:spPr>
          <a:xfrm>
            <a:off x="1562100" y="3178175"/>
            <a:ext cx="1447800" cy="18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105" name="Google Shape;105;p21"/>
          <p:cNvSpPr txBox="1">
            <a:spLocks noGrp="1"/>
          </p:cNvSpPr>
          <p:nvPr>
            <p:ph type="sldNum" idx="12"/>
          </p:nvPr>
        </p:nvSpPr>
        <p:spPr>
          <a:xfrm>
            <a:off x="3276600" y="3178175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2"/>
          <p:cNvSpPr txBox="1">
            <a:spLocks noGrp="1"/>
          </p:cNvSpPr>
          <p:nvPr>
            <p:ph type="title"/>
          </p:nvPr>
        </p:nvSpPr>
        <p:spPr>
          <a:xfrm>
            <a:off x="896144" y="2400300"/>
            <a:ext cx="2743200" cy="28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b" anchorCtr="0">
            <a:norm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  <a:defRPr sz="1000" b="1"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108" name="Google Shape;108;p22"/>
          <p:cNvSpPr>
            <a:spLocks noGrp="1"/>
          </p:cNvSpPr>
          <p:nvPr>
            <p:ph type="pic" idx="2"/>
          </p:nvPr>
        </p:nvSpPr>
        <p:spPr>
          <a:xfrm>
            <a:off x="896144" y="306388"/>
            <a:ext cx="2743200" cy="2057400"/>
          </a:xfrm>
          <a:prstGeom prst="rect">
            <a:avLst/>
          </a:prstGeom>
          <a:noFill/>
          <a:ln>
            <a:noFill/>
          </a:ln>
        </p:spPr>
      </p:sp>
      <p:sp>
        <p:nvSpPr>
          <p:cNvPr id="109" name="Google Shape;109;p22"/>
          <p:cNvSpPr txBox="1">
            <a:spLocks noGrp="1"/>
          </p:cNvSpPr>
          <p:nvPr>
            <p:ph type="body" idx="1"/>
          </p:nvPr>
        </p:nvSpPr>
        <p:spPr>
          <a:xfrm>
            <a:off x="896144" y="2683669"/>
            <a:ext cx="2743200" cy="40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t" anchorCtr="0">
            <a:normAutofit/>
          </a:bodyPr>
          <a:lstStyle>
            <a:lvl1pPr marL="457200" lvl="0" indent="-228600" algn="l" rtl="0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1pPr>
            <a:lvl2pPr marL="914400" lvl="1" indent="-228600" algn="l" rtl="0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 sz="600"/>
            </a:lvl2pPr>
            <a:lvl3pPr marL="1371600" lvl="2" indent="-228600" algn="l" rtl="0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3pPr>
            <a:lvl4pPr marL="1828800" lvl="3" indent="-228600" algn="l" rtl="0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4pPr>
            <a:lvl5pPr marL="2286000" lvl="4" indent="-228600" algn="l" rtl="0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5pPr>
            <a:lvl6pPr marL="2743200" lvl="5" indent="-228600" algn="l" rtl="0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6pPr>
            <a:lvl7pPr marL="3200400" lvl="6" indent="-228600" algn="l" rtl="0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7pPr>
            <a:lvl8pPr marL="3657600" lvl="7" indent="-228600" algn="l" rtl="0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8pPr>
            <a:lvl9pPr marL="4114800" lvl="8" indent="-228600" algn="l" rtl="0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9pPr>
          </a:lstStyle>
          <a:p>
            <a:endParaRPr/>
          </a:p>
        </p:txBody>
      </p:sp>
      <p:sp>
        <p:nvSpPr>
          <p:cNvPr id="110" name="Google Shape;110;p22"/>
          <p:cNvSpPr txBox="1">
            <a:spLocks noGrp="1"/>
          </p:cNvSpPr>
          <p:nvPr>
            <p:ph type="dt" idx="10"/>
          </p:nvPr>
        </p:nvSpPr>
        <p:spPr>
          <a:xfrm>
            <a:off x="228600" y="3178175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111" name="Google Shape;111;p22"/>
          <p:cNvSpPr txBox="1">
            <a:spLocks noGrp="1"/>
          </p:cNvSpPr>
          <p:nvPr>
            <p:ph type="ftr" idx="11"/>
          </p:nvPr>
        </p:nvSpPr>
        <p:spPr>
          <a:xfrm>
            <a:off x="1562100" y="3178175"/>
            <a:ext cx="1447800" cy="18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112" name="Google Shape;112;p22"/>
          <p:cNvSpPr txBox="1">
            <a:spLocks noGrp="1"/>
          </p:cNvSpPr>
          <p:nvPr>
            <p:ph type="sldNum" idx="12"/>
          </p:nvPr>
        </p:nvSpPr>
        <p:spPr>
          <a:xfrm>
            <a:off x="3276600" y="3178175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>
            <a:spLocks noGrp="1"/>
          </p:cNvSpPr>
          <p:nvPr>
            <p:ph type="title"/>
          </p:nvPr>
        </p:nvSpPr>
        <p:spPr>
          <a:xfrm>
            <a:off x="228600" y="137319"/>
            <a:ext cx="411480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rm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115" name="Google Shape;115;p23"/>
          <p:cNvSpPr txBox="1">
            <a:spLocks noGrp="1"/>
          </p:cNvSpPr>
          <p:nvPr>
            <p:ph type="body" idx="1"/>
          </p:nvPr>
        </p:nvSpPr>
        <p:spPr>
          <a:xfrm rot="5400000">
            <a:off x="1154400" y="-125700"/>
            <a:ext cx="2263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t" anchorCtr="0">
            <a:normAutofit/>
          </a:bodyPr>
          <a:lstStyle>
            <a:lvl1pPr marL="457200" lvl="0" indent="-28575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1pPr>
            <a:lvl2pPr marL="914400" lvl="1" indent="-28575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–"/>
              <a:defRPr/>
            </a:lvl2pPr>
            <a:lvl3pPr marL="1371600" lvl="2" indent="-28575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3pPr>
            <a:lvl4pPr marL="1828800" lvl="3" indent="-28575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–"/>
              <a:defRPr/>
            </a:lvl4pPr>
            <a:lvl5pPr marL="2286000" lvl="4" indent="-28575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»"/>
              <a:defRPr/>
            </a:lvl5pPr>
            <a:lvl6pPr marL="2743200" lvl="5" indent="-28575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6pPr>
            <a:lvl7pPr marL="3200400" lvl="6" indent="-28575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7pPr>
            <a:lvl8pPr marL="3657600" lvl="7" indent="-28575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8pPr>
            <a:lvl9pPr marL="4114800" lvl="8" indent="-28575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9pPr>
          </a:lstStyle>
          <a:p>
            <a:endParaRPr/>
          </a:p>
        </p:txBody>
      </p:sp>
      <p:sp>
        <p:nvSpPr>
          <p:cNvPr id="116" name="Google Shape;116;p23"/>
          <p:cNvSpPr txBox="1">
            <a:spLocks noGrp="1"/>
          </p:cNvSpPr>
          <p:nvPr>
            <p:ph type="dt" idx="10"/>
          </p:nvPr>
        </p:nvSpPr>
        <p:spPr>
          <a:xfrm>
            <a:off x="228600" y="3178175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117" name="Google Shape;117;p23"/>
          <p:cNvSpPr txBox="1">
            <a:spLocks noGrp="1"/>
          </p:cNvSpPr>
          <p:nvPr>
            <p:ph type="ftr" idx="11"/>
          </p:nvPr>
        </p:nvSpPr>
        <p:spPr>
          <a:xfrm>
            <a:off x="1562100" y="3178175"/>
            <a:ext cx="1447800" cy="18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118" name="Google Shape;118;p23"/>
          <p:cNvSpPr txBox="1">
            <a:spLocks noGrp="1"/>
          </p:cNvSpPr>
          <p:nvPr>
            <p:ph type="sldNum" idx="12"/>
          </p:nvPr>
        </p:nvSpPr>
        <p:spPr>
          <a:xfrm>
            <a:off x="3276600" y="3178175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4"/>
          <p:cNvSpPr txBox="1">
            <a:spLocks noGrp="1"/>
          </p:cNvSpPr>
          <p:nvPr>
            <p:ph type="title"/>
          </p:nvPr>
        </p:nvSpPr>
        <p:spPr>
          <a:xfrm rot="5400000">
            <a:off x="2366100" y="1085919"/>
            <a:ext cx="2925900" cy="102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rm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121" name="Google Shape;121;p24"/>
          <p:cNvSpPr txBox="1">
            <a:spLocks noGrp="1"/>
          </p:cNvSpPr>
          <p:nvPr>
            <p:ph type="body" idx="1"/>
          </p:nvPr>
        </p:nvSpPr>
        <p:spPr>
          <a:xfrm rot="5400000">
            <a:off x="270600" y="95319"/>
            <a:ext cx="2925900" cy="300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t" anchorCtr="0">
            <a:normAutofit/>
          </a:bodyPr>
          <a:lstStyle>
            <a:lvl1pPr marL="457200" lvl="0" indent="-28575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1pPr>
            <a:lvl2pPr marL="914400" lvl="1" indent="-28575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–"/>
              <a:defRPr/>
            </a:lvl2pPr>
            <a:lvl3pPr marL="1371600" lvl="2" indent="-28575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3pPr>
            <a:lvl4pPr marL="1828800" lvl="3" indent="-28575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–"/>
              <a:defRPr/>
            </a:lvl4pPr>
            <a:lvl5pPr marL="2286000" lvl="4" indent="-28575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»"/>
              <a:defRPr/>
            </a:lvl5pPr>
            <a:lvl6pPr marL="2743200" lvl="5" indent="-28575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6pPr>
            <a:lvl7pPr marL="3200400" lvl="6" indent="-28575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7pPr>
            <a:lvl8pPr marL="3657600" lvl="7" indent="-28575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8pPr>
            <a:lvl9pPr marL="4114800" lvl="8" indent="-28575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9pPr>
          </a:lstStyle>
          <a:p>
            <a:endParaRPr/>
          </a:p>
        </p:txBody>
      </p:sp>
      <p:sp>
        <p:nvSpPr>
          <p:cNvPr id="122" name="Google Shape;122;p24"/>
          <p:cNvSpPr txBox="1">
            <a:spLocks noGrp="1"/>
          </p:cNvSpPr>
          <p:nvPr>
            <p:ph type="dt" idx="10"/>
          </p:nvPr>
        </p:nvSpPr>
        <p:spPr>
          <a:xfrm>
            <a:off x="228600" y="3178175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123" name="Google Shape;123;p24"/>
          <p:cNvSpPr txBox="1">
            <a:spLocks noGrp="1"/>
          </p:cNvSpPr>
          <p:nvPr>
            <p:ph type="ftr" idx="11"/>
          </p:nvPr>
        </p:nvSpPr>
        <p:spPr>
          <a:xfrm>
            <a:off x="1562100" y="3178175"/>
            <a:ext cx="1447800" cy="18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124" name="Google Shape;124;p24"/>
          <p:cNvSpPr txBox="1">
            <a:spLocks noGrp="1"/>
          </p:cNvSpPr>
          <p:nvPr>
            <p:ph type="sldNum" idx="12"/>
          </p:nvPr>
        </p:nvSpPr>
        <p:spPr>
          <a:xfrm>
            <a:off x="3276600" y="3178175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>
            <a:spLocks noGrp="1"/>
          </p:cNvSpPr>
          <p:nvPr>
            <p:ph type="title"/>
          </p:nvPr>
        </p:nvSpPr>
        <p:spPr>
          <a:xfrm>
            <a:off x="228600" y="137319"/>
            <a:ext cx="411480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rm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alibri"/>
              <a:buNone/>
              <a:defRPr sz="2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2" name="Google Shape;52;p13"/>
          <p:cNvSpPr txBox="1">
            <a:spLocks noGrp="1"/>
          </p:cNvSpPr>
          <p:nvPr>
            <p:ph type="body" idx="1"/>
          </p:nvPr>
        </p:nvSpPr>
        <p:spPr>
          <a:xfrm>
            <a:off x="228600" y="800100"/>
            <a:ext cx="4114800" cy="226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t" anchorCtr="0">
            <a:normAutofit/>
          </a:bodyPr>
          <a:lstStyle>
            <a:lvl1pPr marL="457200" marR="0" lvl="0" indent="-33020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–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0480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9210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–"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9210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»"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9210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9210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9210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9210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3" name="Google Shape;53;p13"/>
          <p:cNvSpPr txBox="1">
            <a:spLocks noGrp="1"/>
          </p:cNvSpPr>
          <p:nvPr>
            <p:ph type="dt" idx="10"/>
          </p:nvPr>
        </p:nvSpPr>
        <p:spPr>
          <a:xfrm>
            <a:off x="228600" y="3178175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4" name="Google Shape;54;p13"/>
          <p:cNvSpPr txBox="1">
            <a:spLocks noGrp="1"/>
          </p:cNvSpPr>
          <p:nvPr>
            <p:ph type="ftr" idx="11"/>
          </p:nvPr>
        </p:nvSpPr>
        <p:spPr>
          <a:xfrm>
            <a:off x="1562100" y="3178175"/>
            <a:ext cx="1447800" cy="18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5" name="Google Shape;55;p13"/>
          <p:cNvSpPr txBox="1">
            <a:spLocks noGrp="1"/>
          </p:cNvSpPr>
          <p:nvPr>
            <p:ph type="sldNum" idx="12"/>
          </p:nvPr>
        </p:nvSpPr>
        <p:spPr>
          <a:xfrm>
            <a:off x="3276600" y="3178175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5"/>
          <p:cNvSpPr/>
          <p:nvPr/>
        </p:nvSpPr>
        <p:spPr>
          <a:xfrm rot="1084339">
            <a:off x="-2572063" y="3352662"/>
            <a:ext cx="5960266" cy="4112640"/>
          </a:xfrm>
          <a:custGeom>
            <a:avLst/>
            <a:gdLst/>
            <a:ahLst/>
            <a:cxnLst/>
            <a:rect l="l" t="t" r="r" b="b"/>
            <a:pathLst>
              <a:path w="11928886" h="8231043" extrusionOk="0">
                <a:moveTo>
                  <a:pt x="0" y="0"/>
                </a:moveTo>
                <a:lnTo>
                  <a:pt x="11928886" y="0"/>
                </a:lnTo>
                <a:lnTo>
                  <a:pt x="11928886" y="8231043"/>
                </a:lnTo>
                <a:lnTo>
                  <a:pt x="0" y="823104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50000"/>
            </a:blip>
            <a:stretch>
              <a:fillRect/>
            </a:stretch>
          </a:blipFill>
          <a:ln>
            <a:noFill/>
          </a:ln>
        </p:spPr>
      </p:sp>
      <p:sp>
        <p:nvSpPr>
          <p:cNvPr id="130" name="Google Shape;130;p25"/>
          <p:cNvSpPr/>
          <p:nvPr/>
        </p:nvSpPr>
        <p:spPr>
          <a:xfrm rot="137437" flipH="1">
            <a:off x="7650251" y="197886"/>
            <a:ext cx="3367394" cy="2736773"/>
          </a:xfrm>
          <a:custGeom>
            <a:avLst/>
            <a:gdLst/>
            <a:ahLst/>
            <a:cxnLst/>
            <a:rect l="l" t="t" r="r" b="b"/>
            <a:pathLst>
              <a:path w="6729406" h="5469172" extrusionOk="0">
                <a:moveTo>
                  <a:pt x="6729406" y="0"/>
                </a:moveTo>
                <a:lnTo>
                  <a:pt x="0" y="0"/>
                </a:lnTo>
                <a:lnTo>
                  <a:pt x="0" y="5469172"/>
                </a:lnTo>
                <a:lnTo>
                  <a:pt x="6729406" y="5469172"/>
                </a:lnTo>
                <a:lnTo>
                  <a:pt x="6729406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131" name="Google Shape;131;p25"/>
          <p:cNvSpPr txBox="1"/>
          <p:nvPr/>
        </p:nvSpPr>
        <p:spPr>
          <a:xfrm>
            <a:off x="1604300" y="532125"/>
            <a:ext cx="8217900" cy="258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228600" marR="0" lvl="0" indent="0" algn="ctr" rtl="0">
              <a:lnSpc>
                <a:spcPct val="16002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endParaRPr sz="4000" b="1" i="0" u="none" strike="noStrike" cap="none">
              <a:solidFill>
                <a:srgbClr val="004AAD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228600" marR="0" lvl="0" indent="0" algn="ctr" rtl="0">
              <a:lnSpc>
                <a:spcPct val="16002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endParaRPr sz="4000" b="1">
              <a:solidFill>
                <a:srgbClr val="004AAD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228600" marR="0" lvl="0" indent="0" algn="ctr" rtl="0">
              <a:lnSpc>
                <a:spcPct val="16002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endParaRPr sz="4000" b="1" i="0" u="none" strike="noStrike" cap="none">
              <a:solidFill>
                <a:srgbClr val="004AAD"/>
              </a:solidFill>
              <a:highlight>
                <a:srgbClr val="00FFFF"/>
              </a:highlight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32" name="Google Shape;132;p25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854549" y="2571749"/>
            <a:ext cx="4615175" cy="1715551"/>
          </a:xfrm>
          <a:prstGeom prst="rect">
            <a:avLst/>
          </a:prstGeom>
          <a:noFill/>
          <a:ln>
            <a:noFill/>
          </a:ln>
        </p:spPr>
      </p:pic>
      <p:pic>
        <p:nvPicPr>
          <p:cNvPr id="133" name="Google Shape;133;p2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995250" y="532126"/>
            <a:ext cx="5144146" cy="1715549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25"/>
          <p:cNvSpPr txBox="1"/>
          <p:nvPr/>
        </p:nvSpPr>
        <p:spPr>
          <a:xfrm>
            <a:off x="2463994" y="2146350"/>
            <a:ext cx="3677700" cy="56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 b="1">
                <a:solidFill>
                  <a:srgbClr val="4A86E8"/>
                </a:solidFill>
                <a:latin typeface="Montserrat"/>
                <a:ea typeface="Montserrat"/>
                <a:cs typeface="Montserrat"/>
                <a:sym typeface="Montserrat"/>
              </a:rPr>
              <a:t>Powered by</a:t>
            </a:r>
            <a:endParaRPr sz="2500" b="1">
              <a:solidFill>
                <a:srgbClr val="4A86E8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89" name="Google Shape;189;p30"/>
          <p:cNvCxnSpPr/>
          <p:nvPr/>
        </p:nvCxnSpPr>
        <p:spPr>
          <a:xfrm>
            <a:off x="5925030" y="316766"/>
            <a:ext cx="3219000" cy="0"/>
          </a:xfrm>
          <a:prstGeom prst="straightConnector1">
            <a:avLst/>
          </a:prstGeom>
          <a:noFill/>
          <a:ln w="28575" cap="flat" cmpd="sng">
            <a:solidFill>
              <a:srgbClr val="2254C5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90" name="Google Shape;190;p30"/>
          <p:cNvSpPr txBox="1"/>
          <p:nvPr/>
        </p:nvSpPr>
        <p:spPr>
          <a:xfrm>
            <a:off x="457200" y="314813"/>
            <a:ext cx="539670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PH" sz="2400" b="1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SCOPE</a:t>
            </a:r>
          </a:p>
        </p:txBody>
      </p:sp>
      <p:sp>
        <p:nvSpPr>
          <p:cNvPr id="192" name="Google Shape;192;p30"/>
          <p:cNvSpPr/>
          <p:nvPr/>
        </p:nvSpPr>
        <p:spPr>
          <a:xfrm>
            <a:off x="572438" y="4711700"/>
            <a:ext cx="3745018" cy="2400128"/>
          </a:xfrm>
          <a:custGeom>
            <a:avLst/>
            <a:gdLst/>
            <a:ahLst/>
            <a:cxnLst/>
            <a:rect l="l" t="t" r="r" b="b"/>
            <a:pathLst>
              <a:path w="9727319" h="3106962" extrusionOk="0">
                <a:moveTo>
                  <a:pt x="0" y="0"/>
                </a:moveTo>
                <a:lnTo>
                  <a:pt x="9727318" y="0"/>
                </a:lnTo>
                <a:lnTo>
                  <a:pt x="9727318" y="3106962"/>
                </a:lnTo>
                <a:lnTo>
                  <a:pt x="0" y="310696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</p:sp>
      <p:pic>
        <p:nvPicPr>
          <p:cNvPr id="193" name="Google Shape;193;p3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833175" y="4541225"/>
            <a:ext cx="1204824" cy="44785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200;p11">
            <a:extLst>
              <a:ext uri="{FF2B5EF4-FFF2-40B4-BE49-F238E27FC236}">
                <a16:creationId xmlns:a16="http://schemas.microsoft.com/office/drawing/2014/main" id="{00994532-2321-69BA-F997-719D83AB4CB2}"/>
              </a:ext>
            </a:extLst>
          </p:cNvPr>
          <p:cNvSpPr txBox="1"/>
          <p:nvPr/>
        </p:nvSpPr>
        <p:spPr>
          <a:xfrm>
            <a:off x="740714" y="652879"/>
            <a:ext cx="763560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QMS Format</a:t>
            </a:r>
          </a:p>
        </p:txBody>
      </p:sp>
      <p:sp>
        <p:nvSpPr>
          <p:cNvPr id="3" name="Google Shape;201;p11">
            <a:extLst>
              <a:ext uri="{FF2B5EF4-FFF2-40B4-BE49-F238E27FC236}">
                <a16:creationId xmlns:a16="http://schemas.microsoft.com/office/drawing/2014/main" id="{5FEE8076-A939-38E0-C982-5D8D4B92F355}"/>
              </a:ext>
            </a:extLst>
          </p:cNvPr>
          <p:cNvSpPr txBox="1"/>
          <p:nvPr/>
        </p:nvSpPr>
        <p:spPr>
          <a:xfrm>
            <a:off x="408698" y="1193233"/>
            <a:ext cx="7957031" cy="33239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marR="0" lvl="0" indent="-4508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4AAD"/>
              </a:buClr>
              <a:buSzPts val="2000"/>
              <a:buFont typeface="Arial" panose="020B0604020202020204" pitchFamily="34" charset="0"/>
              <a:buChar char="•"/>
            </a:pPr>
            <a:r>
              <a:rPr lang="en-US" sz="2000" b="1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Program</a:t>
            </a:r>
          </a:p>
          <a:p>
            <a:pPr marL="6350" lvl="1">
              <a:lnSpc>
                <a:spcPct val="150000"/>
              </a:lnSpc>
              <a:buClr>
                <a:srgbClr val="004AAD"/>
              </a:buClr>
              <a:buSzPts val="2000"/>
            </a:pPr>
            <a:r>
              <a:rPr lang="en-US" sz="1600" b="1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	</a:t>
            </a:r>
            <a:r>
              <a:rPr lang="en-US" sz="1600" dirty="0">
                <a:solidFill>
                  <a:schemeClr val="accent1">
                    <a:lumMod val="60000"/>
                    <a:lumOff val="40000"/>
                  </a:schemeClr>
                </a:solidFill>
                <a:latin typeface="Montserrat"/>
                <a:ea typeface="Montserrat"/>
                <a:cs typeface="Montserrat"/>
                <a:sym typeface="Montserrat"/>
              </a:rPr>
              <a:t>Page Layout and 1</a:t>
            </a:r>
            <a:r>
              <a:rPr lang="en-US" sz="1600" baseline="30000" dirty="0">
                <a:solidFill>
                  <a:schemeClr val="accent1">
                    <a:lumMod val="60000"/>
                    <a:lumOff val="40000"/>
                  </a:schemeClr>
                </a:solidFill>
                <a:latin typeface="Montserrat"/>
                <a:ea typeface="Montserrat"/>
                <a:cs typeface="Montserrat"/>
                <a:sym typeface="Montserrat"/>
              </a:rPr>
              <a:t>st</a:t>
            </a:r>
            <a:r>
              <a:rPr lang="en-US" sz="1600" dirty="0">
                <a:solidFill>
                  <a:schemeClr val="accent1">
                    <a:lumMod val="60000"/>
                    <a:lumOff val="40000"/>
                  </a:schemeClr>
                </a:solidFill>
                <a:latin typeface="Montserrat"/>
                <a:ea typeface="Montserrat"/>
                <a:cs typeface="Montserrat"/>
                <a:sym typeface="Montserrat"/>
              </a:rPr>
              <a:t> Page Header</a:t>
            </a:r>
          </a:p>
          <a:p>
            <a:pPr marL="6350" lvl="1">
              <a:lnSpc>
                <a:spcPct val="150000"/>
              </a:lnSpc>
              <a:buClr>
                <a:srgbClr val="004AAD"/>
              </a:buClr>
              <a:buSzPts val="2000"/>
            </a:pPr>
            <a:r>
              <a:rPr lang="en-US" sz="1600" i="0" u="none" strike="noStrike" cap="none" dirty="0">
                <a:solidFill>
                  <a:schemeClr val="accent1">
                    <a:lumMod val="60000"/>
                    <a:lumOff val="40000"/>
                  </a:schemeClr>
                </a:solidFill>
                <a:latin typeface="Montserrat"/>
                <a:ea typeface="Montserrat"/>
                <a:cs typeface="Montserrat"/>
                <a:sym typeface="Montserrat"/>
              </a:rPr>
              <a:t>	</a:t>
            </a:r>
            <a:r>
              <a:rPr lang="en-US" sz="1600" dirty="0">
                <a:solidFill>
                  <a:schemeClr val="accent1">
                    <a:lumMod val="60000"/>
                    <a:lumOff val="40000"/>
                  </a:schemeClr>
                </a:solidFill>
                <a:latin typeface="Montserrat"/>
                <a:ea typeface="Montserrat"/>
                <a:cs typeface="Montserrat"/>
                <a:sym typeface="Montserrat"/>
              </a:rPr>
              <a:t>2</a:t>
            </a:r>
            <a:r>
              <a:rPr lang="en-US" sz="1600" baseline="30000" dirty="0">
                <a:solidFill>
                  <a:schemeClr val="accent1">
                    <a:lumMod val="60000"/>
                    <a:lumOff val="40000"/>
                  </a:schemeClr>
                </a:solidFill>
                <a:latin typeface="Montserrat"/>
                <a:ea typeface="Montserrat"/>
                <a:cs typeface="Montserrat"/>
                <a:sym typeface="Montserrat"/>
              </a:rPr>
              <a:t>nd</a:t>
            </a:r>
            <a:r>
              <a:rPr lang="en-US" sz="1600" dirty="0">
                <a:solidFill>
                  <a:schemeClr val="accent1">
                    <a:lumMod val="60000"/>
                    <a:lumOff val="40000"/>
                  </a:schemeClr>
                </a:solidFill>
                <a:latin typeface="Montserrat"/>
                <a:ea typeface="Montserrat"/>
                <a:cs typeface="Montserrat"/>
                <a:sym typeface="Montserrat"/>
              </a:rPr>
              <a:t> Page Header</a:t>
            </a:r>
          </a:p>
          <a:p>
            <a:pPr marL="6350" lvl="1">
              <a:lnSpc>
                <a:spcPct val="150000"/>
              </a:lnSpc>
              <a:buClr>
                <a:srgbClr val="004AAD"/>
              </a:buClr>
              <a:buSzPts val="2000"/>
            </a:pPr>
            <a:r>
              <a:rPr lang="en-US" sz="1600" b="1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	Components</a:t>
            </a:r>
          </a:p>
          <a:p>
            <a:pPr marL="457200" marR="0" lvl="0" indent="-4508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4AAD"/>
              </a:buClr>
              <a:buSzPts val="2000"/>
              <a:buFont typeface="Arial" panose="020B0604020202020204" pitchFamily="34" charset="0"/>
              <a:buChar char="•"/>
            </a:pPr>
            <a:r>
              <a:rPr lang="en-PH" sz="2000" i="0" u="none" strike="noStrike" cap="none" dirty="0">
                <a:solidFill>
                  <a:schemeClr val="accent1">
                    <a:lumMod val="60000"/>
                    <a:lumOff val="40000"/>
                  </a:schemeClr>
                </a:solidFill>
                <a:latin typeface="Montserrat"/>
                <a:ea typeface="Montserrat"/>
                <a:cs typeface="Montserrat"/>
                <a:sym typeface="Montserrat"/>
              </a:rPr>
              <a:t>Form</a:t>
            </a:r>
          </a:p>
          <a:p>
            <a:pPr marL="6350" lvl="1">
              <a:lnSpc>
                <a:spcPct val="150000"/>
              </a:lnSpc>
              <a:buClr>
                <a:srgbClr val="004AAD"/>
              </a:buClr>
              <a:buSzPts val="2000"/>
            </a:pPr>
            <a:r>
              <a:rPr lang="en-PH" sz="1600" dirty="0">
                <a:solidFill>
                  <a:schemeClr val="accent1">
                    <a:lumMod val="60000"/>
                    <a:lumOff val="40000"/>
                  </a:schemeClr>
                </a:solidFill>
                <a:latin typeface="Montserrat"/>
                <a:ea typeface="Montserrat"/>
                <a:cs typeface="Montserrat"/>
                <a:sym typeface="Montserrat"/>
              </a:rPr>
              <a:t>	Content</a:t>
            </a:r>
          </a:p>
          <a:p>
            <a:pPr marL="6350" lvl="1">
              <a:lnSpc>
                <a:spcPct val="150000"/>
              </a:lnSpc>
              <a:buClr>
                <a:srgbClr val="004AAD"/>
              </a:buClr>
              <a:buSzPts val="2000"/>
            </a:pPr>
            <a:r>
              <a:rPr lang="en-PH" sz="1600" i="0" u="none" strike="noStrike" cap="none" dirty="0">
                <a:solidFill>
                  <a:schemeClr val="accent1">
                    <a:lumMod val="60000"/>
                    <a:lumOff val="40000"/>
                  </a:schemeClr>
                </a:solidFill>
                <a:latin typeface="Montserrat"/>
                <a:ea typeface="Montserrat"/>
                <a:cs typeface="Montserrat"/>
                <a:sym typeface="Montserrat"/>
              </a:rPr>
              <a:t>	Change</a:t>
            </a:r>
            <a:r>
              <a:rPr lang="en-PH" sz="1600" dirty="0">
                <a:solidFill>
                  <a:schemeClr val="accent1">
                    <a:lumMod val="60000"/>
                    <a:lumOff val="40000"/>
                  </a:schemeClr>
                </a:solidFill>
                <a:latin typeface="Montserrat"/>
                <a:ea typeface="Montserrat"/>
                <a:cs typeface="Montserrat"/>
                <a:sym typeface="Montserrat"/>
              </a:rPr>
              <a:t> History</a:t>
            </a:r>
          </a:p>
          <a:p>
            <a:pPr marL="6350" lvl="1">
              <a:lnSpc>
                <a:spcPct val="150000"/>
              </a:lnSpc>
              <a:buClr>
                <a:srgbClr val="004AAD"/>
              </a:buClr>
              <a:buSzPts val="2000"/>
            </a:pPr>
            <a:r>
              <a:rPr lang="en-PH" sz="1600" i="0" u="none" strike="noStrike" cap="none" dirty="0">
                <a:solidFill>
                  <a:schemeClr val="accent1">
                    <a:lumMod val="60000"/>
                    <a:lumOff val="40000"/>
                  </a:schemeClr>
                </a:solidFill>
                <a:latin typeface="Montserrat"/>
                <a:ea typeface="Montserrat"/>
                <a:cs typeface="Montserrat"/>
                <a:sym typeface="Montserrat"/>
              </a:rPr>
              <a:t>	Standard Worksheet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89" name="Google Shape;189;p30"/>
          <p:cNvCxnSpPr/>
          <p:nvPr/>
        </p:nvCxnSpPr>
        <p:spPr>
          <a:xfrm>
            <a:off x="5925030" y="316766"/>
            <a:ext cx="3219000" cy="0"/>
          </a:xfrm>
          <a:prstGeom prst="straightConnector1">
            <a:avLst/>
          </a:prstGeom>
          <a:noFill/>
          <a:ln w="28575" cap="flat" cmpd="sng">
            <a:solidFill>
              <a:srgbClr val="2254C5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90" name="Google Shape;190;p30"/>
          <p:cNvSpPr txBox="1"/>
          <p:nvPr/>
        </p:nvSpPr>
        <p:spPr>
          <a:xfrm>
            <a:off x="457200" y="314813"/>
            <a:ext cx="539670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PART 2</a:t>
            </a:r>
            <a:endParaRPr lang="en-PH" sz="2400" b="1" i="0" u="none" strike="noStrike" cap="none" dirty="0">
              <a:solidFill>
                <a:srgbClr val="004AAD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92" name="Google Shape;192;p30"/>
          <p:cNvSpPr/>
          <p:nvPr/>
        </p:nvSpPr>
        <p:spPr>
          <a:xfrm>
            <a:off x="572438" y="4711700"/>
            <a:ext cx="3745018" cy="2400128"/>
          </a:xfrm>
          <a:custGeom>
            <a:avLst/>
            <a:gdLst/>
            <a:ahLst/>
            <a:cxnLst/>
            <a:rect l="l" t="t" r="r" b="b"/>
            <a:pathLst>
              <a:path w="9727319" h="3106962" extrusionOk="0">
                <a:moveTo>
                  <a:pt x="0" y="0"/>
                </a:moveTo>
                <a:lnTo>
                  <a:pt x="9727318" y="0"/>
                </a:lnTo>
                <a:lnTo>
                  <a:pt x="9727318" y="3106962"/>
                </a:lnTo>
                <a:lnTo>
                  <a:pt x="0" y="310696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</p:sp>
      <p:pic>
        <p:nvPicPr>
          <p:cNvPr id="193" name="Google Shape;193;p3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833175" y="4541225"/>
            <a:ext cx="1204824" cy="44785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200;p11">
            <a:extLst>
              <a:ext uri="{FF2B5EF4-FFF2-40B4-BE49-F238E27FC236}">
                <a16:creationId xmlns:a16="http://schemas.microsoft.com/office/drawing/2014/main" id="{00994532-2321-69BA-F997-719D83AB4CB2}"/>
              </a:ext>
            </a:extLst>
          </p:cNvPr>
          <p:cNvSpPr txBox="1"/>
          <p:nvPr/>
        </p:nvSpPr>
        <p:spPr>
          <a:xfrm>
            <a:off x="740714" y="1488236"/>
            <a:ext cx="7635600" cy="615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Program</a:t>
            </a:r>
          </a:p>
        </p:txBody>
      </p:sp>
      <p:sp>
        <p:nvSpPr>
          <p:cNvPr id="3" name="Google Shape;201;p11">
            <a:extLst>
              <a:ext uri="{FF2B5EF4-FFF2-40B4-BE49-F238E27FC236}">
                <a16:creationId xmlns:a16="http://schemas.microsoft.com/office/drawing/2014/main" id="{5FEE8076-A939-38E0-C982-5D8D4B92F355}"/>
              </a:ext>
            </a:extLst>
          </p:cNvPr>
          <p:cNvSpPr txBox="1"/>
          <p:nvPr/>
        </p:nvSpPr>
        <p:spPr>
          <a:xfrm>
            <a:off x="408698" y="2234182"/>
            <a:ext cx="8361815" cy="9232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6350" marR="0" lvl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4AAD"/>
              </a:buClr>
              <a:buSzPts val="2000"/>
            </a:pPr>
            <a:r>
              <a:rPr lang="en-US" sz="3200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Components</a:t>
            </a:r>
            <a:endParaRPr lang="en-US" sz="3200" b="0" i="0" u="none" strike="noStrike" cap="none" dirty="0">
              <a:solidFill>
                <a:srgbClr val="004AAD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  <p:extLst>
      <p:ext uri="{BB962C8B-B14F-4D97-AF65-F5344CB8AC3E}">
        <p14:creationId xmlns:p14="http://schemas.microsoft.com/office/powerpoint/2010/main" val="22054637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89" name="Google Shape;189;p30"/>
          <p:cNvCxnSpPr/>
          <p:nvPr/>
        </p:nvCxnSpPr>
        <p:spPr>
          <a:xfrm>
            <a:off x="5925030" y="316766"/>
            <a:ext cx="3219000" cy="0"/>
          </a:xfrm>
          <a:prstGeom prst="straightConnector1">
            <a:avLst/>
          </a:prstGeom>
          <a:noFill/>
          <a:ln w="28575" cap="flat" cmpd="sng">
            <a:solidFill>
              <a:srgbClr val="2254C5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92" name="Google Shape;192;p30"/>
          <p:cNvSpPr/>
          <p:nvPr/>
        </p:nvSpPr>
        <p:spPr>
          <a:xfrm>
            <a:off x="572438" y="4711700"/>
            <a:ext cx="3745018" cy="2400128"/>
          </a:xfrm>
          <a:custGeom>
            <a:avLst/>
            <a:gdLst/>
            <a:ahLst/>
            <a:cxnLst/>
            <a:rect l="l" t="t" r="r" b="b"/>
            <a:pathLst>
              <a:path w="9727319" h="3106962" extrusionOk="0">
                <a:moveTo>
                  <a:pt x="0" y="0"/>
                </a:moveTo>
                <a:lnTo>
                  <a:pt x="9727318" y="0"/>
                </a:lnTo>
                <a:lnTo>
                  <a:pt x="9727318" y="3106962"/>
                </a:lnTo>
                <a:lnTo>
                  <a:pt x="0" y="310696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</p:sp>
      <p:pic>
        <p:nvPicPr>
          <p:cNvPr id="193" name="Google Shape;193;p3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833175" y="4541225"/>
            <a:ext cx="1204824" cy="44785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200;p11">
            <a:extLst>
              <a:ext uri="{FF2B5EF4-FFF2-40B4-BE49-F238E27FC236}">
                <a16:creationId xmlns:a16="http://schemas.microsoft.com/office/drawing/2014/main" id="{00994532-2321-69BA-F997-719D83AB4CB2}"/>
              </a:ext>
            </a:extLst>
          </p:cNvPr>
          <p:cNvSpPr txBox="1"/>
          <p:nvPr/>
        </p:nvSpPr>
        <p:spPr>
          <a:xfrm>
            <a:off x="740714" y="571599"/>
            <a:ext cx="763560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Program</a:t>
            </a:r>
          </a:p>
        </p:txBody>
      </p:sp>
      <p:sp>
        <p:nvSpPr>
          <p:cNvPr id="4" name="Google Shape;208;p12">
            <a:extLst>
              <a:ext uri="{FF2B5EF4-FFF2-40B4-BE49-F238E27FC236}">
                <a16:creationId xmlns:a16="http://schemas.microsoft.com/office/drawing/2014/main" id="{480E6FD9-2F3C-391B-4A41-C84B74454465}"/>
              </a:ext>
            </a:extLst>
          </p:cNvPr>
          <p:cNvSpPr txBox="1"/>
          <p:nvPr/>
        </p:nvSpPr>
        <p:spPr>
          <a:xfrm>
            <a:off x="373620" y="314570"/>
            <a:ext cx="5863800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Arial"/>
              <a:buNone/>
            </a:pPr>
            <a:r>
              <a:rPr lang="en-US" sz="2000" b="1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C</a:t>
            </a:r>
            <a:r>
              <a:rPr lang="en-PH" sz="2000" b="1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OMPONENTS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A38B1846-312F-F7FC-8305-4DFC62A8E58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19459655"/>
              </p:ext>
            </p:extLst>
          </p:nvPr>
        </p:nvGraphicFramePr>
        <p:xfrm>
          <a:off x="2080260" y="1275051"/>
          <a:ext cx="5454270" cy="1854200"/>
        </p:xfrm>
        <a:graphic>
          <a:graphicData uri="http://schemas.openxmlformats.org/drawingml/2006/table">
            <a:tbl>
              <a:tblPr firstRow="1" bandRow="1">
                <a:tableStyleId>{7287BBE2-F8AB-4FFC-AB9A-B3BEF387CB69}</a:tableStyleId>
              </a:tblPr>
              <a:tblGrid>
                <a:gridCol w="2406270">
                  <a:extLst>
                    <a:ext uri="{9D8B030D-6E8A-4147-A177-3AD203B41FA5}">
                      <a16:colId xmlns:a16="http://schemas.microsoft.com/office/drawing/2014/main" val="164758854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167550822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800" b="1" dirty="0">
                          <a:solidFill>
                            <a:schemeClr val="bg2"/>
                          </a:solidFill>
                          <a:latin typeface="Montserrat" panose="00000500000000000000" pitchFamily="2" charset="0"/>
                        </a:rPr>
                        <a:t>1. Purpose</a:t>
                      </a:r>
                      <a:endParaRPr lang="en-PH" sz="1800" b="1" dirty="0">
                        <a:solidFill>
                          <a:schemeClr val="bg2"/>
                        </a:solidFill>
                        <a:latin typeface="Montserrat" panose="00000500000000000000" pitchFamily="2" charset="0"/>
                      </a:endParaRPr>
                    </a:p>
                  </a:txBody>
                  <a:tcPr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1" dirty="0">
                          <a:solidFill>
                            <a:schemeClr val="bg2"/>
                          </a:solidFill>
                          <a:latin typeface="Montserrat" panose="00000500000000000000" pitchFamily="2" charset="0"/>
                        </a:rPr>
                        <a:t>6. Corrective Action</a:t>
                      </a:r>
                      <a:endParaRPr lang="en-PH" sz="1800" b="1" dirty="0">
                        <a:solidFill>
                          <a:schemeClr val="bg2"/>
                        </a:solidFill>
                        <a:latin typeface="Montserrat" panose="00000500000000000000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3017318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b="1" dirty="0">
                          <a:solidFill>
                            <a:schemeClr val="bg2"/>
                          </a:solidFill>
                          <a:latin typeface="Montserrat" panose="00000500000000000000" pitchFamily="2" charset="0"/>
                        </a:rPr>
                        <a:t>2. Scope</a:t>
                      </a:r>
                      <a:endParaRPr lang="en-PH" sz="1800" b="1" dirty="0">
                        <a:solidFill>
                          <a:schemeClr val="bg2"/>
                        </a:solidFill>
                        <a:latin typeface="Montserrat" panose="00000500000000000000" pitchFamily="2" charset="0"/>
                      </a:endParaRPr>
                    </a:p>
                  </a:txBody>
                  <a:tcPr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1" dirty="0">
                          <a:solidFill>
                            <a:schemeClr val="bg2"/>
                          </a:solidFill>
                          <a:latin typeface="Montserrat" panose="00000500000000000000" pitchFamily="2" charset="0"/>
                        </a:rPr>
                        <a:t>7. Review – Quality</a:t>
                      </a:r>
                      <a:endParaRPr lang="en-PH" sz="1800" b="1" dirty="0">
                        <a:solidFill>
                          <a:schemeClr val="bg2"/>
                        </a:solidFill>
                        <a:latin typeface="Montserrat" panose="00000500000000000000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59317922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b="1" dirty="0">
                          <a:solidFill>
                            <a:schemeClr val="bg2"/>
                          </a:solidFill>
                          <a:latin typeface="Montserrat" panose="00000500000000000000" pitchFamily="2" charset="0"/>
                        </a:rPr>
                        <a:t>3. Policy</a:t>
                      </a:r>
                      <a:endParaRPr lang="en-PH" sz="1800" b="1" dirty="0">
                        <a:solidFill>
                          <a:schemeClr val="bg2"/>
                        </a:solidFill>
                        <a:latin typeface="Montserrat" panose="00000500000000000000" pitchFamily="2" charset="0"/>
                      </a:endParaRPr>
                    </a:p>
                  </a:txBody>
                  <a:tcPr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1" dirty="0">
                          <a:solidFill>
                            <a:schemeClr val="bg2"/>
                          </a:solidFill>
                          <a:latin typeface="Montserrat" panose="00000500000000000000" pitchFamily="2" charset="0"/>
                        </a:rPr>
                        <a:t>8. Reference Document</a:t>
                      </a:r>
                      <a:endParaRPr lang="en-PH" sz="1800" b="1" dirty="0">
                        <a:solidFill>
                          <a:schemeClr val="bg2"/>
                        </a:solidFill>
                        <a:latin typeface="Montserrat" panose="00000500000000000000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544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b="1" dirty="0">
                          <a:solidFill>
                            <a:schemeClr val="bg2"/>
                          </a:solidFill>
                          <a:latin typeface="Montserrat" panose="00000500000000000000" pitchFamily="2" charset="0"/>
                        </a:rPr>
                        <a:t>4. Procedure</a:t>
                      </a:r>
                      <a:endParaRPr lang="en-PH" sz="1800" b="1" dirty="0">
                        <a:solidFill>
                          <a:schemeClr val="bg2"/>
                        </a:solidFill>
                        <a:latin typeface="Montserrat" panose="00000500000000000000" pitchFamily="2" charset="0"/>
                      </a:endParaRPr>
                    </a:p>
                  </a:txBody>
                  <a:tcPr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1" dirty="0">
                          <a:solidFill>
                            <a:schemeClr val="bg2"/>
                          </a:solidFill>
                          <a:latin typeface="Montserrat" panose="00000500000000000000" pitchFamily="2" charset="0"/>
                        </a:rPr>
                        <a:t>9. Reference</a:t>
                      </a:r>
                      <a:endParaRPr lang="en-PH" sz="1800" b="1" dirty="0">
                        <a:solidFill>
                          <a:schemeClr val="bg2"/>
                        </a:solidFill>
                        <a:latin typeface="Montserrat" panose="00000500000000000000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33488195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b="1" dirty="0">
                          <a:solidFill>
                            <a:schemeClr val="bg2"/>
                          </a:solidFill>
                          <a:latin typeface="Montserrat" panose="00000500000000000000" pitchFamily="2" charset="0"/>
                        </a:rPr>
                        <a:t>5. Responsibility</a:t>
                      </a:r>
                      <a:endParaRPr lang="en-PH" sz="1800" b="1" dirty="0">
                        <a:solidFill>
                          <a:schemeClr val="bg2"/>
                        </a:solidFill>
                        <a:latin typeface="Montserrat" panose="00000500000000000000" pitchFamily="2" charset="0"/>
                      </a:endParaRPr>
                    </a:p>
                  </a:txBody>
                  <a:tcPr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1" dirty="0">
                          <a:solidFill>
                            <a:schemeClr val="bg2"/>
                          </a:solidFill>
                          <a:latin typeface="Montserrat" panose="00000500000000000000" pitchFamily="2" charset="0"/>
                        </a:rPr>
                        <a:t>10. History</a:t>
                      </a:r>
                      <a:endParaRPr lang="en-PH" sz="1800" b="1" dirty="0">
                        <a:solidFill>
                          <a:schemeClr val="bg2"/>
                        </a:solidFill>
                        <a:latin typeface="Montserrat" panose="00000500000000000000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418785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391563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89" name="Google Shape;189;p30"/>
          <p:cNvCxnSpPr/>
          <p:nvPr/>
        </p:nvCxnSpPr>
        <p:spPr>
          <a:xfrm>
            <a:off x="5925030" y="316766"/>
            <a:ext cx="3219000" cy="0"/>
          </a:xfrm>
          <a:prstGeom prst="straightConnector1">
            <a:avLst/>
          </a:prstGeom>
          <a:noFill/>
          <a:ln w="28575" cap="flat" cmpd="sng">
            <a:solidFill>
              <a:srgbClr val="2254C5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92" name="Google Shape;192;p30"/>
          <p:cNvSpPr/>
          <p:nvPr/>
        </p:nvSpPr>
        <p:spPr>
          <a:xfrm>
            <a:off x="572438" y="4711700"/>
            <a:ext cx="3745018" cy="2400128"/>
          </a:xfrm>
          <a:custGeom>
            <a:avLst/>
            <a:gdLst/>
            <a:ahLst/>
            <a:cxnLst/>
            <a:rect l="l" t="t" r="r" b="b"/>
            <a:pathLst>
              <a:path w="9727319" h="3106962" extrusionOk="0">
                <a:moveTo>
                  <a:pt x="0" y="0"/>
                </a:moveTo>
                <a:lnTo>
                  <a:pt x="9727318" y="0"/>
                </a:lnTo>
                <a:lnTo>
                  <a:pt x="9727318" y="3106962"/>
                </a:lnTo>
                <a:lnTo>
                  <a:pt x="0" y="310696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</p:sp>
      <p:pic>
        <p:nvPicPr>
          <p:cNvPr id="193" name="Google Shape;193;p3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833175" y="4541225"/>
            <a:ext cx="1204824" cy="44785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200;p11">
            <a:extLst>
              <a:ext uri="{FF2B5EF4-FFF2-40B4-BE49-F238E27FC236}">
                <a16:creationId xmlns:a16="http://schemas.microsoft.com/office/drawing/2014/main" id="{00994532-2321-69BA-F997-719D83AB4CB2}"/>
              </a:ext>
            </a:extLst>
          </p:cNvPr>
          <p:cNvSpPr txBox="1"/>
          <p:nvPr/>
        </p:nvSpPr>
        <p:spPr>
          <a:xfrm>
            <a:off x="740714" y="571599"/>
            <a:ext cx="763560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Program</a:t>
            </a:r>
          </a:p>
        </p:txBody>
      </p:sp>
      <p:sp>
        <p:nvSpPr>
          <p:cNvPr id="4" name="Google Shape;208;p12">
            <a:extLst>
              <a:ext uri="{FF2B5EF4-FFF2-40B4-BE49-F238E27FC236}">
                <a16:creationId xmlns:a16="http://schemas.microsoft.com/office/drawing/2014/main" id="{480E6FD9-2F3C-391B-4A41-C84B74454465}"/>
              </a:ext>
            </a:extLst>
          </p:cNvPr>
          <p:cNvSpPr txBox="1"/>
          <p:nvPr/>
        </p:nvSpPr>
        <p:spPr>
          <a:xfrm>
            <a:off x="373620" y="314570"/>
            <a:ext cx="5863800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Arial"/>
              <a:buNone/>
            </a:pPr>
            <a:r>
              <a:rPr lang="en-US" sz="2000" b="1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PURPOSE &amp; SCOPE</a:t>
            </a:r>
            <a:endParaRPr lang="en-PH" sz="2000" b="1" dirty="0">
              <a:solidFill>
                <a:srgbClr val="004AAD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" name="Google Shape;201;p11">
            <a:extLst>
              <a:ext uri="{FF2B5EF4-FFF2-40B4-BE49-F238E27FC236}">
                <a16:creationId xmlns:a16="http://schemas.microsoft.com/office/drawing/2014/main" id="{E7253D00-9C1C-3D0E-2F51-31EC80CA9F66}"/>
              </a:ext>
            </a:extLst>
          </p:cNvPr>
          <p:cNvSpPr txBox="1"/>
          <p:nvPr/>
        </p:nvSpPr>
        <p:spPr>
          <a:xfrm>
            <a:off x="380448" y="863625"/>
            <a:ext cx="8523522" cy="40626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6350" marR="0" lvl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4AAD"/>
              </a:buClr>
              <a:buSzPts val="2000"/>
            </a:pPr>
            <a:r>
              <a:rPr lang="en-US" sz="1600" b="1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Purpose</a:t>
            </a:r>
          </a:p>
          <a:p>
            <a:pPr marL="6350" marR="0" lvl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4AAD"/>
              </a:buClr>
              <a:buSzPts val="2000"/>
            </a:pPr>
            <a:r>
              <a:rPr lang="en-US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a) Answers the question </a:t>
            </a:r>
            <a:r>
              <a:rPr lang="en-US" b="1" u="sng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WHY</a:t>
            </a:r>
            <a:r>
              <a:rPr lang="en-US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</a:p>
          <a:p>
            <a:pPr marL="6350" marR="0" lvl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4AAD"/>
              </a:buClr>
              <a:buSzPts val="2000"/>
            </a:pPr>
            <a:r>
              <a:rPr lang="en-US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(Why do we need to comply with the requirement/s?)</a:t>
            </a:r>
          </a:p>
          <a:p>
            <a:pPr marL="6350" marR="0" lvl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4AAD"/>
              </a:buClr>
              <a:buSzPts val="2000"/>
            </a:pPr>
            <a:r>
              <a:rPr lang="en-US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b) To Comply - The Code of Federal Regulations (CFR) constitutes the law. Therefore, compliance with the law is mandatory.</a:t>
            </a:r>
          </a:p>
          <a:p>
            <a:pPr marL="6350" marR="0" lvl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4AAD"/>
              </a:buClr>
              <a:buSzPts val="2000"/>
            </a:pPr>
            <a:r>
              <a:rPr lang="en-US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c) To Implement - Certification Standards (ISO, FSMA, SQF, Primus, etc.) serve as the system elements used for implementation, to achieve a/an certification or accreditation status. </a:t>
            </a:r>
          </a:p>
          <a:p>
            <a:pPr marL="6350" marR="0" lvl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4AAD"/>
              </a:buClr>
              <a:buSzPts val="2000"/>
            </a:pPr>
            <a:endParaRPr lang="en-US" sz="1000" dirty="0">
              <a:solidFill>
                <a:srgbClr val="004AAD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6350" marR="0" lvl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4AAD"/>
              </a:buClr>
              <a:buSzPts val="2000"/>
            </a:pPr>
            <a:r>
              <a:rPr lang="en-US" sz="1600" b="1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Scope</a:t>
            </a:r>
          </a:p>
          <a:p>
            <a:pPr marL="6350" marR="0" lvl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4AAD"/>
              </a:buClr>
              <a:buSzPts val="2000"/>
            </a:pPr>
            <a:r>
              <a:rPr lang="en-US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a) The boundaries and extent of the document</a:t>
            </a:r>
          </a:p>
          <a:p>
            <a:pPr marL="6350" marR="0" lvl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4AAD"/>
              </a:buClr>
              <a:buSzPts val="2000"/>
            </a:pPr>
            <a:r>
              <a:rPr lang="en-US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b) Outline of the procedure</a:t>
            </a:r>
          </a:p>
          <a:p>
            <a:pPr marL="6350" marR="0" lvl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4AAD"/>
              </a:buClr>
              <a:buSzPts val="2000"/>
            </a:pPr>
            <a:r>
              <a:rPr lang="en-US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c) Major sections of the procedure</a:t>
            </a:r>
          </a:p>
        </p:txBody>
      </p:sp>
    </p:spTree>
    <p:extLst>
      <p:ext uri="{BB962C8B-B14F-4D97-AF65-F5344CB8AC3E}">
        <p14:creationId xmlns:p14="http://schemas.microsoft.com/office/powerpoint/2010/main" val="27010009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89" name="Google Shape;189;p30"/>
          <p:cNvCxnSpPr/>
          <p:nvPr/>
        </p:nvCxnSpPr>
        <p:spPr>
          <a:xfrm>
            <a:off x="5925030" y="316766"/>
            <a:ext cx="3219000" cy="0"/>
          </a:xfrm>
          <a:prstGeom prst="straightConnector1">
            <a:avLst/>
          </a:prstGeom>
          <a:noFill/>
          <a:ln w="28575" cap="flat" cmpd="sng">
            <a:solidFill>
              <a:srgbClr val="2254C5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92" name="Google Shape;192;p30"/>
          <p:cNvSpPr/>
          <p:nvPr/>
        </p:nvSpPr>
        <p:spPr>
          <a:xfrm>
            <a:off x="572438" y="4711700"/>
            <a:ext cx="3745018" cy="2400128"/>
          </a:xfrm>
          <a:custGeom>
            <a:avLst/>
            <a:gdLst/>
            <a:ahLst/>
            <a:cxnLst/>
            <a:rect l="l" t="t" r="r" b="b"/>
            <a:pathLst>
              <a:path w="9727319" h="3106962" extrusionOk="0">
                <a:moveTo>
                  <a:pt x="0" y="0"/>
                </a:moveTo>
                <a:lnTo>
                  <a:pt x="9727318" y="0"/>
                </a:lnTo>
                <a:lnTo>
                  <a:pt x="9727318" y="3106962"/>
                </a:lnTo>
                <a:lnTo>
                  <a:pt x="0" y="310696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</p:sp>
      <p:pic>
        <p:nvPicPr>
          <p:cNvPr id="193" name="Google Shape;193;p3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833175" y="4541225"/>
            <a:ext cx="1204824" cy="44785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200;p11">
            <a:extLst>
              <a:ext uri="{FF2B5EF4-FFF2-40B4-BE49-F238E27FC236}">
                <a16:creationId xmlns:a16="http://schemas.microsoft.com/office/drawing/2014/main" id="{00994532-2321-69BA-F997-719D83AB4CB2}"/>
              </a:ext>
            </a:extLst>
          </p:cNvPr>
          <p:cNvSpPr txBox="1"/>
          <p:nvPr/>
        </p:nvSpPr>
        <p:spPr>
          <a:xfrm>
            <a:off x="740714" y="571599"/>
            <a:ext cx="763560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Program</a:t>
            </a:r>
          </a:p>
        </p:txBody>
      </p:sp>
      <p:sp>
        <p:nvSpPr>
          <p:cNvPr id="4" name="Google Shape;208;p12">
            <a:extLst>
              <a:ext uri="{FF2B5EF4-FFF2-40B4-BE49-F238E27FC236}">
                <a16:creationId xmlns:a16="http://schemas.microsoft.com/office/drawing/2014/main" id="{480E6FD9-2F3C-391B-4A41-C84B74454465}"/>
              </a:ext>
            </a:extLst>
          </p:cNvPr>
          <p:cNvSpPr txBox="1"/>
          <p:nvPr/>
        </p:nvSpPr>
        <p:spPr>
          <a:xfrm>
            <a:off x="373620" y="314570"/>
            <a:ext cx="5863800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Arial"/>
              <a:buNone/>
            </a:pPr>
            <a:r>
              <a:rPr lang="en-US" sz="2000" b="1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POLICY</a:t>
            </a:r>
            <a:endParaRPr lang="en-PH" sz="2000" b="1" dirty="0">
              <a:solidFill>
                <a:srgbClr val="004AAD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" name="Google Shape;201;p11">
            <a:extLst>
              <a:ext uri="{FF2B5EF4-FFF2-40B4-BE49-F238E27FC236}">
                <a16:creationId xmlns:a16="http://schemas.microsoft.com/office/drawing/2014/main" id="{E7253D00-9C1C-3D0E-2F51-31EC80CA9F66}"/>
              </a:ext>
            </a:extLst>
          </p:cNvPr>
          <p:cNvSpPr txBox="1"/>
          <p:nvPr/>
        </p:nvSpPr>
        <p:spPr>
          <a:xfrm>
            <a:off x="380448" y="1046507"/>
            <a:ext cx="8523522" cy="32777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6350" marR="0" lvl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4AAD"/>
              </a:buClr>
              <a:buSzPts val="2000"/>
            </a:pPr>
            <a:r>
              <a:rPr lang="en-US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a) Answers the question </a:t>
            </a:r>
            <a:r>
              <a:rPr lang="en-US" b="1" u="sng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WHAT</a:t>
            </a:r>
            <a:r>
              <a:rPr lang="en-US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</a:p>
          <a:p>
            <a:pPr marL="6350" marR="0" lvl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4AAD"/>
              </a:buClr>
              <a:buSzPts val="2000"/>
            </a:pPr>
            <a:r>
              <a:rPr lang="en-US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(What are the requirements that need to be complied with?)</a:t>
            </a:r>
          </a:p>
          <a:p>
            <a:pPr marL="6350" marR="0" lvl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4AAD"/>
              </a:buClr>
              <a:buSzPts val="2000"/>
            </a:pPr>
            <a:endParaRPr lang="en-US" sz="700" dirty="0">
              <a:solidFill>
                <a:srgbClr val="004AAD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6350" marR="0" lvl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4AAD"/>
              </a:buClr>
              <a:buSzPts val="2000"/>
            </a:pPr>
            <a:r>
              <a:rPr lang="en-US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b) Company rules - the actions the company is taking to implement and maintain the system to ensure compliance with the program's stated purpose.</a:t>
            </a:r>
          </a:p>
          <a:p>
            <a:pPr marL="6350" marR="0" lvl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4AAD"/>
              </a:buClr>
              <a:buSzPts val="2000"/>
            </a:pPr>
            <a:endParaRPr lang="en-US" dirty="0">
              <a:solidFill>
                <a:srgbClr val="004AAD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6350" marR="0" lvl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4AAD"/>
              </a:buClr>
              <a:buSzPts val="2000"/>
            </a:pPr>
            <a:r>
              <a:rPr lang="en-US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Notes:</a:t>
            </a:r>
          </a:p>
          <a:p>
            <a:pPr marL="6350" marR="0" lvl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4AAD"/>
              </a:buClr>
              <a:buSzPts val="2000"/>
            </a:pPr>
            <a:r>
              <a:rPr lang="en-US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1) Draft the statement in such a way that the company is currently practicing the program or procedure.</a:t>
            </a:r>
          </a:p>
          <a:p>
            <a:pPr marL="6350" marR="0" lvl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4AAD"/>
              </a:buClr>
              <a:buSzPts val="2000"/>
            </a:pPr>
            <a:r>
              <a:rPr lang="en-US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2) Refrain from using ‘shall’ or ‘should’ or ‘must.’</a:t>
            </a:r>
          </a:p>
        </p:txBody>
      </p:sp>
    </p:spTree>
    <p:extLst>
      <p:ext uri="{BB962C8B-B14F-4D97-AF65-F5344CB8AC3E}">
        <p14:creationId xmlns:p14="http://schemas.microsoft.com/office/powerpoint/2010/main" val="63497106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89" name="Google Shape;189;p30"/>
          <p:cNvCxnSpPr/>
          <p:nvPr/>
        </p:nvCxnSpPr>
        <p:spPr>
          <a:xfrm>
            <a:off x="5925030" y="316766"/>
            <a:ext cx="3219000" cy="0"/>
          </a:xfrm>
          <a:prstGeom prst="straightConnector1">
            <a:avLst/>
          </a:prstGeom>
          <a:noFill/>
          <a:ln w="28575" cap="flat" cmpd="sng">
            <a:solidFill>
              <a:srgbClr val="2254C5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92" name="Google Shape;192;p30"/>
          <p:cNvSpPr/>
          <p:nvPr/>
        </p:nvSpPr>
        <p:spPr>
          <a:xfrm>
            <a:off x="572438" y="4711700"/>
            <a:ext cx="3745018" cy="2400128"/>
          </a:xfrm>
          <a:custGeom>
            <a:avLst/>
            <a:gdLst/>
            <a:ahLst/>
            <a:cxnLst/>
            <a:rect l="l" t="t" r="r" b="b"/>
            <a:pathLst>
              <a:path w="9727319" h="3106962" extrusionOk="0">
                <a:moveTo>
                  <a:pt x="0" y="0"/>
                </a:moveTo>
                <a:lnTo>
                  <a:pt x="9727318" y="0"/>
                </a:lnTo>
                <a:lnTo>
                  <a:pt x="9727318" y="3106962"/>
                </a:lnTo>
                <a:lnTo>
                  <a:pt x="0" y="310696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</p:sp>
      <p:pic>
        <p:nvPicPr>
          <p:cNvPr id="193" name="Google Shape;193;p3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833175" y="4541225"/>
            <a:ext cx="1204824" cy="44785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200;p11">
            <a:extLst>
              <a:ext uri="{FF2B5EF4-FFF2-40B4-BE49-F238E27FC236}">
                <a16:creationId xmlns:a16="http://schemas.microsoft.com/office/drawing/2014/main" id="{00994532-2321-69BA-F997-719D83AB4CB2}"/>
              </a:ext>
            </a:extLst>
          </p:cNvPr>
          <p:cNvSpPr txBox="1"/>
          <p:nvPr/>
        </p:nvSpPr>
        <p:spPr>
          <a:xfrm>
            <a:off x="740714" y="571599"/>
            <a:ext cx="763560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Program</a:t>
            </a:r>
          </a:p>
        </p:txBody>
      </p:sp>
      <p:sp>
        <p:nvSpPr>
          <p:cNvPr id="4" name="Google Shape;208;p12">
            <a:extLst>
              <a:ext uri="{FF2B5EF4-FFF2-40B4-BE49-F238E27FC236}">
                <a16:creationId xmlns:a16="http://schemas.microsoft.com/office/drawing/2014/main" id="{480E6FD9-2F3C-391B-4A41-C84B74454465}"/>
              </a:ext>
            </a:extLst>
          </p:cNvPr>
          <p:cNvSpPr txBox="1"/>
          <p:nvPr/>
        </p:nvSpPr>
        <p:spPr>
          <a:xfrm>
            <a:off x="373620" y="314570"/>
            <a:ext cx="5863800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Arial"/>
              <a:buNone/>
            </a:pPr>
            <a:r>
              <a:rPr lang="en-US" sz="2000" b="1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PROCEDURE</a:t>
            </a:r>
            <a:endParaRPr lang="en-PH" sz="2000" b="1" dirty="0">
              <a:solidFill>
                <a:srgbClr val="004AAD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" name="Google Shape;201;p11">
            <a:extLst>
              <a:ext uri="{FF2B5EF4-FFF2-40B4-BE49-F238E27FC236}">
                <a16:creationId xmlns:a16="http://schemas.microsoft.com/office/drawing/2014/main" id="{E7253D00-9C1C-3D0E-2F51-31EC80CA9F66}"/>
              </a:ext>
            </a:extLst>
          </p:cNvPr>
          <p:cNvSpPr txBox="1"/>
          <p:nvPr/>
        </p:nvSpPr>
        <p:spPr>
          <a:xfrm>
            <a:off x="380447" y="992717"/>
            <a:ext cx="8171881" cy="24467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6350" algn="just">
              <a:lnSpc>
                <a:spcPct val="150000"/>
              </a:lnSpc>
              <a:buClr>
                <a:srgbClr val="004AAD"/>
              </a:buClr>
              <a:buSzPts val="2000"/>
            </a:pPr>
            <a:r>
              <a:rPr lang="en-US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a) Answers the questions </a:t>
            </a:r>
            <a:r>
              <a:rPr lang="en-US" b="1" u="sng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HOW</a:t>
            </a:r>
            <a:r>
              <a:rPr lang="en-US" b="1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, </a:t>
            </a:r>
            <a:r>
              <a:rPr lang="en-US" b="1" u="sng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WHEN</a:t>
            </a:r>
            <a:r>
              <a:rPr lang="en-US" b="1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and </a:t>
            </a:r>
            <a:r>
              <a:rPr lang="en-US" b="1" u="sng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WHERE.</a:t>
            </a:r>
            <a:r>
              <a:rPr lang="en-US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</a:p>
          <a:p>
            <a:pPr marL="6350" marR="0" lvl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4AAD"/>
              </a:buClr>
              <a:buSzPts val="2000"/>
            </a:pPr>
            <a:r>
              <a:rPr lang="en-US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(How do we comply with the requirements?)</a:t>
            </a:r>
          </a:p>
          <a:p>
            <a:pPr marL="6350" marR="0" lvl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4AAD"/>
              </a:buClr>
              <a:buSzPts val="2000"/>
            </a:pPr>
            <a:endParaRPr lang="en-US" sz="700" b="1" dirty="0">
              <a:solidFill>
                <a:srgbClr val="004AAD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6350" marR="0" lvl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4AAD"/>
              </a:buClr>
              <a:buSzPts val="2000"/>
            </a:pPr>
            <a:r>
              <a:rPr lang="en-US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b) The execution of the purpose or policy.</a:t>
            </a:r>
          </a:p>
          <a:p>
            <a:pPr marL="6350" marR="0" lvl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4AAD"/>
              </a:buClr>
              <a:buSzPts val="2000"/>
            </a:pPr>
            <a:endParaRPr lang="en-US" sz="700" dirty="0">
              <a:solidFill>
                <a:srgbClr val="004AAD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6350" marR="0" lvl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4AAD"/>
              </a:buClr>
              <a:buSzPts val="2000"/>
            </a:pPr>
            <a:r>
              <a:rPr lang="en-US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c) The general procedure is documented in P0. </a:t>
            </a:r>
          </a:p>
          <a:p>
            <a:pPr marL="6350" marR="0" lvl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4AAD"/>
              </a:buClr>
              <a:buSzPts val="2000"/>
            </a:pPr>
            <a:r>
              <a:rPr lang="en-US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If the procedure is too lengthy or detailed, additional documents (P1, P2, etc.) may be created.</a:t>
            </a:r>
          </a:p>
        </p:txBody>
      </p:sp>
    </p:spTree>
    <p:extLst>
      <p:ext uri="{BB962C8B-B14F-4D97-AF65-F5344CB8AC3E}">
        <p14:creationId xmlns:p14="http://schemas.microsoft.com/office/powerpoint/2010/main" val="288432555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89" name="Google Shape;189;p30"/>
          <p:cNvCxnSpPr/>
          <p:nvPr/>
        </p:nvCxnSpPr>
        <p:spPr>
          <a:xfrm>
            <a:off x="5925030" y="316766"/>
            <a:ext cx="3219000" cy="0"/>
          </a:xfrm>
          <a:prstGeom prst="straightConnector1">
            <a:avLst/>
          </a:prstGeom>
          <a:noFill/>
          <a:ln w="28575" cap="flat" cmpd="sng">
            <a:solidFill>
              <a:srgbClr val="2254C5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92" name="Google Shape;192;p30"/>
          <p:cNvSpPr/>
          <p:nvPr/>
        </p:nvSpPr>
        <p:spPr>
          <a:xfrm>
            <a:off x="572438" y="4711700"/>
            <a:ext cx="3745018" cy="2400128"/>
          </a:xfrm>
          <a:custGeom>
            <a:avLst/>
            <a:gdLst/>
            <a:ahLst/>
            <a:cxnLst/>
            <a:rect l="l" t="t" r="r" b="b"/>
            <a:pathLst>
              <a:path w="9727319" h="3106962" extrusionOk="0">
                <a:moveTo>
                  <a:pt x="0" y="0"/>
                </a:moveTo>
                <a:lnTo>
                  <a:pt x="9727318" y="0"/>
                </a:lnTo>
                <a:lnTo>
                  <a:pt x="9727318" y="3106962"/>
                </a:lnTo>
                <a:lnTo>
                  <a:pt x="0" y="310696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</p:sp>
      <p:pic>
        <p:nvPicPr>
          <p:cNvPr id="193" name="Google Shape;193;p3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833175" y="4541225"/>
            <a:ext cx="1204824" cy="44785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200;p11">
            <a:extLst>
              <a:ext uri="{FF2B5EF4-FFF2-40B4-BE49-F238E27FC236}">
                <a16:creationId xmlns:a16="http://schemas.microsoft.com/office/drawing/2014/main" id="{00994532-2321-69BA-F997-719D83AB4CB2}"/>
              </a:ext>
            </a:extLst>
          </p:cNvPr>
          <p:cNvSpPr txBox="1"/>
          <p:nvPr/>
        </p:nvSpPr>
        <p:spPr>
          <a:xfrm>
            <a:off x="740714" y="571599"/>
            <a:ext cx="763560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Program</a:t>
            </a:r>
          </a:p>
        </p:txBody>
      </p:sp>
      <p:sp>
        <p:nvSpPr>
          <p:cNvPr id="4" name="Google Shape;208;p12">
            <a:extLst>
              <a:ext uri="{FF2B5EF4-FFF2-40B4-BE49-F238E27FC236}">
                <a16:creationId xmlns:a16="http://schemas.microsoft.com/office/drawing/2014/main" id="{480E6FD9-2F3C-391B-4A41-C84B74454465}"/>
              </a:ext>
            </a:extLst>
          </p:cNvPr>
          <p:cNvSpPr txBox="1"/>
          <p:nvPr/>
        </p:nvSpPr>
        <p:spPr>
          <a:xfrm>
            <a:off x="373620" y="314570"/>
            <a:ext cx="5863800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Arial"/>
              <a:buNone/>
            </a:pPr>
            <a:r>
              <a:rPr lang="en-US" sz="2000" b="1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PROCEDURE</a:t>
            </a:r>
            <a:endParaRPr lang="en-PH" sz="2000" b="1" dirty="0">
              <a:solidFill>
                <a:srgbClr val="004AAD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" name="Google Shape;201;p11">
            <a:extLst>
              <a:ext uri="{FF2B5EF4-FFF2-40B4-BE49-F238E27FC236}">
                <a16:creationId xmlns:a16="http://schemas.microsoft.com/office/drawing/2014/main" id="{E7253D00-9C1C-3D0E-2F51-31EC80CA9F66}"/>
              </a:ext>
            </a:extLst>
          </p:cNvPr>
          <p:cNvSpPr txBox="1"/>
          <p:nvPr/>
        </p:nvSpPr>
        <p:spPr>
          <a:xfrm>
            <a:off x="380448" y="869480"/>
            <a:ext cx="8523522" cy="40626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6350" marR="0" lvl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4AAD"/>
              </a:buClr>
              <a:buSzPts val="2000"/>
            </a:pPr>
            <a:r>
              <a:rPr lang="en-US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Note: </a:t>
            </a:r>
          </a:p>
          <a:p>
            <a:pPr marL="6350" marR="0" lvl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4AAD"/>
              </a:buClr>
              <a:buSzPts val="2000"/>
            </a:pPr>
            <a:r>
              <a:rPr lang="en-US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1) First bullet or number - title of subsection:</a:t>
            </a:r>
          </a:p>
          <a:p>
            <a:pPr marL="6350" marR="0" lvl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4AAD"/>
              </a:buClr>
              <a:buSzPts val="2000"/>
            </a:pPr>
            <a:r>
              <a:rPr lang="en-US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   x. [Subsection]</a:t>
            </a:r>
          </a:p>
          <a:p>
            <a:pPr marL="6350" marR="0" lvl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4AAD"/>
              </a:buClr>
              <a:buSzPts val="2000"/>
            </a:pPr>
            <a:r>
              <a:rPr lang="en-US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        </a:t>
            </a:r>
            <a:r>
              <a:rPr lang="en-US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x.x.</a:t>
            </a:r>
            <a:r>
              <a:rPr lang="en-US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[Procedure]</a:t>
            </a:r>
          </a:p>
          <a:p>
            <a:pPr marL="6350" marR="0" lvl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4AAD"/>
              </a:buClr>
              <a:buSzPts val="2000"/>
            </a:pPr>
            <a:endParaRPr lang="en-US" sz="700" dirty="0">
              <a:solidFill>
                <a:srgbClr val="004AAD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6350" marR="0" lvl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4AAD"/>
              </a:buClr>
              <a:buSzPts val="2000"/>
            </a:pPr>
            <a:r>
              <a:rPr lang="en-US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2) Separate each subsection with a single line break. Click ‘Enter’ once;</a:t>
            </a:r>
          </a:p>
          <a:p>
            <a:pPr marL="6350" marR="0" lvl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4AAD"/>
              </a:buClr>
              <a:buSzPts val="2000"/>
            </a:pPr>
            <a:r>
              <a:rPr lang="en-US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Separate each components by clicking ‘Enter’ twice.</a:t>
            </a:r>
          </a:p>
          <a:p>
            <a:pPr marL="6350" marR="0" lvl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4AAD"/>
              </a:buClr>
              <a:buSzPts val="2000"/>
            </a:pPr>
            <a:endParaRPr lang="en-US" sz="700" dirty="0">
              <a:solidFill>
                <a:srgbClr val="004AAD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6350" marR="0" lvl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4AAD"/>
              </a:buClr>
              <a:buSzPts val="2000"/>
            </a:pPr>
            <a:r>
              <a:rPr lang="en-US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3) Ensure page layout, indentation, and text alignment are consistent.</a:t>
            </a:r>
          </a:p>
          <a:p>
            <a:pPr marL="6350" marR="0" lvl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4AAD"/>
              </a:buClr>
              <a:buSzPts val="2000"/>
            </a:pPr>
            <a:endParaRPr lang="en-US" sz="700" dirty="0">
              <a:solidFill>
                <a:srgbClr val="004AAD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6350" marR="0" lvl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4AAD"/>
              </a:buClr>
              <a:buSzPts val="2000"/>
            </a:pPr>
            <a:r>
              <a:rPr lang="en-US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4) In specific parts of procedure involving forms, indicate them on a separate number:</a:t>
            </a:r>
          </a:p>
          <a:p>
            <a:pPr marL="6350" marR="0" lvl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4AAD"/>
              </a:buClr>
              <a:buSzPts val="2000"/>
            </a:pPr>
            <a:r>
              <a:rPr lang="en-US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        </a:t>
            </a:r>
            <a:r>
              <a:rPr lang="en-US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x.x.</a:t>
            </a:r>
            <a:r>
              <a:rPr lang="en-US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Refer to [</a:t>
            </a:r>
            <a:r>
              <a:rPr lang="en-US" i="1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name of document</a:t>
            </a:r>
            <a:r>
              <a:rPr lang="en-US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] – the name of the document is italicized.</a:t>
            </a:r>
          </a:p>
          <a:p>
            <a:pPr marL="6350" marR="0" lvl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4AAD"/>
              </a:buClr>
              <a:buSzPts val="2000"/>
            </a:pPr>
            <a:endParaRPr lang="en-US" sz="700" dirty="0">
              <a:solidFill>
                <a:srgbClr val="004AAD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6350" marR="0" lvl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4AAD"/>
              </a:buClr>
              <a:buSzPts val="2000"/>
            </a:pPr>
            <a:r>
              <a:rPr lang="en-US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5) Use action words (avoid using ‘shall’ or ‘should’)</a:t>
            </a:r>
          </a:p>
        </p:txBody>
      </p:sp>
    </p:spTree>
    <p:extLst>
      <p:ext uri="{BB962C8B-B14F-4D97-AF65-F5344CB8AC3E}">
        <p14:creationId xmlns:p14="http://schemas.microsoft.com/office/powerpoint/2010/main" val="299878684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89" name="Google Shape;189;p30"/>
          <p:cNvCxnSpPr/>
          <p:nvPr/>
        </p:nvCxnSpPr>
        <p:spPr>
          <a:xfrm>
            <a:off x="5925030" y="316766"/>
            <a:ext cx="3219000" cy="0"/>
          </a:xfrm>
          <a:prstGeom prst="straightConnector1">
            <a:avLst/>
          </a:prstGeom>
          <a:noFill/>
          <a:ln w="28575" cap="flat" cmpd="sng">
            <a:solidFill>
              <a:srgbClr val="2254C5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92" name="Google Shape;192;p30"/>
          <p:cNvSpPr/>
          <p:nvPr/>
        </p:nvSpPr>
        <p:spPr>
          <a:xfrm>
            <a:off x="572438" y="4711700"/>
            <a:ext cx="3745018" cy="2400128"/>
          </a:xfrm>
          <a:custGeom>
            <a:avLst/>
            <a:gdLst/>
            <a:ahLst/>
            <a:cxnLst/>
            <a:rect l="l" t="t" r="r" b="b"/>
            <a:pathLst>
              <a:path w="9727319" h="3106962" extrusionOk="0">
                <a:moveTo>
                  <a:pt x="0" y="0"/>
                </a:moveTo>
                <a:lnTo>
                  <a:pt x="9727318" y="0"/>
                </a:lnTo>
                <a:lnTo>
                  <a:pt x="9727318" y="3106962"/>
                </a:lnTo>
                <a:lnTo>
                  <a:pt x="0" y="310696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</p:sp>
      <p:pic>
        <p:nvPicPr>
          <p:cNvPr id="193" name="Google Shape;193;p3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833175" y="4541225"/>
            <a:ext cx="1204824" cy="44785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200;p11">
            <a:extLst>
              <a:ext uri="{FF2B5EF4-FFF2-40B4-BE49-F238E27FC236}">
                <a16:creationId xmlns:a16="http://schemas.microsoft.com/office/drawing/2014/main" id="{00994532-2321-69BA-F997-719D83AB4CB2}"/>
              </a:ext>
            </a:extLst>
          </p:cNvPr>
          <p:cNvSpPr txBox="1"/>
          <p:nvPr/>
        </p:nvSpPr>
        <p:spPr>
          <a:xfrm>
            <a:off x="740714" y="571599"/>
            <a:ext cx="763560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Program</a:t>
            </a:r>
          </a:p>
        </p:txBody>
      </p:sp>
      <p:sp>
        <p:nvSpPr>
          <p:cNvPr id="4" name="Google Shape;208;p12">
            <a:extLst>
              <a:ext uri="{FF2B5EF4-FFF2-40B4-BE49-F238E27FC236}">
                <a16:creationId xmlns:a16="http://schemas.microsoft.com/office/drawing/2014/main" id="{480E6FD9-2F3C-391B-4A41-C84B74454465}"/>
              </a:ext>
            </a:extLst>
          </p:cNvPr>
          <p:cNvSpPr txBox="1"/>
          <p:nvPr/>
        </p:nvSpPr>
        <p:spPr>
          <a:xfrm>
            <a:off x="373620" y="314570"/>
            <a:ext cx="5863800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Arial"/>
              <a:buNone/>
            </a:pPr>
            <a:r>
              <a:rPr lang="en-US" sz="2000" b="1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RESPONSIBILITY</a:t>
            </a:r>
            <a:endParaRPr lang="en-PH" sz="2000" b="1" dirty="0">
              <a:solidFill>
                <a:srgbClr val="004AAD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" name="Google Shape;201;p11">
            <a:extLst>
              <a:ext uri="{FF2B5EF4-FFF2-40B4-BE49-F238E27FC236}">
                <a16:creationId xmlns:a16="http://schemas.microsoft.com/office/drawing/2014/main" id="{E7253D00-9C1C-3D0E-2F51-31EC80CA9F66}"/>
              </a:ext>
            </a:extLst>
          </p:cNvPr>
          <p:cNvSpPr txBox="1"/>
          <p:nvPr/>
        </p:nvSpPr>
        <p:spPr>
          <a:xfrm>
            <a:off x="380448" y="1046507"/>
            <a:ext cx="8523522" cy="34393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6350" marR="0" lvl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4AAD"/>
              </a:buClr>
              <a:buSzPts val="2000"/>
            </a:pPr>
            <a:r>
              <a:rPr lang="en-US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a) Answers the question </a:t>
            </a:r>
            <a:r>
              <a:rPr lang="en-US" b="1" u="sng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WHO.</a:t>
            </a:r>
          </a:p>
          <a:p>
            <a:pPr marL="6350" marR="0" lvl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4AAD"/>
              </a:buClr>
              <a:buSzPts val="2000"/>
            </a:pPr>
            <a:endParaRPr lang="en-US" sz="700" b="1" u="sng" dirty="0">
              <a:solidFill>
                <a:srgbClr val="004AAD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6350" marR="0" lvl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4AAD"/>
              </a:buClr>
              <a:buSzPts val="2000"/>
            </a:pPr>
            <a:r>
              <a:rPr lang="en-US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b) Identifies the personnel involved and their responsibilities in executing the program and achieving its purpose.</a:t>
            </a:r>
          </a:p>
          <a:p>
            <a:pPr marL="6350" marR="0" lvl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4AAD"/>
              </a:buClr>
              <a:buSzPts val="2000"/>
            </a:pPr>
            <a:endParaRPr lang="en-US" sz="700" dirty="0">
              <a:solidFill>
                <a:srgbClr val="004AAD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6350" marR="0" lvl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4AAD"/>
              </a:buClr>
              <a:buSzPts val="2000"/>
            </a:pPr>
            <a:r>
              <a:rPr lang="en-US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c) Details the specific personnel and their roles in implementing the program.</a:t>
            </a:r>
          </a:p>
          <a:p>
            <a:pPr marL="6350" marR="0" lvl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4AAD"/>
              </a:buClr>
              <a:buSzPts val="2000"/>
            </a:pPr>
            <a:endParaRPr lang="en-US" dirty="0">
              <a:solidFill>
                <a:srgbClr val="004AAD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6350" marR="0" lvl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4AAD"/>
              </a:buClr>
              <a:buSzPts val="2000"/>
            </a:pPr>
            <a:r>
              <a:rPr lang="en-US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Format:</a:t>
            </a:r>
          </a:p>
          <a:p>
            <a:pPr marL="6350" marR="0" lvl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4AAD"/>
              </a:buClr>
              <a:buSzPts val="2000"/>
            </a:pPr>
            <a:r>
              <a:rPr lang="en-US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x. [Personnel]</a:t>
            </a:r>
          </a:p>
          <a:p>
            <a:pPr marL="6350" marR="0" lvl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4AAD"/>
              </a:buClr>
              <a:buSzPts val="2000"/>
            </a:pPr>
            <a:r>
              <a:rPr lang="en-US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    </a:t>
            </a:r>
            <a:r>
              <a:rPr lang="en-US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x.x.</a:t>
            </a:r>
            <a:r>
              <a:rPr lang="en-US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[Responsibility 1]</a:t>
            </a:r>
          </a:p>
          <a:p>
            <a:pPr marL="6350" marR="0" lvl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4AAD"/>
              </a:buClr>
              <a:buSzPts val="2000"/>
            </a:pPr>
            <a:r>
              <a:rPr lang="en-US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    </a:t>
            </a:r>
            <a:r>
              <a:rPr lang="en-US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x.x.</a:t>
            </a:r>
            <a:r>
              <a:rPr lang="en-US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[Responsibility 2]</a:t>
            </a:r>
          </a:p>
        </p:txBody>
      </p:sp>
    </p:spTree>
    <p:extLst>
      <p:ext uri="{BB962C8B-B14F-4D97-AF65-F5344CB8AC3E}">
        <p14:creationId xmlns:p14="http://schemas.microsoft.com/office/powerpoint/2010/main" val="389715642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89" name="Google Shape;189;p30"/>
          <p:cNvCxnSpPr/>
          <p:nvPr/>
        </p:nvCxnSpPr>
        <p:spPr>
          <a:xfrm>
            <a:off x="5925030" y="316766"/>
            <a:ext cx="3219000" cy="0"/>
          </a:xfrm>
          <a:prstGeom prst="straightConnector1">
            <a:avLst/>
          </a:prstGeom>
          <a:noFill/>
          <a:ln w="28575" cap="flat" cmpd="sng">
            <a:solidFill>
              <a:srgbClr val="2254C5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92" name="Google Shape;192;p30"/>
          <p:cNvSpPr/>
          <p:nvPr/>
        </p:nvSpPr>
        <p:spPr>
          <a:xfrm>
            <a:off x="572438" y="4711700"/>
            <a:ext cx="3745018" cy="2400128"/>
          </a:xfrm>
          <a:custGeom>
            <a:avLst/>
            <a:gdLst/>
            <a:ahLst/>
            <a:cxnLst/>
            <a:rect l="l" t="t" r="r" b="b"/>
            <a:pathLst>
              <a:path w="9727319" h="3106962" extrusionOk="0">
                <a:moveTo>
                  <a:pt x="0" y="0"/>
                </a:moveTo>
                <a:lnTo>
                  <a:pt x="9727318" y="0"/>
                </a:lnTo>
                <a:lnTo>
                  <a:pt x="9727318" y="3106962"/>
                </a:lnTo>
                <a:lnTo>
                  <a:pt x="0" y="310696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</p:sp>
      <p:pic>
        <p:nvPicPr>
          <p:cNvPr id="193" name="Google Shape;193;p3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833175" y="4541225"/>
            <a:ext cx="1204824" cy="44785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200;p11">
            <a:extLst>
              <a:ext uri="{FF2B5EF4-FFF2-40B4-BE49-F238E27FC236}">
                <a16:creationId xmlns:a16="http://schemas.microsoft.com/office/drawing/2014/main" id="{00994532-2321-69BA-F997-719D83AB4CB2}"/>
              </a:ext>
            </a:extLst>
          </p:cNvPr>
          <p:cNvSpPr txBox="1"/>
          <p:nvPr/>
        </p:nvSpPr>
        <p:spPr>
          <a:xfrm>
            <a:off x="740714" y="754481"/>
            <a:ext cx="763560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Program</a:t>
            </a:r>
          </a:p>
        </p:txBody>
      </p:sp>
      <p:sp>
        <p:nvSpPr>
          <p:cNvPr id="4" name="Google Shape;208;p12">
            <a:extLst>
              <a:ext uri="{FF2B5EF4-FFF2-40B4-BE49-F238E27FC236}">
                <a16:creationId xmlns:a16="http://schemas.microsoft.com/office/drawing/2014/main" id="{480E6FD9-2F3C-391B-4A41-C84B74454465}"/>
              </a:ext>
            </a:extLst>
          </p:cNvPr>
          <p:cNvSpPr txBox="1"/>
          <p:nvPr/>
        </p:nvSpPr>
        <p:spPr>
          <a:xfrm>
            <a:off x="373620" y="314570"/>
            <a:ext cx="5863800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Arial"/>
              <a:buNone/>
            </a:pPr>
            <a:r>
              <a:rPr lang="en-US" sz="2000" b="1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CORRECTIVE ACTION, REVIEW - QUALITY</a:t>
            </a:r>
            <a:endParaRPr lang="en-PH" sz="2000" b="1" dirty="0">
              <a:solidFill>
                <a:srgbClr val="004AAD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" name="Google Shape;201;p11">
            <a:extLst>
              <a:ext uri="{FF2B5EF4-FFF2-40B4-BE49-F238E27FC236}">
                <a16:creationId xmlns:a16="http://schemas.microsoft.com/office/drawing/2014/main" id="{E7253D00-9C1C-3D0E-2F51-31EC80CA9F66}"/>
              </a:ext>
            </a:extLst>
          </p:cNvPr>
          <p:cNvSpPr txBox="1"/>
          <p:nvPr/>
        </p:nvSpPr>
        <p:spPr>
          <a:xfrm>
            <a:off x="380448" y="1132568"/>
            <a:ext cx="8523522" cy="37394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6350" marR="0" lvl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4AAD"/>
              </a:buClr>
              <a:buSzPts val="2000"/>
            </a:pPr>
            <a:r>
              <a:rPr lang="en-US" sz="1600" b="1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Corrective Action </a:t>
            </a:r>
          </a:p>
          <a:p>
            <a:pPr marL="6350" marR="0" lvl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4AAD"/>
              </a:buClr>
              <a:buSzPts val="2000"/>
            </a:pPr>
            <a:r>
              <a:rPr lang="en-US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a) How to address problems that may arise.</a:t>
            </a:r>
          </a:p>
          <a:p>
            <a:pPr marL="6350" marR="0" lvl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4AAD"/>
              </a:buClr>
              <a:buSzPts val="2000"/>
            </a:pPr>
            <a:r>
              <a:rPr lang="en-US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b) Define actions: Outline specific steps to address the root cause and correct the issue.</a:t>
            </a:r>
          </a:p>
          <a:p>
            <a:pPr marL="6350" marR="0" lvl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4AAD"/>
              </a:buClr>
              <a:buSzPts val="2000"/>
            </a:pPr>
            <a:r>
              <a:rPr lang="en-US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c) Assign responsibilities: Allocate tasks to specific individuals or teams responsible for implementing the actions.</a:t>
            </a:r>
          </a:p>
          <a:p>
            <a:pPr marL="6350" marR="0" lvl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4AAD"/>
              </a:buClr>
              <a:buSzPts val="2000"/>
            </a:pPr>
            <a:r>
              <a:rPr lang="en-US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d) Set timelines: Establish clear deadlines for each action step to ensure timely completion.</a:t>
            </a:r>
          </a:p>
          <a:p>
            <a:pPr marL="6350" marR="0" lvl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4AAD"/>
              </a:buClr>
              <a:buSzPts val="2000"/>
            </a:pPr>
            <a:endParaRPr lang="en-US" sz="1000" dirty="0">
              <a:solidFill>
                <a:srgbClr val="004AAD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6350" marR="0" lvl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4AAD"/>
              </a:buClr>
              <a:buSzPts val="2000"/>
            </a:pPr>
            <a:r>
              <a:rPr lang="en-US" sz="1600" b="1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Review – Quality</a:t>
            </a:r>
          </a:p>
          <a:p>
            <a:pPr marL="6350" marR="0" lvl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4AAD"/>
              </a:buClr>
              <a:buSzPts val="2000"/>
            </a:pPr>
            <a:r>
              <a:rPr lang="en-US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a) Reviewing changes on certification standards, statutory and regulatory requirements.</a:t>
            </a:r>
          </a:p>
          <a:p>
            <a:pPr marL="6350" marR="0" lvl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4AAD"/>
              </a:buClr>
              <a:buSzPts val="2000"/>
            </a:pPr>
            <a:r>
              <a:rPr lang="en-US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b) Review of records.</a:t>
            </a:r>
          </a:p>
          <a:p>
            <a:pPr marL="6350" marR="0" lvl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4AAD"/>
              </a:buClr>
              <a:buSzPts val="2000"/>
            </a:pPr>
            <a:r>
              <a:rPr lang="en-US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c) Includes a frequency of review.</a:t>
            </a:r>
          </a:p>
        </p:txBody>
      </p:sp>
    </p:spTree>
    <p:extLst>
      <p:ext uri="{BB962C8B-B14F-4D97-AF65-F5344CB8AC3E}">
        <p14:creationId xmlns:p14="http://schemas.microsoft.com/office/powerpoint/2010/main" val="49017809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89" name="Google Shape;189;p30"/>
          <p:cNvCxnSpPr/>
          <p:nvPr/>
        </p:nvCxnSpPr>
        <p:spPr>
          <a:xfrm>
            <a:off x="5925030" y="316766"/>
            <a:ext cx="3219000" cy="0"/>
          </a:xfrm>
          <a:prstGeom prst="straightConnector1">
            <a:avLst/>
          </a:prstGeom>
          <a:noFill/>
          <a:ln w="28575" cap="flat" cmpd="sng">
            <a:solidFill>
              <a:srgbClr val="2254C5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92" name="Google Shape;192;p30"/>
          <p:cNvSpPr/>
          <p:nvPr/>
        </p:nvSpPr>
        <p:spPr>
          <a:xfrm>
            <a:off x="572438" y="4711700"/>
            <a:ext cx="3745018" cy="2400128"/>
          </a:xfrm>
          <a:custGeom>
            <a:avLst/>
            <a:gdLst/>
            <a:ahLst/>
            <a:cxnLst/>
            <a:rect l="l" t="t" r="r" b="b"/>
            <a:pathLst>
              <a:path w="9727319" h="3106962" extrusionOk="0">
                <a:moveTo>
                  <a:pt x="0" y="0"/>
                </a:moveTo>
                <a:lnTo>
                  <a:pt x="9727318" y="0"/>
                </a:lnTo>
                <a:lnTo>
                  <a:pt x="9727318" y="3106962"/>
                </a:lnTo>
                <a:lnTo>
                  <a:pt x="0" y="310696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</p:sp>
      <p:pic>
        <p:nvPicPr>
          <p:cNvPr id="193" name="Google Shape;193;p3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833175" y="4541225"/>
            <a:ext cx="1204824" cy="44785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200;p11">
            <a:extLst>
              <a:ext uri="{FF2B5EF4-FFF2-40B4-BE49-F238E27FC236}">
                <a16:creationId xmlns:a16="http://schemas.microsoft.com/office/drawing/2014/main" id="{00994532-2321-69BA-F997-719D83AB4CB2}"/>
              </a:ext>
            </a:extLst>
          </p:cNvPr>
          <p:cNvSpPr txBox="1"/>
          <p:nvPr/>
        </p:nvSpPr>
        <p:spPr>
          <a:xfrm>
            <a:off x="740714" y="754481"/>
            <a:ext cx="763560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Program</a:t>
            </a:r>
          </a:p>
        </p:txBody>
      </p:sp>
      <p:sp>
        <p:nvSpPr>
          <p:cNvPr id="4" name="Google Shape;208;p12">
            <a:extLst>
              <a:ext uri="{FF2B5EF4-FFF2-40B4-BE49-F238E27FC236}">
                <a16:creationId xmlns:a16="http://schemas.microsoft.com/office/drawing/2014/main" id="{480E6FD9-2F3C-391B-4A41-C84B74454465}"/>
              </a:ext>
            </a:extLst>
          </p:cNvPr>
          <p:cNvSpPr txBox="1"/>
          <p:nvPr/>
        </p:nvSpPr>
        <p:spPr>
          <a:xfrm>
            <a:off x="373620" y="314570"/>
            <a:ext cx="5863800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Arial"/>
              <a:buNone/>
            </a:pPr>
            <a:r>
              <a:rPr lang="en-US" sz="2000" b="1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REFERENCE DOCUMENT, REFERENCES</a:t>
            </a:r>
            <a:endParaRPr lang="en-PH" sz="2000" b="1" dirty="0">
              <a:solidFill>
                <a:srgbClr val="004AAD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" name="Google Shape;201;p11">
            <a:extLst>
              <a:ext uri="{FF2B5EF4-FFF2-40B4-BE49-F238E27FC236}">
                <a16:creationId xmlns:a16="http://schemas.microsoft.com/office/drawing/2014/main" id="{E7253D00-9C1C-3D0E-2F51-31EC80CA9F66}"/>
              </a:ext>
            </a:extLst>
          </p:cNvPr>
          <p:cNvSpPr txBox="1"/>
          <p:nvPr/>
        </p:nvSpPr>
        <p:spPr>
          <a:xfrm>
            <a:off x="380448" y="1100294"/>
            <a:ext cx="8523522" cy="27699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6350" marR="0" lvl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4AAD"/>
              </a:buClr>
              <a:buSzPts val="2000"/>
            </a:pPr>
            <a:r>
              <a:rPr lang="en-US" sz="1600" b="1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Reference Document</a:t>
            </a:r>
          </a:p>
          <a:p>
            <a:pPr marL="6350" marR="0" lvl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4AAD"/>
              </a:buClr>
              <a:buSzPts val="2000"/>
            </a:pPr>
            <a:r>
              <a:rPr lang="en-US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a) List of all documents included in the program.</a:t>
            </a:r>
          </a:p>
          <a:p>
            <a:pPr marL="6350" marR="0" lvl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4AAD"/>
              </a:buClr>
              <a:buSzPts val="2000"/>
            </a:pPr>
            <a:r>
              <a:rPr lang="en-US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b) This provides a clear and organized way to find additional information and detailed procedures.</a:t>
            </a:r>
          </a:p>
          <a:p>
            <a:pPr marL="6350" marR="0" lvl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4AAD"/>
              </a:buClr>
              <a:buSzPts val="2000"/>
            </a:pPr>
            <a:endParaRPr lang="en-US" sz="1000" dirty="0">
              <a:solidFill>
                <a:srgbClr val="004AAD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6350" marR="0" lvl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4AAD"/>
              </a:buClr>
              <a:buSzPts val="2000"/>
            </a:pPr>
            <a:r>
              <a:rPr lang="en-US" sz="1600" b="1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References</a:t>
            </a:r>
          </a:p>
          <a:p>
            <a:pPr marL="6350" marR="0" lvl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4AAD"/>
              </a:buClr>
              <a:buSzPts val="2000"/>
            </a:pPr>
            <a:r>
              <a:rPr lang="en-US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a) The documents used as the basis for the development of the program, policy, procedure.</a:t>
            </a:r>
          </a:p>
          <a:p>
            <a:pPr marL="6350" marR="0" lvl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4AAD"/>
              </a:buClr>
              <a:buSzPts val="2000"/>
            </a:pPr>
            <a:r>
              <a:rPr lang="en-US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b) MLA style of citation</a:t>
            </a:r>
          </a:p>
        </p:txBody>
      </p:sp>
    </p:spTree>
    <p:extLst>
      <p:ext uri="{BB962C8B-B14F-4D97-AF65-F5344CB8AC3E}">
        <p14:creationId xmlns:p14="http://schemas.microsoft.com/office/powerpoint/2010/main" val="239684736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89" name="Google Shape;189;p30"/>
          <p:cNvCxnSpPr/>
          <p:nvPr/>
        </p:nvCxnSpPr>
        <p:spPr>
          <a:xfrm>
            <a:off x="5925030" y="316766"/>
            <a:ext cx="3219000" cy="0"/>
          </a:xfrm>
          <a:prstGeom prst="straightConnector1">
            <a:avLst/>
          </a:prstGeom>
          <a:noFill/>
          <a:ln w="28575" cap="flat" cmpd="sng">
            <a:solidFill>
              <a:srgbClr val="2254C5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92" name="Google Shape;192;p30"/>
          <p:cNvSpPr/>
          <p:nvPr/>
        </p:nvSpPr>
        <p:spPr>
          <a:xfrm>
            <a:off x="572438" y="4711700"/>
            <a:ext cx="3745018" cy="2400128"/>
          </a:xfrm>
          <a:custGeom>
            <a:avLst/>
            <a:gdLst/>
            <a:ahLst/>
            <a:cxnLst/>
            <a:rect l="l" t="t" r="r" b="b"/>
            <a:pathLst>
              <a:path w="9727319" h="3106962" extrusionOk="0">
                <a:moveTo>
                  <a:pt x="0" y="0"/>
                </a:moveTo>
                <a:lnTo>
                  <a:pt x="9727318" y="0"/>
                </a:lnTo>
                <a:lnTo>
                  <a:pt x="9727318" y="3106962"/>
                </a:lnTo>
                <a:lnTo>
                  <a:pt x="0" y="310696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</p:sp>
      <p:pic>
        <p:nvPicPr>
          <p:cNvPr id="193" name="Google Shape;193;p3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833175" y="4541225"/>
            <a:ext cx="1204824" cy="44785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200;p11">
            <a:extLst>
              <a:ext uri="{FF2B5EF4-FFF2-40B4-BE49-F238E27FC236}">
                <a16:creationId xmlns:a16="http://schemas.microsoft.com/office/drawing/2014/main" id="{00994532-2321-69BA-F997-719D83AB4CB2}"/>
              </a:ext>
            </a:extLst>
          </p:cNvPr>
          <p:cNvSpPr txBox="1"/>
          <p:nvPr/>
        </p:nvSpPr>
        <p:spPr>
          <a:xfrm>
            <a:off x="740714" y="539327"/>
            <a:ext cx="763560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Program</a:t>
            </a:r>
          </a:p>
        </p:txBody>
      </p:sp>
      <p:sp>
        <p:nvSpPr>
          <p:cNvPr id="4" name="Google Shape;208;p12">
            <a:extLst>
              <a:ext uri="{FF2B5EF4-FFF2-40B4-BE49-F238E27FC236}">
                <a16:creationId xmlns:a16="http://schemas.microsoft.com/office/drawing/2014/main" id="{480E6FD9-2F3C-391B-4A41-C84B74454465}"/>
              </a:ext>
            </a:extLst>
          </p:cNvPr>
          <p:cNvSpPr txBox="1"/>
          <p:nvPr/>
        </p:nvSpPr>
        <p:spPr>
          <a:xfrm>
            <a:off x="373620" y="314570"/>
            <a:ext cx="5863800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Arial"/>
              <a:buNone/>
            </a:pPr>
            <a:r>
              <a:rPr lang="en-US" sz="2000" b="1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REFERENCES</a:t>
            </a:r>
            <a:endParaRPr lang="en-PH" sz="2000" b="1" dirty="0">
              <a:solidFill>
                <a:srgbClr val="004AAD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" name="Google Shape;201;p11">
            <a:extLst>
              <a:ext uri="{FF2B5EF4-FFF2-40B4-BE49-F238E27FC236}">
                <a16:creationId xmlns:a16="http://schemas.microsoft.com/office/drawing/2014/main" id="{E7253D00-9C1C-3D0E-2F51-31EC80CA9F66}"/>
              </a:ext>
            </a:extLst>
          </p:cNvPr>
          <p:cNvSpPr txBox="1"/>
          <p:nvPr/>
        </p:nvSpPr>
        <p:spPr>
          <a:xfrm>
            <a:off x="380448" y="895900"/>
            <a:ext cx="8523522" cy="3693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6350" marR="0" lvl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4AAD"/>
              </a:buClr>
              <a:buSzPts val="2000"/>
            </a:pPr>
            <a:r>
              <a:rPr lang="en-US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a) </a:t>
            </a:r>
            <a:r>
              <a:rPr lang="en-US" u="sng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MLA citation format: Electronic Sources</a:t>
            </a:r>
          </a:p>
          <a:p>
            <a:pPr marL="6350" marR="0" lvl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4AAD"/>
              </a:buClr>
              <a:buSzPts val="2000"/>
            </a:pPr>
            <a:r>
              <a:rPr lang="en-US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- Title of the website, project, or book.</a:t>
            </a:r>
          </a:p>
          <a:p>
            <a:pPr marL="6350" marR="0" lvl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4AAD"/>
              </a:buClr>
              <a:buSzPts val="2000"/>
            </a:pPr>
            <a:r>
              <a:rPr lang="en-US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- Version numbers available - editions (ed.), revisions, or volumes (vol.), or issue numbers (no.).</a:t>
            </a:r>
          </a:p>
          <a:p>
            <a:pPr marL="6350" marR="0" lvl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4AAD"/>
              </a:buClr>
              <a:buSzPts val="2000"/>
            </a:pPr>
            <a:r>
              <a:rPr lang="en-US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- Publisher information - publisher name and publishing date.</a:t>
            </a:r>
          </a:p>
          <a:p>
            <a:pPr marL="6350" marR="0" lvl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4AAD"/>
              </a:buClr>
              <a:buSzPts val="2000"/>
            </a:pPr>
            <a:r>
              <a:rPr lang="en-US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- Paragraph numbers </a:t>
            </a:r>
          </a:p>
          <a:p>
            <a:pPr marL="6350" marR="0" lvl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4AAD"/>
              </a:buClr>
              <a:buSzPts val="2000"/>
            </a:pPr>
            <a:r>
              <a:rPr lang="en-US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- URL - (without the https://) or permalink.</a:t>
            </a:r>
          </a:p>
          <a:p>
            <a:pPr marL="6350" marR="0" lvl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4AAD"/>
              </a:buClr>
              <a:buSzPts val="2000"/>
            </a:pPr>
            <a:r>
              <a:rPr lang="en-US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- Date Accessed – pages that change frequently or do not have a visible copyright date.</a:t>
            </a:r>
          </a:p>
          <a:p>
            <a:pPr marL="6350" marR="0" lvl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4AAD"/>
              </a:buClr>
              <a:buSzPts val="2000"/>
            </a:pPr>
            <a:endParaRPr lang="en-US" sz="700" dirty="0">
              <a:solidFill>
                <a:srgbClr val="004AAD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6350" marR="0" lvl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4AAD"/>
              </a:buClr>
              <a:buSzPts val="2000"/>
            </a:pPr>
            <a:endParaRPr lang="en-US" sz="700" dirty="0">
              <a:solidFill>
                <a:srgbClr val="004AAD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6350" marR="0" lvl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4AAD"/>
              </a:buClr>
              <a:buSzPts val="2000"/>
            </a:pPr>
            <a:r>
              <a:rPr lang="en-US" sz="1000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Title 21 - Food And Drugs, Chapter I--Food and Drug Administration, Department Of Health And Human Services, Subchapter B - Food For Human Consumption Part 117 - Current Good Manufacturing Practice, Hazard Analysis, And Risk-Based Preventive Controls For Human Food, Subpart C - Hazard Analysis and Risk-Based Preventive Controls, Sec. 117.135 Preventive controls. 2023, www.accessdata.fda.gov/scripts/cdrh/cfdocs/cfcfr/CFRSearch.cfm?fr=117.135. Date Accessed: [ENTER ACCESS DATE]</a:t>
            </a:r>
          </a:p>
        </p:txBody>
      </p:sp>
    </p:spTree>
    <p:extLst>
      <p:ext uri="{BB962C8B-B14F-4D97-AF65-F5344CB8AC3E}">
        <p14:creationId xmlns:p14="http://schemas.microsoft.com/office/powerpoint/2010/main" val="170441043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89" name="Google Shape;189;p30"/>
          <p:cNvCxnSpPr/>
          <p:nvPr/>
        </p:nvCxnSpPr>
        <p:spPr>
          <a:xfrm>
            <a:off x="5925030" y="316766"/>
            <a:ext cx="3219000" cy="0"/>
          </a:xfrm>
          <a:prstGeom prst="straightConnector1">
            <a:avLst/>
          </a:prstGeom>
          <a:noFill/>
          <a:ln w="28575" cap="flat" cmpd="sng">
            <a:solidFill>
              <a:srgbClr val="2254C5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92" name="Google Shape;192;p30"/>
          <p:cNvSpPr/>
          <p:nvPr/>
        </p:nvSpPr>
        <p:spPr>
          <a:xfrm>
            <a:off x="572438" y="4711700"/>
            <a:ext cx="3745018" cy="2400128"/>
          </a:xfrm>
          <a:custGeom>
            <a:avLst/>
            <a:gdLst/>
            <a:ahLst/>
            <a:cxnLst/>
            <a:rect l="l" t="t" r="r" b="b"/>
            <a:pathLst>
              <a:path w="9727319" h="3106962" extrusionOk="0">
                <a:moveTo>
                  <a:pt x="0" y="0"/>
                </a:moveTo>
                <a:lnTo>
                  <a:pt x="9727318" y="0"/>
                </a:lnTo>
                <a:lnTo>
                  <a:pt x="9727318" y="3106962"/>
                </a:lnTo>
                <a:lnTo>
                  <a:pt x="0" y="310696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</p:sp>
      <p:pic>
        <p:nvPicPr>
          <p:cNvPr id="193" name="Google Shape;193;p3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833175" y="4541225"/>
            <a:ext cx="1204824" cy="44785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200;p11">
            <a:extLst>
              <a:ext uri="{FF2B5EF4-FFF2-40B4-BE49-F238E27FC236}">
                <a16:creationId xmlns:a16="http://schemas.microsoft.com/office/drawing/2014/main" id="{00994532-2321-69BA-F997-719D83AB4CB2}"/>
              </a:ext>
            </a:extLst>
          </p:cNvPr>
          <p:cNvSpPr txBox="1"/>
          <p:nvPr/>
        </p:nvSpPr>
        <p:spPr>
          <a:xfrm>
            <a:off x="740714" y="754481"/>
            <a:ext cx="763560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Program</a:t>
            </a:r>
          </a:p>
        </p:txBody>
      </p:sp>
      <p:sp>
        <p:nvSpPr>
          <p:cNvPr id="4" name="Google Shape;208;p12">
            <a:extLst>
              <a:ext uri="{FF2B5EF4-FFF2-40B4-BE49-F238E27FC236}">
                <a16:creationId xmlns:a16="http://schemas.microsoft.com/office/drawing/2014/main" id="{480E6FD9-2F3C-391B-4A41-C84B74454465}"/>
              </a:ext>
            </a:extLst>
          </p:cNvPr>
          <p:cNvSpPr txBox="1"/>
          <p:nvPr/>
        </p:nvSpPr>
        <p:spPr>
          <a:xfrm>
            <a:off x="373620" y="314570"/>
            <a:ext cx="5863800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Arial"/>
              <a:buNone/>
            </a:pPr>
            <a:r>
              <a:rPr lang="en-US" sz="2000" b="1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HISTORY</a:t>
            </a:r>
            <a:endParaRPr lang="en-PH" sz="2000" b="1" dirty="0">
              <a:solidFill>
                <a:srgbClr val="004AAD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" name="Google Shape;201;p11">
            <a:extLst>
              <a:ext uri="{FF2B5EF4-FFF2-40B4-BE49-F238E27FC236}">
                <a16:creationId xmlns:a16="http://schemas.microsoft.com/office/drawing/2014/main" id="{E7253D00-9C1C-3D0E-2F51-31EC80CA9F66}"/>
              </a:ext>
            </a:extLst>
          </p:cNvPr>
          <p:cNvSpPr txBox="1"/>
          <p:nvPr/>
        </p:nvSpPr>
        <p:spPr>
          <a:xfrm>
            <a:off x="380448" y="1100294"/>
            <a:ext cx="8523522" cy="21236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6350" marR="0" lvl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4AAD"/>
              </a:buClr>
              <a:buSzPts val="2000"/>
            </a:pPr>
            <a:r>
              <a:rPr lang="en-US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State the specific details of the changes made:</a:t>
            </a:r>
          </a:p>
          <a:p>
            <a:pPr marL="6350" marR="0" lvl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4AAD"/>
              </a:buClr>
              <a:buSzPts val="2000"/>
            </a:pPr>
            <a:r>
              <a:rPr lang="en-US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a.) Revision No.: 0 (Original) </a:t>
            </a:r>
          </a:p>
          <a:p>
            <a:pPr marL="6350" marR="0" lvl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4AAD"/>
              </a:buClr>
              <a:buSzPts val="2000"/>
            </a:pPr>
            <a:r>
              <a:rPr lang="en-US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b.) Revision Date: Current date or [YYYYMMDD]</a:t>
            </a:r>
          </a:p>
          <a:p>
            <a:pPr marL="6350" marR="0" lvl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4AAD"/>
              </a:buClr>
              <a:buSzPts val="2000"/>
            </a:pPr>
            <a:r>
              <a:rPr lang="en-US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c.) Description of Change : Original </a:t>
            </a:r>
          </a:p>
          <a:p>
            <a:pPr marL="6350" marR="0" lvl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4AAD"/>
              </a:buClr>
              <a:buSzPts val="2000"/>
            </a:pPr>
            <a:r>
              <a:rPr lang="en-US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e.) Originator/Author Name: </a:t>
            </a:r>
            <a:r>
              <a:rPr lang="en-US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Arnel</a:t>
            </a:r>
            <a:r>
              <a:rPr lang="en-US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Ryan or [ENTER AUTHOR NAME]</a:t>
            </a:r>
          </a:p>
          <a:p>
            <a:pPr marL="6350" marR="0" lvl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4AAD"/>
              </a:buClr>
              <a:buSzPts val="2000"/>
            </a:pPr>
            <a:r>
              <a:rPr lang="en-US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f.) Title/Department: PCQI/Compliance or [ENTER TITLE/ENTER DEPARTMENT]</a:t>
            </a:r>
            <a:endParaRPr lang="en-US" sz="1200" dirty="0">
              <a:solidFill>
                <a:srgbClr val="004AAD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B145AFB-2B09-660C-B747-1314C17FFA3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43025" y="3226725"/>
            <a:ext cx="6457950" cy="83820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7C3322BC-C773-61A5-5EC6-F09141733D5C}"/>
              </a:ext>
            </a:extLst>
          </p:cNvPr>
          <p:cNvSpPr txBox="1"/>
          <p:nvPr/>
        </p:nvSpPr>
        <p:spPr>
          <a:xfrm>
            <a:off x="417411" y="4219966"/>
            <a:ext cx="7415764" cy="3381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6350" marR="0" lvl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4AAD"/>
              </a:buClr>
              <a:buSzPts val="2000"/>
            </a:pPr>
            <a:r>
              <a:rPr lang="en-US" sz="1200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Table Layout: Align Center (text is horizontally and vertically centered within the cell)</a:t>
            </a:r>
          </a:p>
        </p:txBody>
      </p:sp>
    </p:spTree>
    <p:extLst>
      <p:ext uri="{BB962C8B-B14F-4D97-AF65-F5344CB8AC3E}">
        <p14:creationId xmlns:p14="http://schemas.microsoft.com/office/powerpoint/2010/main" val="30041452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1490</TotalTime>
  <Words>948</Words>
  <Application>Microsoft Office PowerPoint</Application>
  <PresentationFormat>On-screen Show (16:9)</PresentationFormat>
  <Paragraphs>128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Calibri</vt:lpstr>
      <vt:lpstr>Montserrat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Consultare Inc. Group</dc:creator>
  <cp:lastModifiedBy>HP</cp:lastModifiedBy>
  <cp:revision>32</cp:revision>
  <dcterms:modified xsi:type="dcterms:W3CDTF">2024-08-02T02:52:51Z</dcterms:modified>
</cp:coreProperties>
</file>