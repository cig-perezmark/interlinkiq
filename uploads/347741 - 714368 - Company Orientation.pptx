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24" strictFirstAndLastChars="0" embedTrueTypeFonts="1" saveSubsetFonts="1" autoCompressPictures="0">
  <p:sldMasterIdLst>
    <p:sldMasterId id="2147483648" r:id="rId1"/>
  </p:sldMasterIdLst>
  <p:notesMasterIdLst>
    <p:notesMasterId r:id="rId51"/>
  </p:notesMasterIdLst>
  <p:sldIdLst>
    <p:sldId id="256" r:id="rId2"/>
    <p:sldId id="257" r:id="rId3"/>
    <p:sldId id="282" r:id="rId4"/>
    <p:sldId id="283" r:id="rId5"/>
    <p:sldId id="284" r:id="rId6"/>
    <p:sldId id="270" r:id="rId7"/>
    <p:sldId id="271" r:id="rId8"/>
    <p:sldId id="258" r:id="rId9"/>
    <p:sldId id="260" r:id="rId10"/>
    <p:sldId id="275" r:id="rId11"/>
    <p:sldId id="276" r:id="rId12"/>
    <p:sldId id="261" r:id="rId13"/>
    <p:sldId id="278" r:id="rId14"/>
    <p:sldId id="279" r:id="rId15"/>
    <p:sldId id="280" r:id="rId16"/>
    <p:sldId id="281" r:id="rId17"/>
    <p:sldId id="312" r:id="rId18"/>
    <p:sldId id="262" r:id="rId19"/>
    <p:sldId id="263" r:id="rId20"/>
    <p:sldId id="264" r:id="rId21"/>
    <p:sldId id="265" r:id="rId22"/>
    <p:sldId id="266" r:id="rId23"/>
    <p:sldId id="285" r:id="rId24"/>
    <p:sldId id="311" r:id="rId25"/>
    <p:sldId id="269" r:id="rId26"/>
    <p:sldId id="286" r:id="rId27"/>
    <p:sldId id="287" r:id="rId28"/>
    <p:sldId id="305" r:id="rId29"/>
    <p:sldId id="288" r:id="rId30"/>
    <p:sldId id="306" r:id="rId31"/>
    <p:sldId id="289" r:id="rId32"/>
    <p:sldId id="290" r:id="rId33"/>
    <p:sldId id="307" r:id="rId34"/>
    <p:sldId id="308" r:id="rId35"/>
    <p:sldId id="291" r:id="rId36"/>
    <p:sldId id="292" r:id="rId37"/>
    <p:sldId id="293" r:id="rId38"/>
    <p:sldId id="294" r:id="rId39"/>
    <p:sldId id="295" r:id="rId40"/>
    <p:sldId id="297" r:id="rId41"/>
    <p:sldId id="298" r:id="rId42"/>
    <p:sldId id="299" r:id="rId43"/>
    <p:sldId id="300" r:id="rId44"/>
    <p:sldId id="301" r:id="rId45"/>
    <p:sldId id="302" r:id="rId46"/>
    <p:sldId id="303" r:id="rId47"/>
    <p:sldId id="304" r:id="rId48"/>
    <p:sldId id="309" r:id="rId49"/>
    <p:sldId id="310" r:id="rId50"/>
  </p:sldIdLst>
  <p:sldSz cx="21031200" cy="13716000"/>
  <p:notesSz cx="6858000" cy="9144000"/>
  <p:embeddedFontLst>
    <p:embeddedFont>
      <p:font typeface="Calibri" panose="020F0502020204030204" pitchFamily="34" charset="0"/>
      <p:regular r:id="rId52"/>
      <p:bold r:id="rId53"/>
      <p:italic r:id="rId54"/>
      <p:boldItalic r:id="rId55"/>
    </p:embeddedFont>
    <p:embeddedFont>
      <p:font typeface="Roboto" panose="020B0604020202020204" charset="0"/>
      <p:regular r:id="rId56"/>
      <p:bold r:id="rId57"/>
      <p:italic r:id="rId58"/>
      <p:boldItalic r:id="rId59"/>
    </p:embeddedFont>
    <p:embeddedFont>
      <p:font typeface="Barlow" panose="020B0604020202020204" charset="0"/>
      <p:regular r:id="rId60"/>
      <p:bold r:id="rId61"/>
      <p:italic r:id="rId62"/>
      <p:boldItalic r:id="rId63"/>
    </p:embeddedFont>
    <p:embeddedFont>
      <p:font typeface="Arial Narrow" panose="020B0606020202030204" pitchFamily="34" charset="0"/>
      <p:regular r:id="rId64"/>
      <p:bold r:id="rId65"/>
      <p:italic r:id="rId66"/>
      <p:boldItalic r:id="rId67"/>
    </p:embeddedFont>
    <p:embeddedFont>
      <p:font typeface="Montserrat" panose="020B0604020202020204" charset="0"/>
      <p:regular r:id="rId68"/>
      <p:bold r:id="rId69"/>
      <p:italic r:id="rId70"/>
      <p:boldItalic r:id="rId71"/>
    </p:embeddedFont>
    <p:embeddedFont>
      <p:font typeface="Merriweather" panose="020B0604020202020204" charset="0"/>
      <p:regular r:id="rId72"/>
      <p:bold r:id="rId73"/>
      <p:italic r:id="rId74"/>
      <p:boldItalic r:id="rId7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658"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658"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658"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658"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658"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658"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658"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658"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658"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userDrawn="1">
          <p15:clr>
            <a:srgbClr val="A4A3A4"/>
          </p15:clr>
        </p15:guide>
        <p15:guide id="2" pos="3312"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7" roundtripDataSignature="AMtx7mj2JxBKMq6vhwlBs7QV+SoVLqEB6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3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33" d="100"/>
          <a:sy n="33" d="100"/>
        </p:scale>
        <p:origin x="1176" y="90"/>
      </p:cViewPr>
      <p:guideLst>
        <p:guide orient="horz" pos="2880"/>
        <p:guide pos="3312"/>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4.fntdata"/><Relationship Id="rId63" Type="http://schemas.openxmlformats.org/officeDocument/2006/relationships/font" Target="fonts/font12.fntdata"/><Relationship Id="rId68" Type="http://schemas.openxmlformats.org/officeDocument/2006/relationships/font" Target="fonts/font17.fntdata"/><Relationship Id="rId7" Type="http://schemas.openxmlformats.org/officeDocument/2006/relationships/slide" Target="slides/slide6.xml"/><Relationship Id="rId71" Type="http://schemas.openxmlformats.org/officeDocument/2006/relationships/font" Target="fonts/font20.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2.fntdata"/><Relationship Id="rId58" Type="http://schemas.openxmlformats.org/officeDocument/2006/relationships/font" Target="fonts/font7.fntdata"/><Relationship Id="rId66" Type="http://schemas.openxmlformats.org/officeDocument/2006/relationships/font" Target="fonts/font15.fntdata"/><Relationship Id="rId74" Type="http://schemas.openxmlformats.org/officeDocument/2006/relationships/font" Target="fonts/font23.fntdata"/><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1.fntdata"/><Relationship Id="rId60" Type="http://schemas.openxmlformats.org/officeDocument/2006/relationships/font" Target="fonts/font9.fntdata"/><Relationship Id="rId65" Type="http://schemas.openxmlformats.org/officeDocument/2006/relationships/font" Target="fonts/font14.fntdata"/><Relationship Id="rId73" Type="http://schemas.openxmlformats.org/officeDocument/2006/relationships/font" Target="fonts/font22.fntdata"/><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5.fntdata"/><Relationship Id="rId64" Type="http://schemas.openxmlformats.org/officeDocument/2006/relationships/font" Target="fonts/font13.fntdata"/><Relationship Id="rId69" Type="http://schemas.openxmlformats.org/officeDocument/2006/relationships/font" Target="fonts/font18.fntdata"/><Relationship Id="rId77" Type="http://customschemas.google.com/relationships/presentationmetadata" Target="metadata"/><Relationship Id="rId8" Type="http://schemas.openxmlformats.org/officeDocument/2006/relationships/slide" Target="slides/slide7.xml"/><Relationship Id="rId51" Type="http://schemas.openxmlformats.org/officeDocument/2006/relationships/notesMaster" Target="notesMasters/notesMaster1.xml"/><Relationship Id="rId72" Type="http://schemas.openxmlformats.org/officeDocument/2006/relationships/font" Target="fonts/font21.fntdata"/><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8.fntdata"/><Relationship Id="rId67"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3.fntdata"/><Relationship Id="rId62" Type="http://schemas.openxmlformats.org/officeDocument/2006/relationships/font" Target="fonts/font11.fntdata"/><Relationship Id="rId70" Type="http://schemas.openxmlformats.org/officeDocument/2006/relationships/font" Target="fonts/font19.fntdata"/><Relationship Id="rId75" Type="http://schemas.openxmlformats.org/officeDocument/2006/relationships/font" Target="fonts/font2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6.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A11907-D691-4CD7-AACF-03D53A4EC196}" type="doc">
      <dgm:prSet loTypeId="urn:microsoft.com/office/officeart/2008/layout/NameandTitleOrganizationalChart" loCatId="hierarchy" qsTypeId="urn:microsoft.com/office/officeart/2005/8/quickstyle/simple1" qsCatId="simple" csTypeId="urn:microsoft.com/office/officeart/2005/8/colors/accent1_2" csCatId="accent1" phldr="1"/>
      <dgm:spPr/>
      <dgm:t>
        <a:bodyPr/>
        <a:lstStyle/>
        <a:p>
          <a:endParaRPr lang="en-SG"/>
        </a:p>
      </dgm:t>
    </dgm:pt>
    <dgm:pt modelId="{0DBDC849-BDBB-4C49-94BB-CF8AEE70CCEE}">
      <dgm:prSet phldrT="[Text]" custT="1"/>
      <dgm:spPr/>
      <dgm:t>
        <a:bodyPr/>
        <a:lstStyle/>
        <a:p>
          <a:r>
            <a:rPr lang="en-SG" sz="800" b="1">
              <a:latin typeface="Arial Narrow" pitchFamily="34" charset="0"/>
            </a:rPr>
            <a:t>ARNEL RYAN </a:t>
          </a:r>
        </a:p>
      </dgm:t>
    </dgm:pt>
    <dgm:pt modelId="{AB3A1D70-0685-4DDC-ADF0-91738B0AD467}" type="parTrans" cxnId="{93A8D67A-689B-48C5-905E-18A98E4BBD9A}">
      <dgm:prSet/>
      <dgm:spPr/>
      <dgm:t>
        <a:bodyPr/>
        <a:lstStyle/>
        <a:p>
          <a:endParaRPr lang="en-SG"/>
        </a:p>
      </dgm:t>
    </dgm:pt>
    <dgm:pt modelId="{68DCD7CE-21B9-4D04-9D60-AE264F4F7412}" type="sibTrans" cxnId="{93A8D67A-689B-48C5-905E-18A98E4BBD9A}">
      <dgm:prSet/>
      <dgm:spPr/>
      <dgm:t>
        <a:bodyPr/>
        <a:lstStyle/>
        <a:p>
          <a:pPr algn="ctr"/>
          <a:r>
            <a:rPr lang="en-SG">
              <a:latin typeface="Arial Narrow" pitchFamily="34" charset="0"/>
            </a:rPr>
            <a:t>CEO</a:t>
          </a:r>
        </a:p>
      </dgm:t>
    </dgm:pt>
    <dgm:pt modelId="{F0A08B22-41BF-4E2E-B8B2-E5F8ECCC6390}" type="asst">
      <dgm:prSet phldrT="[Text]" custT="1"/>
      <dgm:spPr/>
      <dgm:t>
        <a:bodyPr/>
        <a:lstStyle/>
        <a:p>
          <a:r>
            <a:rPr lang="en-SG" sz="800" b="1">
              <a:latin typeface="Arial Narrow" pitchFamily="34" charset="0"/>
            </a:rPr>
            <a:t>CRISTINA DAHINO </a:t>
          </a:r>
        </a:p>
      </dgm:t>
    </dgm:pt>
    <dgm:pt modelId="{71B14A17-EF27-43F0-A3F4-D781F2607921}" type="sibTrans" cxnId="{2B9EBD4B-F54E-4127-B031-63EB9DE4C3D4}">
      <dgm:prSet/>
      <dgm:spPr/>
      <dgm:t>
        <a:bodyPr/>
        <a:lstStyle/>
        <a:p>
          <a:pPr algn="ctr"/>
          <a:r>
            <a:rPr lang="en-SG">
              <a:latin typeface="Arial Narrow" pitchFamily="34" charset="0"/>
            </a:rPr>
            <a:t>CFO</a:t>
          </a:r>
        </a:p>
      </dgm:t>
    </dgm:pt>
    <dgm:pt modelId="{9DC9C4B7-EDAB-4EAF-B2E0-6A2538BF91D0}" type="parTrans" cxnId="{2B9EBD4B-F54E-4127-B031-63EB9DE4C3D4}">
      <dgm:prSet/>
      <dgm:spPr/>
      <dgm:t>
        <a:bodyPr/>
        <a:lstStyle/>
        <a:p>
          <a:endParaRPr lang="en-SG">
            <a:latin typeface="Arial Narrow" pitchFamily="34" charset="0"/>
          </a:endParaRPr>
        </a:p>
      </dgm:t>
    </dgm:pt>
    <dgm:pt modelId="{34605E8C-EA65-4BA3-A23F-E1B00C7B4840}">
      <dgm:prSet phldrT="[Text]" custT="1"/>
      <dgm:spPr/>
      <dgm:t>
        <a:bodyPr/>
        <a:lstStyle/>
        <a:p>
          <a:r>
            <a:rPr lang="en-SG" sz="800" b="1">
              <a:latin typeface="Arial Narrow" pitchFamily="34" charset="0"/>
            </a:rPr>
            <a:t>GENERAL ADMIN MANAGER</a:t>
          </a:r>
        </a:p>
      </dgm:t>
    </dgm:pt>
    <dgm:pt modelId="{AB201703-2ED5-4CE2-8803-5EDED272BD11}" type="sibTrans" cxnId="{A13C1C29-9DD9-4FE8-ACA2-5D5170E5A45E}">
      <dgm:prSet/>
      <dgm:spPr/>
      <dgm:t>
        <a:bodyPr/>
        <a:lstStyle/>
        <a:p>
          <a:pPr algn="ctr"/>
          <a:r>
            <a:rPr lang="en-SG">
              <a:latin typeface="Arial Narrow" pitchFamily="34" charset="0"/>
            </a:rPr>
            <a:t>OPEN</a:t>
          </a:r>
        </a:p>
      </dgm:t>
    </dgm:pt>
    <dgm:pt modelId="{0DFE678E-7CAD-4EEE-A817-9F8A5D3071F1}" type="parTrans" cxnId="{A13C1C29-9DD9-4FE8-ACA2-5D5170E5A45E}">
      <dgm:prSet/>
      <dgm:spPr/>
      <dgm:t>
        <a:bodyPr/>
        <a:lstStyle/>
        <a:p>
          <a:endParaRPr lang="en-SG">
            <a:latin typeface="Arial Narrow" pitchFamily="34" charset="0"/>
          </a:endParaRPr>
        </a:p>
      </dgm:t>
    </dgm:pt>
    <dgm:pt modelId="{B5C3938C-8EEC-4DB1-92DB-EE700F24C113}">
      <dgm:prSet phldrT="[Text]" custT="1"/>
      <dgm:spPr/>
      <dgm:t>
        <a:bodyPr/>
        <a:lstStyle/>
        <a:p>
          <a:r>
            <a:rPr lang="en-PH" sz="800" b="1">
              <a:latin typeface="Arial Narrow" pitchFamily="34" charset="0"/>
            </a:rPr>
            <a:t>GREEG GIMONGALA</a:t>
          </a:r>
          <a:endParaRPr lang="en-SG" sz="800" b="1">
            <a:latin typeface="Arial Narrow" pitchFamily="34" charset="0"/>
          </a:endParaRPr>
        </a:p>
      </dgm:t>
    </dgm:pt>
    <dgm:pt modelId="{66576122-D19B-46C8-8C6C-C4945D0F0161}" type="sibTrans" cxnId="{A1F50AC1-E66D-4787-AA07-19E8DA107501}">
      <dgm:prSet/>
      <dgm:spPr/>
      <dgm:t>
        <a:bodyPr/>
        <a:lstStyle/>
        <a:p>
          <a:pPr algn="ctr"/>
          <a:r>
            <a:rPr lang="en-PH">
              <a:latin typeface="Arial Narrow" pitchFamily="34" charset="0"/>
            </a:rPr>
            <a:t>IT Senior Manager</a:t>
          </a:r>
          <a:endParaRPr lang="en-SG">
            <a:latin typeface="Arial Narrow" pitchFamily="34" charset="0"/>
          </a:endParaRPr>
        </a:p>
      </dgm:t>
    </dgm:pt>
    <dgm:pt modelId="{4A5A0E13-3C52-4EB3-9908-A1B3DA6C05C7}" type="parTrans" cxnId="{A1F50AC1-E66D-4787-AA07-19E8DA107501}">
      <dgm:prSet/>
      <dgm:spPr/>
      <dgm:t>
        <a:bodyPr/>
        <a:lstStyle/>
        <a:p>
          <a:endParaRPr lang="en-SG">
            <a:latin typeface="Arial Narrow" pitchFamily="34" charset="0"/>
          </a:endParaRPr>
        </a:p>
      </dgm:t>
    </dgm:pt>
    <dgm:pt modelId="{94B3F0FE-CFEC-4DB0-85CA-BF56F270BD38}">
      <dgm:prSet phldrT="[Text]" custT="1"/>
      <dgm:spPr/>
      <dgm:t>
        <a:bodyPr/>
        <a:lstStyle/>
        <a:p>
          <a:r>
            <a:rPr lang="en-SG" sz="800" b="1">
              <a:latin typeface="Arial Narrow" pitchFamily="34" charset="0"/>
            </a:rPr>
            <a:t>IT Manager</a:t>
          </a:r>
        </a:p>
      </dgm:t>
    </dgm:pt>
    <dgm:pt modelId="{E4EEC120-AF0F-449F-9722-659C59873F94}" type="sibTrans" cxnId="{1F9D4DF0-A427-46C7-9D15-C709698B4363}">
      <dgm:prSet/>
      <dgm:spPr/>
      <dgm:t>
        <a:bodyPr/>
        <a:lstStyle/>
        <a:p>
          <a:r>
            <a:rPr lang="en-US"/>
            <a:t>Open</a:t>
          </a:r>
        </a:p>
      </dgm:t>
    </dgm:pt>
    <dgm:pt modelId="{A7585D4C-CE1F-4140-889E-405C56EA165D}" type="parTrans" cxnId="{1F9D4DF0-A427-46C7-9D15-C709698B4363}">
      <dgm:prSet/>
      <dgm:spPr/>
      <dgm:t>
        <a:bodyPr/>
        <a:lstStyle/>
        <a:p>
          <a:endParaRPr lang="en-US"/>
        </a:p>
      </dgm:t>
    </dgm:pt>
    <dgm:pt modelId="{B8A644D7-BCEC-45EB-8CC0-93E33D0CFF78}">
      <dgm:prSet phldrT="[Text]" custT="1"/>
      <dgm:spPr/>
      <dgm:t>
        <a:bodyPr/>
        <a:lstStyle/>
        <a:p>
          <a:r>
            <a:rPr lang="en-SG" sz="800" b="1">
              <a:latin typeface="Arial Narrow" pitchFamily="34" charset="0"/>
            </a:rPr>
            <a:t>Marc Jhonel Tayros</a:t>
          </a:r>
        </a:p>
      </dgm:t>
    </dgm:pt>
    <dgm:pt modelId="{E2CE4A14-358B-45C2-987C-BBCC62CED41F}" type="sibTrans" cxnId="{81D1019E-9389-43EF-AA15-D80DBDE353C4}">
      <dgm:prSet/>
      <dgm:spPr/>
      <dgm:t>
        <a:bodyPr/>
        <a:lstStyle/>
        <a:p>
          <a:pPr algn="ctr"/>
          <a:r>
            <a:rPr lang="en-SG">
              <a:latin typeface="Arial Narrow" pitchFamily="34" charset="0"/>
            </a:rPr>
            <a:t>IT Assistant Manager</a:t>
          </a:r>
        </a:p>
      </dgm:t>
    </dgm:pt>
    <dgm:pt modelId="{AB149D1C-8296-4530-B780-3C8393848930}" type="parTrans" cxnId="{81D1019E-9389-43EF-AA15-D80DBDE353C4}">
      <dgm:prSet/>
      <dgm:spPr/>
      <dgm:t>
        <a:bodyPr/>
        <a:lstStyle/>
        <a:p>
          <a:endParaRPr lang="en-SG">
            <a:latin typeface="Arial Narrow" pitchFamily="34" charset="0"/>
          </a:endParaRPr>
        </a:p>
      </dgm:t>
    </dgm:pt>
    <dgm:pt modelId="{087A59A6-261B-4899-A0A0-362A410944A2}">
      <dgm:prSet phldrT="[Text]" custT="1"/>
      <dgm:spPr/>
      <dgm:t>
        <a:bodyPr/>
        <a:lstStyle/>
        <a:p>
          <a:r>
            <a:rPr lang="en-SG" sz="800" b="1">
              <a:latin typeface="Arial Narrow" pitchFamily="34" charset="0"/>
            </a:rPr>
            <a:t>IT Supervisor</a:t>
          </a:r>
        </a:p>
      </dgm:t>
    </dgm:pt>
    <dgm:pt modelId="{DB0EBAE0-B947-4E24-9B36-5D11AB37F7AD}" type="sibTrans" cxnId="{FFA3FEE5-E9B6-49DB-84BE-3C4E50E042D5}">
      <dgm:prSet/>
      <dgm:spPr/>
      <dgm:t>
        <a:bodyPr/>
        <a:lstStyle/>
        <a:p>
          <a:pPr algn="ctr"/>
          <a:r>
            <a:rPr lang="en-SG">
              <a:latin typeface="Arial Narrow" pitchFamily="34" charset="0"/>
            </a:rPr>
            <a:t>IT Supervisor</a:t>
          </a:r>
        </a:p>
      </dgm:t>
    </dgm:pt>
    <dgm:pt modelId="{B98A44FF-A623-4F9C-BDE2-691A9B26BEC3}" type="parTrans" cxnId="{FFA3FEE5-E9B6-49DB-84BE-3C4E50E042D5}">
      <dgm:prSet/>
      <dgm:spPr/>
      <dgm:t>
        <a:bodyPr/>
        <a:lstStyle/>
        <a:p>
          <a:endParaRPr lang="en-SG">
            <a:latin typeface="Arial Narrow" pitchFamily="34" charset="0"/>
          </a:endParaRPr>
        </a:p>
      </dgm:t>
    </dgm:pt>
    <dgm:pt modelId="{55FCCF87-EAE7-4EF4-9EE2-54BE83CB913F}">
      <dgm:prSet phldrT="[Text]" custT="1"/>
      <dgm:spPr/>
      <dgm:t>
        <a:bodyPr/>
        <a:lstStyle/>
        <a:p>
          <a:r>
            <a:rPr lang="en-SG" sz="800" b="1">
              <a:latin typeface="Arial Narrow" pitchFamily="34" charset="0"/>
            </a:rPr>
            <a:t>Marvin Villascensio</a:t>
          </a:r>
        </a:p>
      </dgm:t>
    </dgm:pt>
    <dgm:pt modelId="{2784ECA4-C1FD-46DD-AAF2-966F66D97A41}" type="sibTrans" cxnId="{861D1D32-6298-4FE3-B0A3-0963AB6A8091}">
      <dgm:prSet/>
      <dgm:spPr/>
      <dgm:t>
        <a:bodyPr/>
        <a:lstStyle/>
        <a:p>
          <a:pPr algn="ctr"/>
          <a:r>
            <a:rPr lang="en-SG" b="0">
              <a:latin typeface="Arial Narrow" pitchFamily="34" charset="0"/>
            </a:rPr>
            <a:t>IT Compliance Coordinator</a:t>
          </a:r>
        </a:p>
      </dgm:t>
    </dgm:pt>
    <dgm:pt modelId="{F2C80A2A-10CB-4F00-9C2D-FDB248CB0F4D}" type="parTrans" cxnId="{861D1D32-6298-4FE3-B0A3-0963AB6A8091}">
      <dgm:prSet/>
      <dgm:spPr/>
      <dgm:t>
        <a:bodyPr/>
        <a:lstStyle/>
        <a:p>
          <a:endParaRPr lang="en-SG">
            <a:latin typeface="Arial Narrow" pitchFamily="34" charset="0"/>
          </a:endParaRPr>
        </a:p>
      </dgm:t>
    </dgm:pt>
    <dgm:pt modelId="{3A84117B-88A2-4DCE-B25E-6E427D7C2873}">
      <dgm:prSet phldrT="[Text]" custT="1"/>
      <dgm:spPr/>
      <dgm:t>
        <a:bodyPr/>
        <a:lstStyle/>
        <a:p>
          <a:r>
            <a:rPr lang="en-SG" sz="800" b="1">
              <a:latin typeface="Arial Narrow" pitchFamily="34" charset="0"/>
            </a:rPr>
            <a:t>Almario Miano</a:t>
          </a:r>
        </a:p>
      </dgm:t>
    </dgm:pt>
    <dgm:pt modelId="{C2F26FF7-E1EF-43C6-B114-FB5F10AB9C7C}" type="sibTrans" cxnId="{A086481B-EB2E-42C1-BDCD-C3BD829453DA}">
      <dgm:prSet custT="1"/>
      <dgm:spPr/>
      <dgm:t>
        <a:bodyPr/>
        <a:lstStyle/>
        <a:p>
          <a:r>
            <a:rPr lang="en-US" sz="400"/>
            <a:t>IT Compliance Coordinator</a:t>
          </a:r>
        </a:p>
      </dgm:t>
    </dgm:pt>
    <dgm:pt modelId="{8909F75C-B96C-4C4F-A36A-F1CD20A8AE82}" type="parTrans" cxnId="{A086481B-EB2E-42C1-BDCD-C3BD829453DA}">
      <dgm:prSet/>
      <dgm:spPr/>
      <dgm:t>
        <a:bodyPr/>
        <a:lstStyle/>
        <a:p>
          <a:endParaRPr lang="en-US"/>
        </a:p>
      </dgm:t>
    </dgm:pt>
    <dgm:pt modelId="{C4FBE58F-C6D4-4F9F-8A04-F66A0A525463}">
      <dgm:prSet phldrT="[Text]" custT="1"/>
      <dgm:spPr/>
      <dgm:t>
        <a:bodyPr/>
        <a:lstStyle/>
        <a:p>
          <a:r>
            <a:rPr lang="en-SG" sz="800" b="1">
              <a:latin typeface="Arial Narrow" pitchFamily="34" charset="0"/>
            </a:rPr>
            <a:t>IT Team Lead</a:t>
          </a:r>
        </a:p>
      </dgm:t>
    </dgm:pt>
    <dgm:pt modelId="{4B42CEAB-85DF-4AE8-B41B-1EA9394A5034}" type="sibTrans" cxnId="{7BCBDCF8-6073-45B9-B77C-C85BF3765152}">
      <dgm:prSet/>
      <dgm:spPr/>
      <dgm:t>
        <a:bodyPr/>
        <a:lstStyle/>
        <a:p>
          <a:pPr algn="ctr"/>
          <a:r>
            <a:rPr lang="en-SG">
              <a:latin typeface="Arial Narrow" pitchFamily="34" charset="0"/>
            </a:rPr>
            <a:t>IT Team Lead</a:t>
          </a:r>
        </a:p>
      </dgm:t>
    </dgm:pt>
    <dgm:pt modelId="{3E0D27B1-678C-41CC-AD64-301FC33904D0}" type="parTrans" cxnId="{7BCBDCF8-6073-45B9-B77C-C85BF3765152}">
      <dgm:prSet/>
      <dgm:spPr/>
      <dgm:t>
        <a:bodyPr/>
        <a:lstStyle/>
        <a:p>
          <a:endParaRPr lang="en-SG">
            <a:latin typeface="Arial Narrow" pitchFamily="34" charset="0"/>
          </a:endParaRPr>
        </a:p>
      </dgm:t>
    </dgm:pt>
    <dgm:pt modelId="{131F22DE-479B-40FB-9392-820CE10FD3F7}">
      <dgm:prSet phldrT="[Text]" custT="1"/>
      <dgm:spPr/>
      <dgm:t>
        <a:bodyPr/>
        <a:lstStyle/>
        <a:p>
          <a:r>
            <a:rPr lang="en-SG" sz="800" b="1">
              <a:latin typeface="Arial Narrow" pitchFamily="34" charset="0"/>
            </a:rPr>
            <a:t>Nelmar Buncag</a:t>
          </a:r>
        </a:p>
      </dgm:t>
    </dgm:pt>
    <dgm:pt modelId="{13BA00BD-ABBE-4E60-9755-3FEF57FF1800}" type="sibTrans" cxnId="{89928D53-0B0D-46F8-B47B-DA6F9252B08A}">
      <dgm:prSet/>
      <dgm:spPr/>
      <dgm:t>
        <a:bodyPr/>
        <a:lstStyle/>
        <a:p>
          <a:pPr algn="ctr"/>
          <a:r>
            <a:rPr lang="en-US"/>
            <a:t>IT Coordinator</a:t>
          </a:r>
          <a:endParaRPr lang="en-SG">
            <a:latin typeface="Arial Narrow" pitchFamily="34" charset="0"/>
          </a:endParaRPr>
        </a:p>
      </dgm:t>
    </dgm:pt>
    <dgm:pt modelId="{C93A8A5A-4677-4F99-A189-A9868C86E0F8}" type="parTrans" cxnId="{89928D53-0B0D-46F8-B47B-DA6F9252B08A}">
      <dgm:prSet/>
      <dgm:spPr/>
      <dgm:t>
        <a:bodyPr/>
        <a:lstStyle/>
        <a:p>
          <a:endParaRPr lang="en-SG">
            <a:latin typeface="Arial Narrow" pitchFamily="34" charset="0"/>
          </a:endParaRPr>
        </a:p>
      </dgm:t>
    </dgm:pt>
    <dgm:pt modelId="{098C3B73-E68C-4F43-AEED-D59C25BB1E8B}">
      <dgm:prSet phldrT="[Text]" custT="1"/>
      <dgm:spPr/>
      <dgm:t>
        <a:bodyPr/>
        <a:lstStyle/>
        <a:p>
          <a:r>
            <a:rPr lang="en-SG" sz="800" b="1">
              <a:latin typeface="Arial Narrow" pitchFamily="34" charset="0"/>
            </a:rPr>
            <a:t>Rusty James Valladolid</a:t>
          </a:r>
        </a:p>
      </dgm:t>
    </dgm:pt>
    <dgm:pt modelId="{B2BA154D-D61E-450C-83BA-84CD26AA6789}" type="sibTrans" cxnId="{41A846FF-2EA1-4DBA-A83D-159F872FA8E9}">
      <dgm:prSet/>
      <dgm:spPr/>
      <dgm:t>
        <a:bodyPr/>
        <a:lstStyle/>
        <a:p>
          <a:r>
            <a:rPr lang="en-US"/>
            <a:t>IT Coordinator</a:t>
          </a:r>
        </a:p>
      </dgm:t>
    </dgm:pt>
    <dgm:pt modelId="{01118030-56A2-456F-990E-C550AC677DD1}" type="parTrans" cxnId="{41A846FF-2EA1-4DBA-A83D-159F872FA8E9}">
      <dgm:prSet/>
      <dgm:spPr/>
      <dgm:t>
        <a:bodyPr/>
        <a:lstStyle/>
        <a:p>
          <a:endParaRPr lang="en-US"/>
        </a:p>
      </dgm:t>
    </dgm:pt>
    <dgm:pt modelId="{FB538157-FB19-4453-B592-5338041891D5}">
      <dgm:prSet phldrT="[Text]" custT="1"/>
      <dgm:spPr/>
      <dgm:t>
        <a:bodyPr/>
        <a:lstStyle/>
        <a:p>
          <a:r>
            <a:rPr lang="en-PH" sz="800">
              <a:latin typeface="Arial Narrow" pitchFamily="34" charset="0"/>
            </a:rPr>
            <a:t>PROJECT MANAGER</a:t>
          </a:r>
          <a:endParaRPr lang="en-SG" sz="800" b="1">
            <a:latin typeface="Arial Narrow" pitchFamily="34" charset="0"/>
          </a:endParaRPr>
        </a:p>
      </dgm:t>
    </dgm:pt>
    <dgm:pt modelId="{FD85CDD4-6603-4E53-86F3-278555B17E35}" type="sibTrans" cxnId="{53279E1D-C58B-4265-9D64-0E87893FDA22}">
      <dgm:prSet/>
      <dgm:spPr/>
      <dgm:t>
        <a:bodyPr/>
        <a:lstStyle/>
        <a:p>
          <a:pPr algn="ctr"/>
          <a:r>
            <a:rPr lang="en-SG">
              <a:latin typeface="Arial Narrow" pitchFamily="34" charset="0"/>
            </a:rPr>
            <a:t>Open</a:t>
          </a:r>
        </a:p>
      </dgm:t>
    </dgm:pt>
    <dgm:pt modelId="{76E7EDC7-02D7-479D-B2D9-E275908A552E}" type="parTrans" cxnId="{53279E1D-C58B-4265-9D64-0E87893FDA22}">
      <dgm:prSet/>
      <dgm:spPr/>
      <dgm:t>
        <a:bodyPr/>
        <a:lstStyle/>
        <a:p>
          <a:endParaRPr lang="en-SG">
            <a:latin typeface="Arial Narrow" pitchFamily="34" charset="0"/>
          </a:endParaRPr>
        </a:p>
      </dgm:t>
    </dgm:pt>
    <dgm:pt modelId="{36742881-FA78-4BC8-8AB2-35F81D959BB2}">
      <dgm:prSet phldrT="[Text]" custT="1"/>
      <dgm:spPr/>
      <dgm:t>
        <a:bodyPr/>
        <a:lstStyle/>
        <a:p>
          <a:r>
            <a:rPr lang="en-SG" sz="800" b="1">
              <a:latin typeface="Arial Narrow" pitchFamily="34" charset="0"/>
            </a:rPr>
            <a:t>Assistant Project Manager</a:t>
          </a:r>
        </a:p>
      </dgm:t>
    </dgm:pt>
    <dgm:pt modelId="{C3D7C5DF-B563-435A-9442-F763E82ABDE7}" type="sibTrans" cxnId="{9776CDB9-BB90-4FF4-BC38-9B534FB1EF3F}">
      <dgm:prSet/>
      <dgm:spPr/>
      <dgm:t>
        <a:bodyPr/>
        <a:lstStyle/>
        <a:p>
          <a:pPr algn="ctr"/>
          <a:r>
            <a:rPr lang="en-SG">
              <a:latin typeface="Arial Narrow" pitchFamily="34" charset="0"/>
            </a:rPr>
            <a:t>Open</a:t>
          </a:r>
        </a:p>
      </dgm:t>
    </dgm:pt>
    <dgm:pt modelId="{7B6D80DC-E851-41C2-837D-D055210FEF25}" type="parTrans" cxnId="{9776CDB9-BB90-4FF4-BC38-9B534FB1EF3F}">
      <dgm:prSet/>
      <dgm:spPr/>
      <dgm:t>
        <a:bodyPr/>
        <a:lstStyle/>
        <a:p>
          <a:endParaRPr lang="en-SG">
            <a:latin typeface="Arial Narrow" pitchFamily="34" charset="0"/>
          </a:endParaRPr>
        </a:p>
      </dgm:t>
    </dgm:pt>
    <dgm:pt modelId="{2E977094-ADAA-4096-9A88-8FEF08A7F21B}">
      <dgm:prSet phldrT="[Text]" custT="1"/>
      <dgm:spPr/>
      <dgm:t>
        <a:bodyPr/>
        <a:lstStyle/>
        <a:p>
          <a:r>
            <a:rPr lang="en-SG" sz="800" b="1">
              <a:latin typeface="Arial Narrow" pitchFamily="34" charset="0"/>
            </a:rPr>
            <a:t>Cherry Rose Damayo</a:t>
          </a:r>
        </a:p>
      </dgm:t>
    </dgm:pt>
    <dgm:pt modelId="{C475B884-F21A-4239-823C-45CDAE4BFA29}" type="sibTrans" cxnId="{C1E093BF-E622-4C45-949B-743C3004F83A}">
      <dgm:prSet/>
      <dgm:spPr/>
      <dgm:t>
        <a:bodyPr/>
        <a:lstStyle/>
        <a:p>
          <a:pPr algn="ctr"/>
          <a:r>
            <a:rPr lang="en-SG">
              <a:latin typeface="Arial Narrow" pitchFamily="34" charset="0"/>
            </a:rPr>
            <a:t>Project Compliance Coordinator</a:t>
          </a:r>
        </a:p>
      </dgm:t>
    </dgm:pt>
    <dgm:pt modelId="{26D60ABC-3E69-4516-B23B-F1BF8A47AD2B}" type="parTrans" cxnId="{C1E093BF-E622-4C45-949B-743C3004F83A}">
      <dgm:prSet/>
      <dgm:spPr/>
      <dgm:t>
        <a:bodyPr/>
        <a:lstStyle/>
        <a:p>
          <a:endParaRPr lang="en-SG">
            <a:latin typeface="Arial Narrow" pitchFamily="34" charset="0"/>
          </a:endParaRPr>
        </a:p>
      </dgm:t>
    </dgm:pt>
    <dgm:pt modelId="{B23E2C18-4FD0-4CB4-896A-EDA7869C997E}">
      <dgm:prSet phldrT="[Text]" custT="1"/>
      <dgm:spPr/>
      <dgm:t>
        <a:bodyPr/>
        <a:lstStyle/>
        <a:p>
          <a:r>
            <a:rPr lang="en-PH" sz="800" b="1">
              <a:latin typeface="Arial Narrow" pitchFamily="34" charset="0"/>
            </a:rPr>
            <a:t>HR and Accounting Manager</a:t>
          </a:r>
          <a:endParaRPr lang="en-SG" sz="800" b="1">
            <a:latin typeface="Arial Narrow" pitchFamily="34" charset="0"/>
          </a:endParaRPr>
        </a:p>
      </dgm:t>
    </dgm:pt>
    <dgm:pt modelId="{9D65EAF3-55BF-42C7-AB29-E4101529ABD5}" type="sibTrans" cxnId="{59DDD174-546C-4062-B4E5-3B7C0B913CC4}">
      <dgm:prSet/>
      <dgm:spPr/>
      <dgm:t>
        <a:bodyPr/>
        <a:lstStyle/>
        <a:p>
          <a:pPr algn="ctr"/>
          <a:r>
            <a:rPr lang="en-SG">
              <a:latin typeface="Arial Narrow" pitchFamily="34" charset="0"/>
            </a:rPr>
            <a:t>Open</a:t>
          </a:r>
        </a:p>
      </dgm:t>
    </dgm:pt>
    <dgm:pt modelId="{4CEA0F43-17D1-4244-9C32-E08E66999300}" type="parTrans" cxnId="{59DDD174-546C-4062-B4E5-3B7C0B913CC4}">
      <dgm:prSet/>
      <dgm:spPr/>
      <dgm:t>
        <a:bodyPr/>
        <a:lstStyle/>
        <a:p>
          <a:endParaRPr lang="en-SG">
            <a:latin typeface="Arial Narrow" pitchFamily="34" charset="0"/>
          </a:endParaRPr>
        </a:p>
      </dgm:t>
    </dgm:pt>
    <dgm:pt modelId="{1B01F970-301C-4AFD-B4FF-0D019B6DCB6C}">
      <dgm:prSet phldrT="[Text]" custT="1"/>
      <dgm:spPr/>
      <dgm:t>
        <a:bodyPr/>
        <a:lstStyle/>
        <a:p>
          <a:r>
            <a:rPr lang="en-SG" sz="700" b="1">
              <a:latin typeface="Arial Narrow" pitchFamily="34" charset="0"/>
            </a:rPr>
            <a:t>HR &amp; Accounting Asistant Manager</a:t>
          </a:r>
        </a:p>
      </dgm:t>
    </dgm:pt>
    <dgm:pt modelId="{022E7D11-A169-4FAF-AE87-8FAAAB2E0B25}" type="sibTrans" cxnId="{31D1AC1C-3C2A-4076-B438-F1DAD3C3B8EC}">
      <dgm:prSet/>
      <dgm:spPr/>
      <dgm:t>
        <a:bodyPr/>
        <a:lstStyle/>
        <a:p>
          <a:pPr algn="ctr"/>
          <a:r>
            <a:rPr lang="en-SG">
              <a:latin typeface="Arial Narrow" pitchFamily="34" charset="0"/>
            </a:rPr>
            <a:t>Open</a:t>
          </a:r>
        </a:p>
      </dgm:t>
    </dgm:pt>
    <dgm:pt modelId="{5B2D79B5-4E83-42A0-AEFB-B8A5965D935A}" type="parTrans" cxnId="{31D1AC1C-3C2A-4076-B438-F1DAD3C3B8EC}">
      <dgm:prSet/>
      <dgm:spPr/>
      <dgm:t>
        <a:bodyPr/>
        <a:lstStyle/>
        <a:p>
          <a:endParaRPr lang="en-SG">
            <a:latin typeface="Arial Narrow" pitchFamily="34" charset="0"/>
          </a:endParaRPr>
        </a:p>
      </dgm:t>
    </dgm:pt>
    <dgm:pt modelId="{10E35010-B5BC-4931-8230-DAED99ED8265}">
      <dgm:prSet phldrT="[Text]" custT="1"/>
      <dgm:spPr/>
      <dgm:t>
        <a:bodyPr/>
        <a:lstStyle/>
        <a:p>
          <a:r>
            <a:rPr lang="en-SG" sz="800" b="0">
              <a:latin typeface="Arial Narrow" pitchFamily="34" charset="0"/>
            </a:rPr>
            <a:t>HR &amp; Accounting Supervisor</a:t>
          </a:r>
        </a:p>
      </dgm:t>
    </dgm:pt>
    <dgm:pt modelId="{0BB2B955-9E57-4CBA-9B6A-316F121655D8}" type="sibTrans" cxnId="{889B9A3C-2C8A-474E-9637-BC7FEA7E0CEF}">
      <dgm:prSet/>
      <dgm:spPr/>
      <dgm:t>
        <a:bodyPr/>
        <a:lstStyle/>
        <a:p>
          <a:pPr algn="ctr"/>
          <a:r>
            <a:rPr lang="en-SG">
              <a:latin typeface="Arial Narrow" pitchFamily="34" charset="0"/>
            </a:rPr>
            <a:t>Open</a:t>
          </a:r>
        </a:p>
      </dgm:t>
    </dgm:pt>
    <dgm:pt modelId="{113454B8-595C-4CDF-A64B-1B0D9888D5B2}" type="parTrans" cxnId="{889B9A3C-2C8A-474E-9637-BC7FEA7E0CEF}">
      <dgm:prSet/>
      <dgm:spPr/>
      <dgm:t>
        <a:bodyPr/>
        <a:lstStyle/>
        <a:p>
          <a:endParaRPr lang="en-SG">
            <a:latin typeface="Arial Narrow" pitchFamily="34" charset="0"/>
          </a:endParaRPr>
        </a:p>
      </dgm:t>
    </dgm:pt>
    <dgm:pt modelId="{9308B17F-EFAA-4FA5-9567-66A08BA0123D}">
      <dgm:prSet phldrT="[Text]" custT="1"/>
      <dgm:spPr/>
      <dgm:t>
        <a:bodyPr/>
        <a:lstStyle/>
        <a:p>
          <a:r>
            <a:rPr lang="en-SG" sz="800" b="1">
              <a:latin typeface="Arial Narrow" pitchFamily="34" charset="0"/>
            </a:rPr>
            <a:t>Girlie Ho</a:t>
          </a:r>
        </a:p>
      </dgm:t>
    </dgm:pt>
    <dgm:pt modelId="{621BEE6E-C32C-4B4C-AD96-C2C91D05B8A9}" type="sibTrans" cxnId="{5747805D-59D9-4E2B-8F82-975F9D2807CD}">
      <dgm:prSet/>
      <dgm:spPr/>
      <dgm:t>
        <a:bodyPr/>
        <a:lstStyle/>
        <a:p>
          <a:pPr algn="ctr"/>
          <a:r>
            <a:rPr lang="en-SG">
              <a:latin typeface="Arial Narrow" pitchFamily="34" charset="0"/>
            </a:rPr>
            <a:t>HR &amp; Accounting Compliance Coordinator</a:t>
          </a:r>
        </a:p>
      </dgm:t>
    </dgm:pt>
    <dgm:pt modelId="{5A547479-F21A-49CA-9E8D-5DAC1A58C002}" type="parTrans" cxnId="{5747805D-59D9-4E2B-8F82-975F9D2807CD}">
      <dgm:prSet/>
      <dgm:spPr/>
      <dgm:t>
        <a:bodyPr/>
        <a:lstStyle/>
        <a:p>
          <a:endParaRPr lang="en-SG">
            <a:latin typeface="Arial Narrow" pitchFamily="34" charset="0"/>
          </a:endParaRPr>
        </a:p>
      </dgm:t>
    </dgm:pt>
    <dgm:pt modelId="{F1C8A047-09C4-40CC-A49C-4E0A335BF79F}">
      <dgm:prSet phldrT="[Text]" custT="1"/>
      <dgm:spPr/>
      <dgm:t>
        <a:bodyPr/>
        <a:lstStyle/>
        <a:p>
          <a:r>
            <a:rPr lang="en-SG" sz="800" b="0">
              <a:latin typeface="Arial Narrow" pitchFamily="34" charset="0"/>
            </a:rPr>
            <a:t>HR &amp; Accounting Team Lead</a:t>
          </a:r>
        </a:p>
      </dgm:t>
    </dgm:pt>
    <dgm:pt modelId="{B01DFDC5-EB77-4882-91A3-72E3303AAC8F}" type="sibTrans" cxnId="{1C59C7EF-6AE1-441F-A9B7-0786EA1DABED}">
      <dgm:prSet/>
      <dgm:spPr/>
      <dgm:t>
        <a:bodyPr/>
        <a:lstStyle/>
        <a:p>
          <a:pPr algn="ctr"/>
          <a:r>
            <a:rPr lang="en-SG">
              <a:latin typeface="Arial Narrow" pitchFamily="34" charset="0"/>
            </a:rPr>
            <a:t>Open</a:t>
          </a:r>
        </a:p>
      </dgm:t>
    </dgm:pt>
    <dgm:pt modelId="{37BAFD77-F543-47F9-BCF1-C7544B5EBC26}" type="parTrans" cxnId="{1C59C7EF-6AE1-441F-A9B7-0786EA1DABED}">
      <dgm:prSet/>
      <dgm:spPr/>
      <dgm:t>
        <a:bodyPr/>
        <a:lstStyle/>
        <a:p>
          <a:endParaRPr lang="en-SG">
            <a:latin typeface="Arial Narrow" pitchFamily="34" charset="0"/>
          </a:endParaRPr>
        </a:p>
      </dgm:t>
    </dgm:pt>
    <dgm:pt modelId="{1C22CA57-AA64-4D14-B85B-BD57D6DE09CD}">
      <dgm:prSet phldrT="[Text]" custT="1"/>
      <dgm:spPr/>
      <dgm:t>
        <a:bodyPr/>
        <a:lstStyle/>
        <a:p>
          <a:r>
            <a:rPr lang="en-SG" sz="800" b="1">
              <a:latin typeface="Arial Narrow" pitchFamily="34" charset="0"/>
            </a:rPr>
            <a:t>Jezza Mae Llagono</a:t>
          </a:r>
        </a:p>
      </dgm:t>
    </dgm:pt>
    <dgm:pt modelId="{64EDBCB2-4A27-4D0B-92DC-7E0516B0FBF7}" type="sibTrans" cxnId="{8E52D1C3-330C-4619-A5BC-8C61F39A441E}">
      <dgm:prSet/>
      <dgm:spPr/>
      <dgm:t>
        <a:bodyPr/>
        <a:lstStyle/>
        <a:p>
          <a:pPr algn="ctr"/>
          <a:r>
            <a:rPr lang="en-SG">
              <a:latin typeface="Arial Narrow" pitchFamily="34" charset="0"/>
            </a:rPr>
            <a:t>HR &amp; Accounting Coordinator</a:t>
          </a:r>
        </a:p>
      </dgm:t>
    </dgm:pt>
    <dgm:pt modelId="{99663586-4532-4858-BCA7-A9025108089A}" type="parTrans" cxnId="{8E52D1C3-330C-4619-A5BC-8C61F39A441E}">
      <dgm:prSet/>
      <dgm:spPr/>
      <dgm:t>
        <a:bodyPr/>
        <a:lstStyle/>
        <a:p>
          <a:endParaRPr lang="en-SG">
            <a:latin typeface="Arial Narrow" pitchFamily="34" charset="0"/>
          </a:endParaRPr>
        </a:p>
      </dgm:t>
    </dgm:pt>
    <dgm:pt modelId="{422BF86F-303F-4D50-BC5D-137BDFB581AA}">
      <dgm:prSet phldrT="[Text]" custT="1"/>
      <dgm:spPr/>
      <dgm:t>
        <a:bodyPr/>
        <a:lstStyle/>
        <a:p>
          <a:r>
            <a:rPr lang="en-PH" sz="800" b="1">
              <a:latin typeface="Arial Narrow" pitchFamily="34" charset="0"/>
            </a:rPr>
            <a:t>CHRISTOPHER SANTIAÑEZ</a:t>
          </a:r>
          <a:endParaRPr lang="en-SG" sz="800">
            <a:latin typeface="Arial Narrow" pitchFamily="34" charset="0"/>
          </a:endParaRPr>
        </a:p>
      </dgm:t>
    </dgm:pt>
    <dgm:pt modelId="{69B096EA-2729-4367-B8E2-415CC7F510BB}" type="sibTrans" cxnId="{CFF0AAC9-C05B-402E-B810-D34D8DDE9A52}">
      <dgm:prSet custT="1"/>
      <dgm:spPr/>
      <dgm:t>
        <a:bodyPr/>
        <a:lstStyle/>
        <a:p>
          <a:pPr algn="ctr"/>
          <a:r>
            <a:rPr lang="en-PH" sz="700">
              <a:latin typeface="Arial Narrow" pitchFamily="34" charset="0"/>
            </a:rPr>
            <a:t>Sales and Marketing Senior Manager/GM L1</a:t>
          </a:r>
          <a:endParaRPr lang="en-SG" sz="700">
            <a:latin typeface="Arial Narrow" pitchFamily="34" charset="0"/>
          </a:endParaRPr>
        </a:p>
      </dgm:t>
    </dgm:pt>
    <dgm:pt modelId="{8DC9C906-27F2-4891-8CFC-B6D8B12B15C4}" type="parTrans" cxnId="{CFF0AAC9-C05B-402E-B810-D34D8DDE9A52}">
      <dgm:prSet/>
      <dgm:spPr/>
      <dgm:t>
        <a:bodyPr/>
        <a:lstStyle/>
        <a:p>
          <a:endParaRPr lang="en-SG">
            <a:latin typeface="Arial Narrow" pitchFamily="34" charset="0"/>
          </a:endParaRPr>
        </a:p>
      </dgm:t>
    </dgm:pt>
    <dgm:pt modelId="{17EDFF82-23AB-48EA-8519-AD849180308B}">
      <dgm:prSet phldrT="[Text]" custT="1"/>
      <dgm:spPr/>
      <dgm:t>
        <a:bodyPr/>
        <a:lstStyle/>
        <a:p>
          <a:r>
            <a:rPr lang="en-SG" sz="800" b="1">
              <a:latin typeface="Arial Narrow" pitchFamily="34" charset="0"/>
            </a:rPr>
            <a:t>Marketing Manager</a:t>
          </a:r>
        </a:p>
      </dgm:t>
    </dgm:pt>
    <dgm:pt modelId="{D584BA57-9600-4E10-8AAB-EC095A576CDE}" type="sibTrans" cxnId="{C024E6EA-C80E-4B91-B9AD-CF136DB02584}">
      <dgm:prSet/>
      <dgm:spPr/>
      <dgm:t>
        <a:bodyPr/>
        <a:lstStyle/>
        <a:p>
          <a:pPr algn="ctr"/>
          <a:r>
            <a:rPr lang="en-SG">
              <a:latin typeface="Arial Narrow" pitchFamily="34" charset="0"/>
            </a:rPr>
            <a:t>Open</a:t>
          </a:r>
        </a:p>
      </dgm:t>
    </dgm:pt>
    <dgm:pt modelId="{A5A24F03-483A-40CF-B5A2-8758E10552B1}" type="parTrans" cxnId="{C024E6EA-C80E-4B91-B9AD-CF136DB02584}">
      <dgm:prSet/>
      <dgm:spPr/>
      <dgm:t>
        <a:bodyPr/>
        <a:lstStyle/>
        <a:p>
          <a:endParaRPr lang="en-SG">
            <a:latin typeface="Arial Narrow" pitchFamily="34" charset="0"/>
          </a:endParaRPr>
        </a:p>
      </dgm:t>
    </dgm:pt>
    <dgm:pt modelId="{EF8DB139-DADE-4743-B72D-1087CEF50D4F}">
      <dgm:prSet phldrT="[Text]" custT="1"/>
      <dgm:spPr/>
      <dgm:t>
        <a:bodyPr/>
        <a:lstStyle/>
        <a:p>
          <a:r>
            <a:rPr lang="en-SG" sz="800" b="1">
              <a:latin typeface="Arial Narrow" pitchFamily="34" charset="0"/>
            </a:rPr>
            <a:t>Assistant Marketing Manager</a:t>
          </a:r>
        </a:p>
      </dgm:t>
    </dgm:pt>
    <dgm:pt modelId="{A552D5AE-7369-47BA-AE42-9F5C983E51F4}" type="sibTrans" cxnId="{42DA7A53-493E-42C6-BEE8-602A1BAEFA6F}">
      <dgm:prSet/>
      <dgm:spPr/>
      <dgm:t>
        <a:bodyPr/>
        <a:lstStyle/>
        <a:p>
          <a:pPr algn="ctr"/>
          <a:r>
            <a:rPr lang="en-SG">
              <a:latin typeface="Arial Narrow" pitchFamily="34" charset="0"/>
            </a:rPr>
            <a:t>Open</a:t>
          </a:r>
        </a:p>
      </dgm:t>
    </dgm:pt>
    <dgm:pt modelId="{6B677C8F-9672-4B97-83F1-99994AE2A7C6}" type="parTrans" cxnId="{42DA7A53-493E-42C6-BEE8-602A1BAEFA6F}">
      <dgm:prSet/>
      <dgm:spPr/>
      <dgm:t>
        <a:bodyPr/>
        <a:lstStyle/>
        <a:p>
          <a:endParaRPr lang="en-SG">
            <a:latin typeface="Arial Narrow" pitchFamily="34" charset="0"/>
          </a:endParaRPr>
        </a:p>
      </dgm:t>
    </dgm:pt>
    <dgm:pt modelId="{FA15C79D-3CA0-4031-9D8E-050CAD68F80E}">
      <dgm:prSet phldrT="[Text]" custT="1"/>
      <dgm:spPr/>
      <dgm:t>
        <a:bodyPr/>
        <a:lstStyle/>
        <a:p>
          <a:r>
            <a:rPr lang="en-SG" sz="800" b="1">
              <a:latin typeface="Arial Narrow" pitchFamily="34" charset="0"/>
            </a:rPr>
            <a:t>Marketing Supervisor</a:t>
          </a:r>
        </a:p>
      </dgm:t>
    </dgm:pt>
    <dgm:pt modelId="{7B09125F-F024-4D5E-AB6D-3E1D933EA834}" type="sibTrans" cxnId="{AF5B828A-B420-43A5-A93A-E13E8586DAA0}">
      <dgm:prSet/>
      <dgm:spPr/>
      <dgm:t>
        <a:bodyPr/>
        <a:lstStyle/>
        <a:p>
          <a:pPr algn="ctr"/>
          <a:r>
            <a:rPr lang="en-SG">
              <a:latin typeface="Arial Narrow" pitchFamily="34" charset="0"/>
            </a:rPr>
            <a:t>Open</a:t>
          </a:r>
        </a:p>
      </dgm:t>
    </dgm:pt>
    <dgm:pt modelId="{DE3E08CE-AD99-4744-BC12-D01A6CD0217B}" type="parTrans" cxnId="{AF5B828A-B420-43A5-A93A-E13E8586DAA0}">
      <dgm:prSet/>
      <dgm:spPr/>
      <dgm:t>
        <a:bodyPr/>
        <a:lstStyle/>
        <a:p>
          <a:endParaRPr lang="en-SG">
            <a:latin typeface="Arial Narrow" pitchFamily="34" charset="0"/>
          </a:endParaRPr>
        </a:p>
      </dgm:t>
    </dgm:pt>
    <dgm:pt modelId="{EAD30744-786E-48CB-A089-2D2D0CAB5559}">
      <dgm:prSet phldrT="[Text]" custT="1"/>
      <dgm:spPr/>
      <dgm:t>
        <a:bodyPr/>
        <a:lstStyle/>
        <a:p>
          <a:r>
            <a:rPr lang="en-SG" sz="800" b="1">
              <a:latin typeface="Arial Narrow" pitchFamily="34" charset="0"/>
            </a:rPr>
            <a:t>Justi Desierto</a:t>
          </a:r>
        </a:p>
      </dgm:t>
    </dgm:pt>
    <dgm:pt modelId="{EEC8CC81-E3FF-4899-97B2-34607670D186}" type="sibTrans" cxnId="{5316977D-9FDC-480A-AC3F-8DD30665E018}">
      <dgm:prSet/>
      <dgm:spPr/>
      <dgm:t>
        <a:bodyPr/>
        <a:lstStyle/>
        <a:p>
          <a:pPr algn="ctr"/>
          <a:r>
            <a:rPr lang="en-SG">
              <a:latin typeface="Arial Narrow" pitchFamily="34" charset="0"/>
            </a:rPr>
            <a:t>Marketing-Graphic Designer/Compliance Cooridnator</a:t>
          </a:r>
        </a:p>
      </dgm:t>
    </dgm:pt>
    <dgm:pt modelId="{DFFE0041-33FD-4C3B-B47E-09112EC49A52}" type="parTrans" cxnId="{5316977D-9FDC-480A-AC3F-8DD30665E018}">
      <dgm:prSet/>
      <dgm:spPr/>
      <dgm:t>
        <a:bodyPr/>
        <a:lstStyle/>
        <a:p>
          <a:endParaRPr lang="en-SG">
            <a:latin typeface="Arial Narrow" pitchFamily="34" charset="0"/>
          </a:endParaRPr>
        </a:p>
      </dgm:t>
    </dgm:pt>
    <dgm:pt modelId="{3569F31A-CA9A-4457-9EBE-57DBC05B93A9}">
      <dgm:prSet phldrT="[Text]" custT="1"/>
      <dgm:spPr/>
      <dgm:t>
        <a:bodyPr/>
        <a:lstStyle/>
        <a:p>
          <a:r>
            <a:rPr lang="en-SG" sz="800" b="1">
              <a:latin typeface="Arial Narrow" pitchFamily="34" charset="0"/>
            </a:rPr>
            <a:t>MarketingTeam Lead</a:t>
          </a:r>
        </a:p>
      </dgm:t>
    </dgm:pt>
    <dgm:pt modelId="{0C93125E-865F-4454-BF50-865C5491F032}" type="sibTrans" cxnId="{83AFC0FE-084D-457A-AABD-158A01C64A24}">
      <dgm:prSet/>
      <dgm:spPr/>
      <dgm:t>
        <a:bodyPr/>
        <a:lstStyle/>
        <a:p>
          <a:pPr algn="ctr"/>
          <a:r>
            <a:rPr lang="en-SG">
              <a:latin typeface="Arial Narrow" pitchFamily="34" charset="0"/>
            </a:rPr>
            <a:t>Marketing Team Lead</a:t>
          </a:r>
        </a:p>
      </dgm:t>
    </dgm:pt>
    <dgm:pt modelId="{DB5D156B-9AD8-43B0-9A00-D28E12FDB262}" type="parTrans" cxnId="{83AFC0FE-084D-457A-AABD-158A01C64A24}">
      <dgm:prSet/>
      <dgm:spPr/>
      <dgm:t>
        <a:bodyPr/>
        <a:lstStyle/>
        <a:p>
          <a:endParaRPr lang="en-SG">
            <a:latin typeface="Arial Narrow" pitchFamily="34" charset="0"/>
          </a:endParaRPr>
        </a:p>
      </dgm:t>
    </dgm:pt>
    <dgm:pt modelId="{0123A9FE-BFFA-4400-A6F8-F85B2607896E}">
      <dgm:prSet phldrT="[Text]" custT="1"/>
      <dgm:spPr/>
      <dgm:t>
        <a:bodyPr/>
        <a:lstStyle/>
        <a:p>
          <a:r>
            <a:rPr lang="en-SG" sz="800" b="1">
              <a:latin typeface="Arial Narrow" pitchFamily="34" charset="0"/>
            </a:rPr>
            <a:t>Sharon Belleza</a:t>
          </a:r>
        </a:p>
      </dgm:t>
    </dgm:pt>
    <dgm:pt modelId="{A37E4689-CF17-4D73-B862-21ED9AD4CDF5}" type="sibTrans" cxnId="{A4F21489-63BA-4E65-80AF-E70E690C8BF5}">
      <dgm:prSet/>
      <dgm:spPr/>
      <dgm:t>
        <a:bodyPr/>
        <a:lstStyle/>
        <a:p>
          <a:pPr algn="ctr"/>
          <a:r>
            <a:rPr lang="en-SG">
              <a:latin typeface="Arial Narrow" pitchFamily="34" charset="0"/>
            </a:rPr>
            <a:t>Marketing Coordinator</a:t>
          </a:r>
        </a:p>
      </dgm:t>
    </dgm:pt>
    <dgm:pt modelId="{0F2711EF-5EA0-4CC2-A22A-634203F57AD5}" type="parTrans" cxnId="{A4F21489-63BA-4E65-80AF-E70E690C8BF5}">
      <dgm:prSet/>
      <dgm:spPr/>
      <dgm:t>
        <a:bodyPr/>
        <a:lstStyle/>
        <a:p>
          <a:endParaRPr lang="en-SG">
            <a:latin typeface="Arial Narrow" pitchFamily="34" charset="0"/>
          </a:endParaRPr>
        </a:p>
      </dgm:t>
    </dgm:pt>
    <dgm:pt modelId="{0B49E81E-6D43-4D2B-9B1F-CE0CF2EE4941}">
      <dgm:prSet phldrT="[Text]" custT="1"/>
      <dgm:spPr/>
      <dgm:t>
        <a:bodyPr/>
        <a:lstStyle/>
        <a:p>
          <a:r>
            <a:rPr lang="en-SG" sz="800" b="1">
              <a:latin typeface="Arial Narrow" pitchFamily="34" charset="0"/>
            </a:rPr>
            <a:t>Cess Leira Paige</a:t>
          </a:r>
        </a:p>
      </dgm:t>
    </dgm:pt>
    <dgm:pt modelId="{746C1599-5903-461F-BEC8-787B4BBD2DF9}" type="sibTrans" cxnId="{4DCC39EA-3293-48FF-9A63-C66677F9A141}">
      <dgm:prSet custT="1"/>
      <dgm:spPr/>
      <dgm:t>
        <a:bodyPr/>
        <a:lstStyle/>
        <a:p>
          <a:pPr algn="ctr"/>
          <a:r>
            <a:rPr lang="en-SG" sz="600">
              <a:latin typeface="Arial Narrow" pitchFamily="34" charset="0"/>
            </a:rPr>
            <a:t>Marketing Part Time Apprentice</a:t>
          </a:r>
        </a:p>
      </dgm:t>
    </dgm:pt>
    <dgm:pt modelId="{3D7C66E9-481E-43E4-B5D0-3F6DF6321E6A}" type="parTrans" cxnId="{4DCC39EA-3293-48FF-9A63-C66677F9A141}">
      <dgm:prSet/>
      <dgm:spPr/>
      <dgm:t>
        <a:bodyPr/>
        <a:lstStyle/>
        <a:p>
          <a:endParaRPr lang="en-SG">
            <a:latin typeface="Arial Narrow" pitchFamily="34" charset="0"/>
          </a:endParaRPr>
        </a:p>
      </dgm:t>
    </dgm:pt>
    <dgm:pt modelId="{CB376D3A-184E-4CC3-B346-348493BCDB2D}">
      <dgm:prSet phldrT="[Text]" custT="1"/>
      <dgm:spPr/>
      <dgm:t>
        <a:bodyPr/>
        <a:lstStyle/>
        <a:p>
          <a:r>
            <a:rPr lang="en-SG" sz="800" b="1">
              <a:latin typeface="Arial Narrow" pitchFamily="34" charset="0"/>
            </a:rPr>
            <a:t>Allina Marie Morales</a:t>
          </a:r>
        </a:p>
      </dgm:t>
    </dgm:pt>
    <dgm:pt modelId="{9BFE4642-B4C0-4381-94E5-289D6951AE67}" type="sibTrans" cxnId="{2947BFEC-F3F1-4830-803A-61EE4614CD68}">
      <dgm:prSet/>
      <dgm:spPr/>
      <dgm:t>
        <a:bodyPr/>
        <a:lstStyle/>
        <a:p>
          <a:pPr algn="ctr"/>
          <a:r>
            <a:rPr lang="en-US"/>
            <a:t>Marketing Part Time Apprentice</a:t>
          </a:r>
        </a:p>
      </dgm:t>
    </dgm:pt>
    <dgm:pt modelId="{77492DD0-1D51-48EB-B7A5-1D1D001EAC95}" type="parTrans" cxnId="{2947BFEC-F3F1-4830-803A-61EE4614CD68}">
      <dgm:prSet/>
      <dgm:spPr/>
      <dgm:t>
        <a:bodyPr/>
        <a:lstStyle/>
        <a:p>
          <a:endParaRPr lang="en-US"/>
        </a:p>
      </dgm:t>
    </dgm:pt>
    <dgm:pt modelId="{D8B5F1F4-9C4E-4AF0-B807-1E0EB3921A92}">
      <dgm:prSet phldrT="[Text]" custT="1"/>
      <dgm:spPr/>
      <dgm:t>
        <a:bodyPr/>
        <a:lstStyle/>
        <a:p>
          <a:r>
            <a:rPr lang="en-SG" sz="800" b="1">
              <a:latin typeface="Arial Narrow" pitchFamily="34" charset="0"/>
            </a:rPr>
            <a:t>Sheen Christele Palma</a:t>
          </a:r>
        </a:p>
      </dgm:t>
    </dgm:pt>
    <dgm:pt modelId="{C44F72F8-15BE-45FF-B735-96E63CB953BD}" type="sibTrans" cxnId="{CB294C64-CFF3-4E03-B59D-ADFF7C0427B7}">
      <dgm:prSet/>
      <dgm:spPr/>
      <dgm:t>
        <a:bodyPr/>
        <a:lstStyle/>
        <a:p>
          <a:pPr algn="ctr"/>
          <a:r>
            <a:rPr lang="en-US"/>
            <a:t>Marketing Part Time Apprentice</a:t>
          </a:r>
        </a:p>
      </dgm:t>
    </dgm:pt>
    <dgm:pt modelId="{831BCE55-B9A8-40D2-ADBA-AD887DFAF83E}" type="parTrans" cxnId="{CB294C64-CFF3-4E03-B59D-ADFF7C0427B7}">
      <dgm:prSet/>
      <dgm:spPr/>
      <dgm:t>
        <a:bodyPr/>
        <a:lstStyle/>
        <a:p>
          <a:endParaRPr lang="en-US"/>
        </a:p>
      </dgm:t>
    </dgm:pt>
    <dgm:pt modelId="{D82FF28D-39FD-45AC-8D15-CDA8948DA492}">
      <dgm:prSet phldrT="[Text]" custT="1"/>
      <dgm:spPr/>
      <dgm:t>
        <a:bodyPr/>
        <a:lstStyle/>
        <a:p>
          <a:r>
            <a:rPr lang="en-SG" sz="800" b="1">
              <a:latin typeface="Arial Narrow" pitchFamily="34" charset="0"/>
            </a:rPr>
            <a:t>Sales Manager</a:t>
          </a:r>
        </a:p>
      </dgm:t>
    </dgm:pt>
    <dgm:pt modelId="{0183D118-6A8A-4C7F-BE09-F056CCB029B2}" type="sibTrans" cxnId="{3BB1A9C2-6DF5-4510-A2A8-147FB857AD87}">
      <dgm:prSet/>
      <dgm:spPr/>
      <dgm:t>
        <a:bodyPr/>
        <a:lstStyle/>
        <a:p>
          <a:pPr algn="ctr"/>
          <a:r>
            <a:rPr lang="en-SG">
              <a:latin typeface="Arial Narrow" pitchFamily="34" charset="0"/>
            </a:rPr>
            <a:t>Open </a:t>
          </a:r>
        </a:p>
      </dgm:t>
    </dgm:pt>
    <dgm:pt modelId="{CE4215E9-EF86-433E-9C57-C40604064086}" type="parTrans" cxnId="{3BB1A9C2-6DF5-4510-A2A8-147FB857AD87}">
      <dgm:prSet/>
      <dgm:spPr/>
      <dgm:t>
        <a:bodyPr/>
        <a:lstStyle/>
        <a:p>
          <a:endParaRPr lang="en-SG">
            <a:latin typeface="Arial Narrow" pitchFamily="34" charset="0"/>
          </a:endParaRPr>
        </a:p>
      </dgm:t>
    </dgm:pt>
    <dgm:pt modelId="{36C909F5-E6C5-4E20-92FB-9B843E266CFF}">
      <dgm:prSet phldrT="[Text]" custT="1"/>
      <dgm:spPr/>
      <dgm:t>
        <a:bodyPr/>
        <a:lstStyle/>
        <a:p>
          <a:r>
            <a:rPr lang="en-SG" sz="800" b="1">
              <a:latin typeface="Arial Narrow" pitchFamily="34" charset="0"/>
            </a:rPr>
            <a:t>Assistant Sales Manager</a:t>
          </a:r>
        </a:p>
      </dgm:t>
    </dgm:pt>
    <dgm:pt modelId="{2E00D8EE-2202-4C81-8175-A6ABAFAC5535}" type="sibTrans" cxnId="{0F6F7079-CB2B-4B58-9DD8-CCED95878EE5}">
      <dgm:prSet/>
      <dgm:spPr/>
      <dgm:t>
        <a:bodyPr/>
        <a:lstStyle/>
        <a:p>
          <a:pPr algn="ctr"/>
          <a:r>
            <a:rPr lang="en-SG">
              <a:latin typeface="Arial Narrow" pitchFamily="34" charset="0"/>
            </a:rPr>
            <a:t>Open</a:t>
          </a:r>
        </a:p>
      </dgm:t>
    </dgm:pt>
    <dgm:pt modelId="{5F133CC8-FC3F-4144-9834-CAD16CCAC8CA}" type="parTrans" cxnId="{0F6F7079-CB2B-4B58-9DD8-CCED95878EE5}">
      <dgm:prSet/>
      <dgm:spPr/>
      <dgm:t>
        <a:bodyPr/>
        <a:lstStyle/>
        <a:p>
          <a:endParaRPr lang="en-SG">
            <a:latin typeface="Arial Narrow" pitchFamily="34" charset="0"/>
          </a:endParaRPr>
        </a:p>
      </dgm:t>
    </dgm:pt>
    <dgm:pt modelId="{14A1DE13-C49E-48C5-81F9-D0C375F0310F}">
      <dgm:prSet phldrT="[Text]" custT="1"/>
      <dgm:spPr/>
      <dgm:t>
        <a:bodyPr/>
        <a:lstStyle/>
        <a:p>
          <a:r>
            <a:rPr lang="en-SG" sz="800" b="1">
              <a:latin typeface="Arial Narrow" pitchFamily="34" charset="0"/>
            </a:rPr>
            <a:t>Roxanne Balcita</a:t>
          </a:r>
        </a:p>
      </dgm:t>
    </dgm:pt>
    <dgm:pt modelId="{3769A537-F63D-474F-A86D-439D6D956B67}" type="sibTrans" cxnId="{2E88E4E0-A337-4B16-A1F2-7DC4DFAA4D75}">
      <dgm:prSet/>
      <dgm:spPr/>
      <dgm:t>
        <a:bodyPr/>
        <a:lstStyle/>
        <a:p>
          <a:pPr algn="ctr"/>
          <a:r>
            <a:rPr lang="en-SG">
              <a:latin typeface="Arial Narrow" pitchFamily="34" charset="0"/>
            </a:rPr>
            <a:t>Sales Supervisor</a:t>
          </a:r>
        </a:p>
      </dgm:t>
    </dgm:pt>
    <dgm:pt modelId="{9D7D1DBA-E0B6-4100-BEC1-AE9CC7F48A34}" type="parTrans" cxnId="{2E88E4E0-A337-4B16-A1F2-7DC4DFAA4D75}">
      <dgm:prSet/>
      <dgm:spPr/>
      <dgm:t>
        <a:bodyPr/>
        <a:lstStyle/>
        <a:p>
          <a:endParaRPr lang="en-SG">
            <a:latin typeface="Arial Narrow" pitchFamily="34" charset="0"/>
          </a:endParaRPr>
        </a:p>
      </dgm:t>
    </dgm:pt>
    <dgm:pt modelId="{88A39611-EA92-4AFF-AAC7-2CE78D095C0E}">
      <dgm:prSet phldrT="[Text]" custT="1"/>
      <dgm:spPr/>
      <dgm:t>
        <a:bodyPr/>
        <a:lstStyle/>
        <a:p>
          <a:r>
            <a:rPr lang="en-SG" sz="800" b="1">
              <a:latin typeface="Arial Narrow" pitchFamily="34" charset="0"/>
            </a:rPr>
            <a:t>Sales Compliance Coordinator</a:t>
          </a:r>
        </a:p>
      </dgm:t>
    </dgm:pt>
    <dgm:pt modelId="{22201534-7B68-4545-BA0B-D9BEBCD71F31}" type="sibTrans" cxnId="{DC7BE366-7D25-4AE8-B71E-6CAA7C8B1D8A}">
      <dgm:prSet/>
      <dgm:spPr/>
      <dgm:t>
        <a:bodyPr/>
        <a:lstStyle/>
        <a:p>
          <a:pPr algn="ctr"/>
          <a:r>
            <a:rPr lang="en-SG">
              <a:latin typeface="Arial Narrow" pitchFamily="34" charset="0"/>
            </a:rPr>
            <a:t>Open</a:t>
          </a:r>
        </a:p>
      </dgm:t>
    </dgm:pt>
    <dgm:pt modelId="{D50B1F02-CC35-4D72-9669-708E0890C39D}" type="parTrans" cxnId="{DC7BE366-7D25-4AE8-B71E-6CAA7C8B1D8A}">
      <dgm:prSet/>
      <dgm:spPr/>
      <dgm:t>
        <a:bodyPr/>
        <a:lstStyle/>
        <a:p>
          <a:endParaRPr lang="en-SG">
            <a:latin typeface="Arial Narrow" pitchFamily="34" charset="0"/>
          </a:endParaRPr>
        </a:p>
      </dgm:t>
    </dgm:pt>
    <dgm:pt modelId="{AECB0003-BDA0-4AFB-A92B-56D9FC870690}">
      <dgm:prSet phldrT="[Text]" custT="1"/>
      <dgm:spPr/>
      <dgm:t>
        <a:bodyPr/>
        <a:lstStyle/>
        <a:p>
          <a:r>
            <a:rPr lang="en-SG" sz="800" b="1">
              <a:latin typeface="Arial Narrow" pitchFamily="34" charset="0"/>
            </a:rPr>
            <a:t>Sales Team Lead</a:t>
          </a:r>
        </a:p>
      </dgm:t>
    </dgm:pt>
    <dgm:pt modelId="{763CEEA9-8E40-424D-8D70-E4E3B0D82910}" type="sibTrans" cxnId="{38EBBCFE-AEFC-4000-BD03-060F40080DCC}">
      <dgm:prSet/>
      <dgm:spPr/>
      <dgm:t>
        <a:bodyPr/>
        <a:lstStyle/>
        <a:p>
          <a:pPr algn="ctr"/>
          <a:r>
            <a:rPr lang="en-SG">
              <a:latin typeface="Arial Narrow" pitchFamily="34" charset="0"/>
            </a:rPr>
            <a:t>Open</a:t>
          </a:r>
        </a:p>
      </dgm:t>
    </dgm:pt>
    <dgm:pt modelId="{E6988586-5792-40DE-A07E-79785A265E2F}" type="parTrans" cxnId="{38EBBCFE-AEFC-4000-BD03-060F40080DCC}">
      <dgm:prSet/>
      <dgm:spPr/>
      <dgm:t>
        <a:bodyPr/>
        <a:lstStyle/>
        <a:p>
          <a:endParaRPr lang="en-SG">
            <a:latin typeface="Arial Narrow" pitchFamily="34" charset="0"/>
          </a:endParaRPr>
        </a:p>
      </dgm:t>
    </dgm:pt>
    <dgm:pt modelId="{6BED69E3-3EA4-43B1-9F3B-F73491BD7842}">
      <dgm:prSet phldrT="[Text]" custT="1"/>
      <dgm:spPr/>
      <dgm:t>
        <a:bodyPr/>
        <a:lstStyle/>
        <a:p>
          <a:r>
            <a:rPr lang="en-SG" sz="800" b="1">
              <a:latin typeface="Arial Narrow" pitchFamily="34" charset="0"/>
            </a:rPr>
            <a:t>Jezrel Barnizo</a:t>
          </a:r>
        </a:p>
      </dgm:t>
    </dgm:pt>
    <dgm:pt modelId="{973E98DF-580C-47FB-9D7F-9C26FA662292}" type="sibTrans" cxnId="{61BEBE8C-0107-4221-AEB0-44D89C19AC74}">
      <dgm:prSet/>
      <dgm:spPr/>
      <dgm:t>
        <a:bodyPr/>
        <a:lstStyle/>
        <a:p>
          <a:pPr algn="ctr"/>
          <a:r>
            <a:rPr lang="en-SG" b="1">
              <a:latin typeface="Arial Narrow" pitchFamily="34" charset="0"/>
            </a:rPr>
            <a:t>Sales Coordinator</a:t>
          </a:r>
          <a:endParaRPr lang="en-SG">
            <a:latin typeface="Arial Narrow" pitchFamily="34" charset="0"/>
          </a:endParaRPr>
        </a:p>
      </dgm:t>
    </dgm:pt>
    <dgm:pt modelId="{4B981B90-ECAA-4BBF-99E3-7CBD3A5716CC}" type="parTrans" cxnId="{61BEBE8C-0107-4221-AEB0-44D89C19AC74}">
      <dgm:prSet/>
      <dgm:spPr/>
      <dgm:t>
        <a:bodyPr/>
        <a:lstStyle/>
        <a:p>
          <a:endParaRPr lang="en-SG">
            <a:latin typeface="Arial Narrow" pitchFamily="34" charset="0"/>
          </a:endParaRPr>
        </a:p>
      </dgm:t>
    </dgm:pt>
    <dgm:pt modelId="{2E70C2CA-EA83-45DD-8CD5-BE9DA972D412}">
      <dgm:prSet phldrT="[Text]" custT="1"/>
      <dgm:spPr/>
      <dgm:t>
        <a:bodyPr/>
        <a:lstStyle/>
        <a:p>
          <a:r>
            <a:rPr lang="en-PH" sz="800" b="1">
              <a:latin typeface="Arial Narrow" pitchFamily="34" charset="0"/>
            </a:rPr>
            <a:t>VIRGINIA WAGEYEN</a:t>
          </a:r>
          <a:endParaRPr lang="en-SG" sz="800" b="1">
            <a:latin typeface="Arial Narrow" pitchFamily="34" charset="0"/>
          </a:endParaRPr>
        </a:p>
      </dgm:t>
    </dgm:pt>
    <dgm:pt modelId="{F11689CF-6A83-4166-95B1-5EB99048C5A7}" type="sibTrans" cxnId="{C98CB1CB-6F50-4322-982F-16E1125F6957}">
      <dgm:prSet custT="1"/>
      <dgm:spPr/>
      <dgm:t>
        <a:bodyPr/>
        <a:lstStyle/>
        <a:p>
          <a:pPr algn="ctr"/>
          <a:r>
            <a:rPr lang="en-PH" sz="400">
              <a:latin typeface="Arial Narrow" pitchFamily="34" charset="0"/>
            </a:rPr>
            <a:t>Business Development Manager</a:t>
          </a:r>
          <a:endParaRPr lang="en-SG" sz="400">
            <a:latin typeface="Arial Narrow" pitchFamily="34" charset="0"/>
          </a:endParaRPr>
        </a:p>
      </dgm:t>
    </dgm:pt>
    <dgm:pt modelId="{8BD79B9A-B3DB-4BE8-A1B4-F63BB4258E75}" type="parTrans" cxnId="{C98CB1CB-6F50-4322-982F-16E1125F6957}">
      <dgm:prSet/>
      <dgm:spPr/>
      <dgm:t>
        <a:bodyPr/>
        <a:lstStyle/>
        <a:p>
          <a:endParaRPr lang="en-SG">
            <a:latin typeface="Arial Narrow" pitchFamily="34" charset="0"/>
          </a:endParaRPr>
        </a:p>
      </dgm:t>
    </dgm:pt>
    <dgm:pt modelId="{1010B677-A124-4309-9425-BA46B8D01597}">
      <dgm:prSet phldrT="[Text]" custT="1"/>
      <dgm:spPr/>
      <dgm:t>
        <a:bodyPr/>
        <a:lstStyle/>
        <a:p>
          <a:r>
            <a:rPr lang="en-SG" sz="700" b="1">
              <a:latin typeface="Arial Narrow" pitchFamily="34" charset="0"/>
            </a:rPr>
            <a:t>Business Development Assistant  Manager</a:t>
          </a:r>
        </a:p>
      </dgm:t>
    </dgm:pt>
    <dgm:pt modelId="{273110E1-C84F-4584-BCC1-2E8FCF4668B9}" type="sibTrans" cxnId="{71772F0A-A942-411E-AFBD-9084D7F203B0}">
      <dgm:prSet/>
      <dgm:spPr/>
      <dgm:t>
        <a:bodyPr/>
        <a:lstStyle/>
        <a:p>
          <a:pPr algn="ctr"/>
          <a:r>
            <a:rPr lang="en-SG">
              <a:latin typeface="Arial Narrow" pitchFamily="34" charset="0"/>
            </a:rPr>
            <a:t>Open</a:t>
          </a:r>
        </a:p>
      </dgm:t>
    </dgm:pt>
    <dgm:pt modelId="{542CBC86-9496-4A5B-95DD-62003325AF36}" type="parTrans" cxnId="{71772F0A-A942-411E-AFBD-9084D7F203B0}">
      <dgm:prSet/>
      <dgm:spPr/>
      <dgm:t>
        <a:bodyPr/>
        <a:lstStyle/>
        <a:p>
          <a:endParaRPr lang="en-SG">
            <a:latin typeface="Arial Narrow" pitchFamily="34" charset="0"/>
          </a:endParaRPr>
        </a:p>
      </dgm:t>
    </dgm:pt>
    <dgm:pt modelId="{F6DE5CFC-BB87-4CD1-B843-DB9E919F8E84}">
      <dgm:prSet phldrT="[Text]" custT="1"/>
      <dgm:spPr/>
      <dgm:t>
        <a:bodyPr/>
        <a:lstStyle/>
        <a:p>
          <a:r>
            <a:rPr lang="en-SG" sz="700" b="1">
              <a:latin typeface="Arial Narrow" pitchFamily="34" charset="0"/>
            </a:rPr>
            <a:t>Business Development Supervisor</a:t>
          </a:r>
        </a:p>
      </dgm:t>
    </dgm:pt>
    <dgm:pt modelId="{4F6FA6E1-34BB-4991-9A62-24D3A5DF34A9}" type="sibTrans" cxnId="{47F4090D-006C-42EA-B309-7277E41B55A8}">
      <dgm:prSet/>
      <dgm:spPr/>
      <dgm:t>
        <a:bodyPr/>
        <a:lstStyle/>
        <a:p>
          <a:pPr algn="ctr"/>
          <a:r>
            <a:rPr lang="en-SG">
              <a:latin typeface="Arial Narrow" pitchFamily="34" charset="0"/>
            </a:rPr>
            <a:t>Open</a:t>
          </a:r>
        </a:p>
      </dgm:t>
    </dgm:pt>
    <dgm:pt modelId="{ED00272A-1369-42E2-9EF9-935A2D68E497}" type="parTrans" cxnId="{47F4090D-006C-42EA-B309-7277E41B55A8}">
      <dgm:prSet/>
      <dgm:spPr/>
      <dgm:t>
        <a:bodyPr/>
        <a:lstStyle/>
        <a:p>
          <a:endParaRPr lang="en-SG">
            <a:latin typeface="Arial Narrow" pitchFamily="34" charset="0"/>
          </a:endParaRPr>
        </a:p>
      </dgm:t>
    </dgm:pt>
    <dgm:pt modelId="{71F28352-59EE-48F8-9371-7A7D94D422BD}">
      <dgm:prSet phldrT="[Text]" custT="1"/>
      <dgm:spPr/>
      <dgm:t>
        <a:bodyPr/>
        <a:lstStyle/>
        <a:p>
          <a:r>
            <a:rPr lang="en-SG" sz="500" b="1">
              <a:latin typeface="Arial Narrow" pitchFamily="34" charset="0"/>
            </a:rPr>
            <a:t>Business Development Compliance Coordinator</a:t>
          </a:r>
        </a:p>
      </dgm:t>
    </dgm:pt>
    <dgm:pt modelId="{7BB986AF-C7FF-4F18-B6C5-909A9006BC81}" type="sibTrans" cxnId="{4D9D4A73-6DAA-42D6-A58F-FD03FB85E30A}">
      <dgm:prSet/>
      <dgm:spPr/>
      <dgm:t>
        <a:bodyPr/>
        <a:lstStyle/>
        <a:p>
          <a:pPr algn="ctr"/>
          <a:r>
            <a:rPr lang="en-SG">
              <a:latin typeface="Arial Narrow" pitchFamily="34" charset="0"/>
            </a:rPr>
            <a:t>Open</a:t>
          </a:r>
        </a:p>
      </dgm:t>
    </dgm:pt>
    <dgm:pt modelId="{B868EA32-CED0-4B6E-962A-8295984C5852}" type="parTrans" cxnId="{4D9D4A73-6DAA-42D6-A58F-FD03FB85E30A}">
      <dgm:prSet/>
      <dgm:spPr/>
      <dgm:t>
        <a:bodyPr/>
        <a:lstStyle/>
        <a:p>
          <a:endParaRPr lang="en-SG">
            <a:latin typeface="Arial Narrow" pitchFamily="34" charset="0"/>
          </a:endParaRPr>
        </a:p>
      </dgm:t>
    </dgm:pt>
    <dgm:pt modelId="{C41DDD7A-DAB5-4EED-A2A7-46DB5FD5C847}">
      <dgm:prSet phldrT="[Text]" custT="1"/>
      <dgm:spPr/>
      <dgm:t>
        <a:bodyPr/>
        <a:lstStyle/>
        <a:p>
          <a:r>
            <a:rPr lang="en-SG" sz="600" b="1">
              <a:latin typeface="Arial Narrow" pitchFamily="34" charset="0"/>
            </a:rPr>
            <a:t>Diana Rondilla</a:t>
          </a:r>
        </a:p>
      </dgm:t>
    </dgm:pt>
    <dgm:pt modelId="{19BF6E00-AAF4-4956-BD66-F14B3B6C39BD}" type="sibTrans" cxnId="{F56D04E6-1A0E-40E6-B6BD-62854D820923}">
      <dgm:prSet/>
      <dgm:spPr/>
      <dgm:t>
        <a:bodyPr/>
        <a:lstStyle/>
        <a:p>
          <a:pPr algn="ctr"/>
          <a:r>
            <a:rPr lang="en-SG">
              <a:latin typeface="Arial Narrow" pitchFamily="34" charset="0"/>
            </a:rPr>
            <a:t>Business Dev. Team Lead</a:t>
          </a:r>
        </a:p>
      </dgm:t>
    </dgm:pt>
    <dgm:pt modelId="{80D61311-38A1-49F3-A86D-A94483F55818}" type="parTrans" cxnId="{F56D04E6-1A0E-40E6-B6BD-62854D820923}">
      <dgm:prSet/>
      <dgm:spPr/>
      <dgm:t>
        <a:bodyPr/>
        <a:lstStyle/>
        <a:p>
          <a:endParaRPr lang="en-SG">
            <a:latin typeface="Arial Narrow" pitchFamily="34" charset="0"/>
          </a:endParaRPr>
        </a:p>
      </dgm:t>
    </dgm:pt>
    <dgm:pt modelId="{1C2EA40D-9E6B-4508-B696-BF5F604ECB41}">
      <dgm:prSet phldrT="[Text]" custT="1"/>
      <dgm:spPr/>
      <dgm:t>
        <a:bodyPr/>
        <a:lstStyle/>
        <a:p>
          <a:r>
            <a:rPr lang="en-SG" sz="600" b="1">
              <a:latin typeface="Arial Narrow" pitchFamily="34" charset="0"/>
            </a:rPr>
            <a:t>Business Development Coordinator</a:t>
          </a:r>
        </a:p>
      </dgm:t>
    </dgm:pt>
    <dgm:pt modelId="{2FE2B477-C65C-483A-B201-C005EB6976B1}" type="sibTrans" cxnId="{AA0E4714-F1F2-4DB6-AC8A-261B310BA3F4}">
      <dgm:prSet/>
      <dgm:spPr/>
      <dgm:t>
        <a:bodyPr/>
        <a:lstStyle/>
        <a:p>
          <a:pPr algn="ctr"/>
          <a:r>
            <a:rPr lang="en-SG">
              <a:latin typeface="Arial Narrow" pitchFamily="34" charset="0"/>
            </a:rPr>
            <a:t>Open</a:t>
          </a:r>
        </a:p>
      </dgm:t>
    </dgm:pt>
    <dgm:pt modelId="{E1377E58-483B-4D32-9958-FEC05A6B2BE3}" type="parTrans" cxnId="{AA0E4714-F1F2-4DB6-AC8A-261B310BA3F4}">
      <dgm:prSet/>
      <dgm:spPr/>
      <dgm:t>
        <a:bodyPr/>
        <a:lstStyle/>
        <a:p>
          <a:endParaRPr lang="en-SG">
            <a:latin typeface="Arial Narrow" pitchFamily="34" charset="0"/>
          </a:endParaRPr>
        </a:p>
      </dgm:t>
    </dgm:pt>
    <dgm:pt modelId="{A0687F5B-DE54-403E-934A-600254CA62F5}">
      <dgm:prSet phldrT="[Text]" custT="1"/>
      <dgm:spPr/>
      <dgm:t>
        <a:bodyPr/>
        <a:lstStyle/>
        <a:p>
          <a:r>
            <a:rPr lang="en-SG" sz="800" b="1">
              <a:latin typeface="Arial Narrow" pitchFamily="34" charset="0"/>
            </a:rPr>
            <a:t>Internal Audit Manager</a:t>
          </a:r>
        </a:p>
      </dgm:t>
    </dgm:pt>
    <dgm:pt modelId="{DDC47854-5792-4050-B22F-F0042BBA2DC4}" type="sibTrans" cxnId="{786F2686-D1D6-4F95-A7AE-939C6A61E903}">
      <dgm:prSet/>
      <dgm:spPr/>
      <dgm:t>
        <a:bodyPr/>
        <a:lstStyle/>
        <a:p>
          <a:pPr algn="ctr"/>
          <a:r>
            <a:rPr lang="en-SG">
              <a:latin typeface="Arial Narrow" pitchFamily="34" charset="0"/>
            </a:rPr>
            <a:t>Open</a:t>
          </a:r>
        </a:p>
      </dgm:t>
    </dgm:pt>
    <dgm:pt modelId="{B07CFC45-AB19-4442-810A-0B37EE8CFEFF}" type="parTrans" cxnId="{786F2686-D1D6-4F95-A7AE-939C6A61E903}">
      <dgm:prSet/>
      <dgm:spPr/>
      <dgm:t>
        <a:bodyPr/>
        <a:lstStyle/>
        <a:p>
          <a:endParaRPr lang="en-SG">
            <a:latin typeface="Arial Narrow" pitchFamily="34" charset="0"/>
          </a:endParaRPr>
        </a:p>
      </dgm:t>
    </dgm:pt>
    <dgm:pt modelId="{786A09F1-3E89-4EBA-BA7C-18E0D1A0D530}">
      <dgm:prSet phldrT="[Text]" custT="1"/>
      <dgm:spPr/>
      <dgm:t>
        <a:bodyPr/>
        <a:lstStyle/>
        <a:p>
          <a:r>
            <a:rPr lang="en-SG" sz="700" b="1">
              <a:latin typeface="Arial Narrow" pitchFamily="34" charset="0"/>
            </a:rPr>
            <a:t>Internal Audit Assistant Manager</a:t>
          </a:r>
        </a:p>
      </dgm:t>
    </dgm:pt>
    <dgm:pt modelId="{EC65DA01-DAE2-43AE-B6B6-31FB62CB4CF6}" type="sibTrans" cxnId="{ABB44C90-A7F9-45FC-83E9-AEDED9D5E067}">
      <dgm:prSet/>
      <dgm:spPr/>
      <dgm:t>
        <a:bodyPr/>
        <a:lstStyle/>
        <a:p>
          <a:pPr algn="ctr"/>
          <a:r>
            <a:rPr lang="en-SG">
              <a:latin typeface="Arial Narrow" pitchFamily="34" charset="0"/>
            </a:rPr>
            <a:t>Open</a:t>
          </a:r>
        </a:p>
      </dgm:t>
    </dgm:pt>
    <dgm:pt modelId="{BD6CCF3C-9A97-4F4D-A87C-F3FD01A9D352}" type="parTrans" cxnId="{ABB44C90-A7F9-45FC-83E9-AEDED9D5E067}">
      <dgm:prSet/>
      <dgm:spPr/>
      <dgm:t>
        <a:bodyPr/>
        <a:lstStyle/>
        <a:p>
          <a:endParaRPr lang="en-SG">
            <a:latin typeface="Arial Narrow" pitchFamily="34" charset="0"/>
          </a:endParaRPr>
        </a:p>
      </dgm:t>
    </dgm:pt>
    <dgm:pt modelId="{0213513B-3366-4FC0-A7AA-6C6E54AABB1D}">
      <dgm:prSet phldrT="[Text]" custT="1"/>
      <dgm:spPr/>
      <dgm:t>
        <a:bodyPr/>
        <a:lstStyle/>
        <a:p>
          <a:r>
            <a:rPr lang="en-SG" sz="700" b="1">
              <a:latin typeface="Arial Narrow" pitchFamily="34" charset="0"/>
            </a:rPr>
            <a:t>Internal Audit Supervisor</a:t>
          </a:r>
        </a:p>
      </dgm:t>
    </dgm:pt>
    <dgm:pt modelId="{B0D96502-9011-443D-B596-E60218C7ACFD}" type="sibTrans" cxnId="{52E08FF6-6D5C-4E77-A055-36154890B99F}">
      <dgm:prSet/>
      <dgm:spPr/>
      <dgm:t>
        <a:bodyPr/>
        <a:lstStyle/>
        <a:p>
          <a:pPr algn="ctr"/>
          <a:r>
            <a:rPr lang="en-SG">
              <a:latin typeface="Arial Narrow" pitchFamily="34" charset="0"/>
            </a:rPr>
            <a:t>Open</a:t>
          </a:r>
        </a:p>
      </dgm:t>
    </dgm:pt>
    <dgm:pt modelId="{36EB2E8F-D9C9-400F-84FA-1B4037E4B4DF}" type="parTrans" cxnId="{52E08FF6-6D5C-4E77-A055-36154890B99F}">
      <dgm:prSet/>
      <dgm:spPr/>
      <dgm:t>
        <a:bodyPr/>
        <a:lstStyle/>
        <a:p>
          <a:endParaRPr lang="en-SG">
            <a:latin typeface="Arial Narrow" pitchFamily="34" charset="0"/>
          </a:endParaRPr>
        </a:p>
      </dgm:t>
    </dgm:pt>
    <dgm:pt modelId="{B749FD64-80EB-47E6-A94B-C6465F43956F}">
      <dgm:prSet phldrT="[Text]" custT="1"/>
      <dgm:spPr/>
      <dgm:t>
        <a:bodyPr/>
        <a:lstStyle/>
        <a:p>
          <a:r>
            <a:rPr lang="en-SG" sz="600" b="1">
              <a:latin typeface="Arial Narrow" pitchFamily="34" charset="0"/>
            </a:rPr>
            <a:t>Compliance Coordinator</a:t>
          </a:r>
        </a:p>
      </dgm:t>
    </dgm:pt>
    <dgm:pt modelId="{D6C8320E-AF7A-481E-B60D-7FA73CF3FC85}" type="sibTrans" cxnId="{424C8B7D-B87A-495D-AFD8-BF53CE2884B2}">
      <dgm:prSet/>
      <dgm:spPr/>
      <dgm:t>
        <a:bodyPr/>
        <a:lstStyle/>
        <a:p>
          <a:pPr algn="ctr"/>
          <a:r>
            <a:rPr lang="en-SG" b="0">
              <a:latin typeface="Arial Narrow" pitchFamily="34" charset="0"/>
            </a:rPr>
            <a:t>Open</a:t>
          </a:r>
        </a:p>
      </dgm:t>
    </dgm:pt>
    <dgm:pt modelId="{A24F8E06-03B5-4F5D-89CB-55B024B797FD}" type="parTrans" cxnId="{424C8B7D-B87A-495D-AFD8-BF53CE2884B2}">
      <dgm:prSet/>
      <dgm:spPr/>
      <dgm:t>
        <a:bodyPr/>
        <a:lstStyle/>
        <a:p>
          <a:endParaRPr lang="en-SG">
            <a:latin typeface="Arial Narrow" pitchFamily="34" charset="0"/>
          </a:endParaRPr>
        </a:p>
      </dgm:t>
    </dgm:pt>
    <dgm:pt modelId="{92D2783A-DF88-4993-87C9-A650B813AB5A}">
      <dgm:prSet phldrT="[Text]" custT="1"/>
      <dgm:spPr/>
      <dgm:t>
        <a:bodyPr/>
        <a:lstStyle/>
        <a:p>
          <a:r>
            <a:rPr lang="en-SG" sz="600" b="1">
              <a:latin typeface="Arial Narrow" pitchFamily="34" charset="0"/>
            </a:rPr>
            <a:t>Internal Audit Team Lead</a:t>
          </a:r>
        </a:p>
      </dgm:t>
    </dgm:pt>
    <dgm:pt modelId="{5A21913A-17AF-4223-B412-86DDC025DB5D}" type="sibTrans" cxnId="{6699405A-FFCE-4DA4-81F4-712C0BDBF8A4}">
      <dgm:prSet/>
      <dgm:spPr/>
      <dgm:t>
        <a:bodyPr/>
        <a:lstStyle/>
        <a:p>
          <a:pPr algn="ctr"/>
          <a:r>
            <a:rPr lang="en-SG">
              <a:latin typeface="Arial Narrow" pitchFamily="34" charset="0"/>
            </a:rPr>
            <a:t>Open</a:t>
          </a:r>
        </a:p>
      </dgm:t>
    </dgm:pt>
    <dgm:pt modelId="{72D837DF-D785-425D-9EFA-D4CBA6263055}" type="parTrans" cxnId="{6699405A-FFCE-4DA4-81F4-712C0BDBF8A4}">
      <dgm:prSet/>
      <dgm:spPr/>
      <dgm:t>
        <a:bodyPr/>
        <a:lstStyle/>
        <a:p>
          <a:endParaRPr lang="en-SG">
            <a:latin typeface="Arial Narrow" pitchFamily="34" charset="0"/>
          </a:endParaRPr>
        </a:p>
      </dgm:t>
    </dgm:pt>
    <dgm:pt modelId="{80E19A72-F5AA-4337-A5C4-ABFB8F9318C5}">
      <dgm:prSet phldrT="[Text]" custT="1"/>
      <dgm:spPr/>
      <dgm:t>
        <a:bodyPr/>
        <a:lstStyle/>
        <a:p>
          <a:r>
            <a:rPr lang="en-SG" sz="600" b="1">
              <a:latin typeface="Arial Narrow" pitchFamily="34" charset="0"/>
            </a:rPr>
            <a:t>Internal Audit Coordinator</a:t>
          </a:r>
        </a:p>
      </dgm:t>
    </dgm:pt>
    <dgm:pt modelId="{B6AAE813-DC80-43F4-B9A0-4C4DC1F32ACA}" type="sibTrans" cxnId="{D99424A4-1E2F-4D19-B8BB-C269E70B184F}">
      <dgm:prSet/>
      <dgm:spPr/>
      <dgm:t>
        <a:bodyPr/>
        <a:lstStyle/>
        <a:p>
          <a:pPr algn="ctr"/>
          <a:r>
            <a:rPr lang="en-SG">
              <a:latin typeface="Arial Narrow" pitchFamily="34" charset="0"/>
            </a:rPr>
            <a:t>Open</a:t>
          </a:r>
        </a:p>
      </dgm:t>
    </dgm:pt>
    <dgm:pt modelId="{23BF9350-AAC9-4ADD-BE61-77E267C4CDE4}" type="parTrans" cxnId="{D99424A4-1E2F-4D19-B8BB-C269E70B184F}">
      <dgm:prSet/>
      <dgm:spPr/>
      <dgm:t>
        <a:bodyPr/>
        <a:lstStyle/>
        <a:p>
          <a:endParaRPr lang="en-SG">
            <a:latin typeface="Arial Narrow" pitchFamily="34" charset="0"/>
          </a:endParaRPr>
        </a:p>
      </dgm:t>
    </dgm:pt>
    <dgm:pt modelId="{F0A77262-8184-420A-A0FB-A3DEBDB9B8D9}">
      <dgm:prSet phldrT="[Text]" custT="1"/>
      <dgm:spPr/>
      <dgm:t>
        <a:bodyPr/>
        <a:lstStyle/>
        <a:p>
          <a:r>
            <a:rPr lang="en-PH" sz="800">
              <a:latin typeface="Arial Narrow" pitchFamily="34" charset="0"/>
            </a:rPr>
            <a:t>QMS COMPLIANCE SENIOR MANAGER/GM </a:t>
          </a:r>
          <a:endParaRPr lang="en-SG" sz="800">
            <a:latin typeface="Arial Narrow" pitchFamily="34" charset="0"/>
          </a:endParaRPr>
        </a:p>
      </dgm:t>
    </dgm:pt>
    <dgm:pt modelId="{F7ABBA89-C96E-4F2C-BE3B-2817ABC56A9B}" type="sibTrans" cxnId="{52F7FF71-058B-46C8-9DC8-B56AAE1295FE}">
      <dgm:prSet custT="1"/>
      <dgm:spPr/>
      <dgm:t>
        <a:bodyPr/>
        <a:lstStyle/>
        <a:p>
          <a:pPr algn="ctr"/>
          <a:r>
            <a:rPr lang="en-SG" sz="600">
              <a:latin typeface="Arial Narrow" pitchFamily="34" charset="0"/>
            </a:rPr>
            <a:t>Open</a:t>
          </a:r>
        </a:p>
      </dgm:t>
    </dgm:pt>
    <dgm:pt modelId="{FF988127-D1BF-4ADF-9E9E-E650DDC8A7E8}" type="parTrans" cxnId="{52F7FF71-058B-46C8-9DC8-B56AAE1295FE}">
      <dgm:prSet/>
      <dgm:spPr/>
      <dgm:t>
        <a:bodyPr/>
        <a:lstStyle/>
        <a:p>
          <a:endParaRPr lang="en-SG">
            <a:latin typeface="Arial Narrow" pitchFamily="34" charset="0"/>
          </a:endParaRPr>
        </a:p>
      </dgm:t>
    </dgm:pt>
    <dgm:pt modelId="{46C6BCB9-7C49-474C-9AE0-90F90E1CA748}">
      <dgm:prSet phldrT="[Text]" custT="1"/>
      <dgm:spPr/>
      <dgm:t>
        <a:bodyPr/>
        <a:lstStyle/>
        <a:p>
          <a:r>
            <a:rPr lang="en-SG" sz="900">
              <a:latin typeface="Arial Narrow" pitchFamily="34" charset="0"/>
            </a:rPr>
            <a:t>A-Team Manager</a:t>
          </a:r>
        </a:p>
      </dgm:t>
    </dgm:pt>
    <dgm:pt modelId="{3CB41FC9-E917-46B3-A8D9-0E00D63840FF}" type="sibTrans" cxnId="{DBA49AE7-DBE8-40DD-A3F3-9A92F0A7DC44}">
      <dgm:prSet/>
      <dgm:spPr/>
      <dgm:t>
        <a:bodyPr/>
        <a:lstStyle/>
        <a:p>
          <a:pPr algn="ctr"/>
          <a:r>
            <a:rPr lang="en-SG">
              <a:latin typeface="Arial Narrow" pitchFamily="34" charset="0"/>
            </a:rPr>
            <a:t>Open</a:t>
          </a:r>
        </a:p>
      </dgm:t>
    </dgm:pt>
    <dgm:pt modelId="{43F6276E-BBA0-4CD9-8792-B650CD43655C}" type="parTrans" cxnId="{DBA49AE7-DBE8-40DD-A3F3-9A92F0A7DC44}">
      <dgm:prSet/>
      <dgm:spPr/>
      <dgm:t>
        <a:bodyPr/>
        <a:lstStyle/>
        <a:p>
          <a:endParaRPr lang="en-SG">
            <a:latin typeface="Arial Narrow" pitchFamily="34" charset="0"/>
          </a:endParaRPr>
        </a:p>
      </dgm:t>
    </dgm:pt>
    <dgm:pt modelId="{45098519-460B-40F9-9141-B04129E0FC51}">
      <dgm:prSet phldrT="[Text]" custT="1"/>
      <dgm:spPr/>
      <dgm:t>
        <a:bodyPr/>
        <a:lstStyle/>
        <a:p>
          <a:r>
            <a:rPr lang="en-SG" sz="700" b="1">
              <a:latin typeface="Arial Narrow" pitchFamily="34" charset="0"/>
            </a:rPr>
            <a:t>A-Team Assistant Manager</a:t>
          </a:r>
        </a:p>
      </dgm:t>
    </dgm:pt>
    <dgm:pt modelId="{866EBE11-6464-4F14-9FB3-EA0D63F4EFA0}" type="sibTrans" cxnId="{18D2184C-2AA9-4921-9526-B90E12C30476}">
      <dgm:prSet/>
      <dgm:spPr/>
      <dgm:t>
        <a:bodyPr/>
        <a:lstStyle/>
        <a:p>
          <a:pPr algn="ctr"/>
          <a:r>
            <a:rPr lang="en-SG">
              <a:latin typeface="Arial Narrow" pitchFamily="34" charset="0"/>
            </a:rPr>
            <a:t>Open</a:t>
          </a:r>
        </a:p>
      </dgm:t>
    </dgm:pt>
    <dgm:pt modelId="{72E6B6CA-C03D-400A-A6F2-2F021EA8F242}" type="parTrans" cxnId="{18D2184C-2AA9-4921-9526-B90E12C30476}">
      <dgm:prSet/>
      <dgm:spPr/>
      <dgm:t>
        <a:bodyPr/>
        <a:lstStyle/>
        <a:p>
          <a:endParaRPr lang="en-SG">
            <a:latin typeface="Arial Narrow" pitchFamily="34" charset="0"/>
          </a:endParaRPr>
        </a:p>
      </dgm:t>
    </dgm:pt>
    <dgm:pt modelId="{A00AB027-DB51-41EE-BF98-441408B1CA00}">
      <dgm:prSet phldrT="[Text]" custT="1"/>
      <dgm:spPr/>
      <dgm:t>
        <a:bodyPr/>
        <a:lstStyle/>
        <a:p>
          <a:r>
            <a:rPr lang="en-SG" sz="800" b="1">
              <a:latin typeface="Arial Narrow" pitchFamily="34" charset="0"/>
            </a:rPr>
            <a:t>Maria Alyn Tarray</a:t>
          </a:r>
        </a:p>
      </dgm:t>
    </dgm:pt>
    <dgm:pt modelId="{C7D8D655-12B6-49FE-8FE9-60131CB9C915}" type="sibTrans" cxnId="{CEB64C72-7B17-49FB-BB4F-29544F0A188A}">
      <dgm:prSet/>
      <dgm:spPr/>
      <dgm:t>
        <a:bodyPr/>
        <a:lstStyle/>
        <a:p>
          <a:pPr algn="ctr"/>
          <a:r>
            <a:rPr lang="en-SG">
              <a:latin typeface="Arial Narrow" pitchFamily="34" charset="0"/>
            </a:rPr>
            <a:t>A-Team Supervisor</a:t>
          </a:r>
        </a:p>
      </dgm:t>
    </dgm:pt>
    <dgm:pt modelId="{42E79B6C-D2D1-4791-80C2-D54A09DAA63F}" type="parTrans" cxnId="{CEB64C72-7B17-49FB-BB4F-29544F0A188A}">
      <dgm:prSet/>
      <dgm:spPr/>
      <dgm:t>
        <a:bodyPr/>
        <a:lstStyle/>
        <a:p>
          <a:endParaRPr lang="en-SG">
            <a:latin typeface="Arial Narrow" pitchFamily="34" charset="0"/>
          </a:endParaRPr>
        </a:p>
      </dgm:t>
    </dgm:pt>
    <dgm:pt modelId="{3244A1A6-B49C-47D2-BB84-F490C05A073E}">
      <dgm:prSet phldrT="[Text]" custT="1"/>
      <dgm:spPr/>
      <dgm:t>
        <a:bodyPr/>
        <a:lstStyle/>
        <a:p>
          <a:r>
            <a:rPr lang="en-SG" sz="800" b="1">
              <a:latin typeface="Arial Narrow" pitchFamily="34" charset="0"/>
            </a:rPr>
            <a:t>Catherine Gatchalian</a:t>
          </a:r>
        </a:p>
      </dgm:t>
    </dgm:pt>
    <dgm:pt modelId="{E0635178-9F03-4D18-83A6-003A4C624261}" type="sibTrans" cxnId="{FB900B0E-A70E-436B-BE35-BF06AA405720}">
      <dgm:prSet/>
      <dgm:spPr/>
      <dgm:t>
        <a:bodyPr/>
        <a:lstStyle/>
        <a:p>
          <a:pPr algn="ctr"/>
          <a:r>
            <a:rPr lang="en-SG">
              <a:latin typeface="Arial Narrow" pitchFamily="34" charset="0"/>
            </a:rPr>
            <a:t>Compliance Coordinator</a:t>
          </a:r>
        </a:p>
      </dgm:t>
    </dgm:pt>
    <dgm:pt modelId="{281B74B0-EFF7-417E-83A2-E16C95879E81}" type="parTrans" cxnId="{FB900B0E-A70E-436B-BE35-BF06AA405720}">
      <dgm:prSet/>
      <dgm:spPr/>
      <dgm:t>
        <a:bodyPr/>
        <a:lstStyle/>
        <a:p>
          <a:endParaRPr lang="en-SG">
            <a:latin typeface="Arial Narrow" pitchFamily="34" charset="0"/>
          </a:endParaRPr>
        </a:p>
      </dgm:t>
    </dgm:pt>
    <dgm:pt modelId="{5C62CE09-21E2-4F33-8950-BD8B79AE579E}">
      <dgm:prSet phldrT="[Text]" custT="1"/>
      <dgm:spPr/>
      <dgm:t>
        <a:bodyPr/>
        <a:lstStyle/>
        <a:p>
          <a:r>
            <a:rPr lang="en-SG" sz="800" b="1">
              <a:latin typeface="Arial Narrow" pitchFamily="34" charset="0"/>
            </a:rPr>
            <a:t>Ginalyn Acedera</a:t>
          </a:r>
        </a:p>
      </dgm:t>
    </dgm:pt>
    <dgm:pt modelId="{21F1E30C-E9C9-47AC-A207-1B6074EC9A77}" type="sibTrans" cxnId="{D216427B-5121-4411-88A4-C3BA89496930}">
      <dgm:prSet/>
      <dgm:spPr/>
      <dgm:t>
        <a:bodyPr/>
        <a:lstStyle/>
        <a:p>
          <a:pPr algn="ctr"/>
          <a:r>
            <a:rPr lang="en-SG">
              <a:latin typeface="Arial Narrow" pitchFamily="34" charset="0"/>
            </a:rPr>
            <a:t>Team Lead</a:t>
          </a:r>
        </a:p>
      </dgm:t>
    </dgm:pt>
    <dgm:pt modelId="{BB53D516-BFE1-4100-90A5-32C6DC42CB50}" type="parTrans" cxnId="{D216427B-5121-4411-88A4-C3BA89496930}">
      <dgm:prSet/>
      <dgm:spPr/>
      <dgm:t>
        <a:bodyPr/>
        <a:lstStyle/>
        <a:p>
          <a:endParaRPr lang="en-SG">
            <a:latin typeface="Arial Narrow" pitchFamily="34" charset="0"/>
          </a:endParaRPr>
        </a:p>
      </dgm:t>
    </dgm:pt>
    <dgm:pt modelId="{7996A810-87D5-49D4-856C-6531579477AA}">
      <dgm:prSet phldrT="[Text]" custT="1"/>
      <dgm:spPr/>
      <dgm:t>
        <a:bodyPr/>
        <a:lstStyle/>
        <a:p>
          <a:r>
            <a:rPr lang="en-SG" sz="800" b="1">
              <a:latin typeface="Arial Narrow" pitchFamily="34" charset="0"/>
            </a:rPr>
            <a:t>Wayne Ignacio</a:t>
          </a:r>
        </a:p>
      </dgm:t>
    </dgm:pt>
    <dgm:pt modelId="{D4ECB387-C2D9-4B84-8F69-1EF9B32600FD}" type="sibTrans" cxnId="{09C0E538-A8FA-4012-BD16-1EFAA2E3FAE1}">
      <dgm:prSet/>
      <dgm:spPr/>
      <dgm:t>
        <a:bodyPr/>
        <a:lstStyle/>
        <a:p>
          <a:pPr algn="ctr"/>
          <a:r>
            <a:rPr lang="en-SG">
              <a:latin typeface="Arial Narrow" pitchFamily="34" charset="0"/>
            </a:rPr>
            <a:t>Account Coordinator</a:t>
          </a:r>
        </a:p>
      </dgm:t>
    </dgm:pt>
    <dgm:pt modelId="{6157014A-015A-4E58-8BCC-C81229F055DF}" type="parTrans" cxnId="{09C0E538-A8FA-4012-BD16-1EFAA2E3FAE1}">
      <dgm:prSet/>
      <dgm:spPr/>
      <dgm:t>
        <a:bodyPr/>
        <a:lstStyle/>
        <a:p>
          <a:endParaRPr lang="en-SG">
            <a:latin typeface="Arial Narrow" pitchFamily="34" charset="0"/>
          </a:endParaRPr>
        </a:p>
      </dgm:t>
    </dgm:pt>
    <dgm:pt modelId="{378A3745-9AEB-4388-AC8E-8D7ECEC63E3F}">
      <dgm:prSet phldrT="[Text]" custT="1"/>
      <dgm:spPr/>
      <dgm:t>
        <a:bodyPr/>
        <a:lstStyle/>
        <a:p>
          <a:r>
            <a:rPr lang="en-SG" sz="800" b="1">
              <a:latin typeface="Arial Narrow" pitchFamily="34" charset="0"/>
            </a:rPr>
            <a:t>QMS Manager</a:t>
          </a:r>
        </a:p>
      </dgm:t>
    </dgm:pt>
    <dgm:pt modelId="{28396FC2-0BF2-4FB5-A0CB-10BF6CC132BB}" type="sibTrans" cxnId="{8336432F-37B8-4BED-B0DD-BF1288F05F80}">
      <dgm:prSet/>
      <dgm:spPr/>
      <dgm:t>
        <a:bodyPr/>
        <a:lstStyle/>
        <a:p>
          <a:pPr algn="ctr"/>
          <a:r>
            <a:rPr lang="en-SG">
              <a:latin typeface="Arial Narrow" pitchFamily="34" charset="0"/>
            </a:rPr>
            <a:t>Open</a:t>
          </a:r>
        </a:p>
      </dgm:t>
    </dgm:pt>
    <dgm:pt modelId="{8FEC9BCE-1925-41C3-8CE4-6A7B246DFF80}" type="parTrans" cxnId="{8336432F-37B8-4BED-B0DD-BF1288F05F80}">
      <dgm:prSet/>
      <dgm:spPr/>
      <dgm:t>
        <a:bodyPr/>
        <a:lstStyle/>
        <a:p>
          <a:endParaRPr lang="en-SG">
            <a:latin typeface="Arial Narrow" pitchFamily="34" charset="0"/>
          </a:endParaRPr>
        </a:p>
      </dgm:t>
    </dgm:pt>
    <dgm:pt modelId="{B7416A3D-307A-44D8-8308-5A8EC90122D6}">
      <dgm:prSet phldrT="[Text]" custT="1"/>
      <dgm:spPr/>
      <dgm:t>
        <a:bodyPr/>
        <a:lstStyle/>
        <a:p>
          <a:r>
            <a:rPr lang="en-SG" sz="800" b="1">
              <a:latin typeface="Arial Narrow" pitchFamily="34" charset="0"/>
            </a:rPr>
            <a:t>Zoraida Cruz</a:t>
          </a:r>
        </a:p>
      </dgm:t>
    </dgm:pt>
    <dgm:pt modelId="{628A520F-91C7-49F5-A3E1-F64A527667C0}" type="sibTrans" cxnId="{A658BAEA-2533-41C9-90BC-3B3BA190054A}">
      <dgm:prSet/>
      <dgm:spPr/>
      <dgm:t>
        <a:bodyPr/>
        <a:lstStyle/>
        <a:p>
          <a:pPr algn="ctr"/>
          <a:r>
            <a:rPr lang="en-SG">
              <a:latin typeface="Arial Narrow" pitchFamily="34" charset="0"/>
            </a:rPr>
            <a:t>QMS Assistant Manager</a:t>
          </a:r>
        </a:p>
      </dgm:t>
    </dgm:pt>
    <dgm:pt modelId="{AA4EFF05-B24B-4610-8293-C7002D784628}" type="parTrans" cxnId="{A658BAEA-2533-41C9-90BC-3B3BA190054A}">
      <dgm:prSet/>
      <dgm:spPr/>
      <dgm:t>
        <a:bodyPr/>
        <a:lstStyle/>
        <a:p>
          <a:endParaRPr lang="en-SG">
            <a:latin typeface="Arial Narrow" pitchFamily="34" charset="0"/>
          </a:endParaRPr>
        </a:p>
      </dgm:t>
    </dgm:pt>
    <dgm:pt modelId="{BEA6C4A3-DB6F-4C7B-8331-6C661944C7E2}">
      <dgm:prSet custT="1"/>
      <dgm:spPr/>
      <dgm:t>
        <a:bodyPr/>
        <a:lstStyle/>
        <a:p>
          <a:r>
            <a:rPr lang="en-SG" sz="800" b="1">
              <a:latin typeface="Arial Narrow" pitchFamily="34" charset="0"/>
            </a:rPr>
            <a:t>Sophia Baria </a:t>
          </a:r>
        </a:p>
      </dgm:t>
    </dgm:pt>
    <dgm:pt modelId="{B0E2A46F-2ED3-4EA6-BBF0-205E3BBF0D33}" type="sibTrans" cxnId="{6A00632F-115E-4498-8D62-6D8E9C4F2A05}">
      <dgm:prSet/>
      <dgm:spPr/>
      <dgm:t>
        <a:bodyPr/>
        <a:lstStyle/>
        <a:p>
          <a:pPr algn="ctr"/>
          <a:r>
            <a:rPr lang="en-SG">
              <a:latin typeface="Arial Narrow" pitchFamily="34" charset="0"/>
            </a:rPr>
            <a:t>Compliance Coordinator</a:t>
          </a:r>
        </a:p>
      </dgm:t>
    </dgm:pt>
    <dgm:pt modelId="{2252F8DD-59F1-4B2B-9D96-7BBF64FF26DF}" type="parTrans" cxnId="{6A00632F-115E-4498-8D62-6D8E9C4F2A05}">
      <dgm:prSet/>
      <dgm:spPr/>
      <dgm:t>
        <a:bodyPr/>
        <a:lstStyle/>
        <a:p>
          <a:endParaRPr lang="en-SG">
            <a:latin typeface="Arial Narrow" pitchFamily="34" charset="0"/>
          </a:endParaRPr>
        </a:p>
      </dgm:t>
    </dgm:pt>
    <dgm:pt modelId="{54345E7E-C449-4D77-A061-AB8470AD58E6}">
      <dgm:prSet phldrT="[Text]" custT="1"/>
      <dgm:spPr/>
      <dgm:t>
        <a:bodyPr/>
        <a:lstStyle/>
        <a:p>
          <a:r>
            <a:rPr lang="en-SG" sz="800" b="1">
              <a:latin typeface="Arial Narrow" pitchFamily="34" charset="0"/>
            </a:rPr>
            <a:t>Team Lead</a:t>
          </a:r>
        </a:p>
      </dgm:t>
    </dgm:pt>
    <dgm:pt modelId="{C763542C-B0AA-4385-9ACE-CFEEB65B3B5E}" type="sibTrans" cxnId="{C79E38E1-E1CD-4A46-81E5-3EA8C3EAF362}">
      <dgm:prSet custT="1"/>
      <dgm:spPr/>
      <dgm:t>
        <a:bodyPr/>
        <a:lstStyle/>
        <a:p>
          <a:pPr algn="ctr"/>
          <a:r>
            <a:rPr lang="en-SG" sz="800">
              <a:latin typeface="Arial Narrow" pitchFamily="34" charset="0"/>
            </a:rPr>
            <a:t>Open</a:t>
          </a:r>
        </a:p>
      </dgm:t>
    </dgm:pt>
    <dgm:pt modelId="{EDDEBCC9-C43D-4C54-BD64-AF774712B604}" type="parTrans" cxnId="{C79E38E1-E1CD-4A46-81E5-3EA8C3EAF362}">
      <dgm:prSet/>
      <dgm:spPr/>
      <dgm:t>
        <a:bodyPr/>
        <a:lstStyle/>
        <a:p>
          <a:endParaRPr lang="en-SG">
            <a:latin typeface="Arial Narrow" pitchFamily="34" charset="0"/>
          </a:endParaRPr>
        </a:p>
      </dgm:t>
    </dgm:pt>
    <dgm:pt modelId="{4821E27E-4AAA-487C-99EE-01162829B3B8}">
      <dgm:prSet phldrT="[Text]" custT="1"/>
      <dgm:spPr/>
      <dgm:t>
        <a:bodyPr/>
        <a:lstStyle/>
        <a:p>
          <a:r>
            <a:rPr lang="en-SG" sz="800" b="1">
              <a:latin typeface="Arial Narrow" pitchFamily="34" charset="0"/>
            </a:rPr>
            <a:t>Teresita Baltazar</a:t>
          </a:r>
        </a:p>
      </dgm:t>
    </dgm:pt>
    <dgm:pt modelId="{8800F2CC-CBC5-4A5E-A63A-CCE240DD2188}" type="sibTrans" cxnId="{A8C39B55-ACD2-41AD-A671-29C79B7FD939}">
      <dgm:prSet/>
      <dgm:spPr/>
      <dgm:t>
        <a:bodyPr/>
        <a:lstStyle/>
        <a:p>
          <a:pPr algn="ctr"/>
          <a:r>
            <a:rPr lang="en-SG">
              <a:latin typeface="Arial Narrow" pitchFamily="34" charset="0"/>
            </a:rPr>
            <a:t>Account Coordinator</a:t>
          </a:r>
        </a:p>
      </dgm:t>
    </dgm:pt>
    <dgm:pt modelId="{438890CF-090E-431A-9300-C99AFB5C028D}" type="parTrans" cxnId="{A8C39B55-ACD2-41AD-A671-29C79B7FD939}">
      <dgm:prSet/>
      <dgm:spPr/>
      <dgm:t>
        <a:bodyPr/>
        <a:lstStyle/>
        <a:p>
          <a:endParaRPr lang="en-SG">
            <a:latin typeface="Arial Narrow" pitchFamily="34" charset="0"/>
          </a:endParaRPr>
        </a:p>
      </dgm:t>
    </dgm:pt>
    <dgm:pt modelId="{23A51483-6CEC-4CDC-A837-1096EFC3BC3B}">
      <dgm:prSet phldrT="[Text]" custT="1"/>
      <dgm:spPr/>
      <dgm:t>
        <a:bodyPr/>
        <a:lstStyle/>
        <a:p>
          <a:r>
            <a:rPr lang="en-SG" sz="800" b="1">
              <a:latin typeface="Arial Narrow" pitchFamily="34" charset="0"/>
            </a:rPr>
            <a:t>Erika Ladines</a:t>
          </a:r>
        </a:p>
      </dgm:t>
    </dgm:pt>
    <dgm:pt modelId="{1ECF26C4-17C3-4C01-B8C6-B2504FEC2F71}" type="sibTrans" cxnId="{7B5FBC8B-8067-460B-8A18-B4541DA63B4B}">
      <dgm:prSet/>
      <dgm:spPr/>
      <dgm:t>
        <a:bodyPr/>
        <a:lstStyle/>
        <a:p>
          <a:pPr algn="ctr"/>
          <a:r>
            <a:rPr lang="en-SG">
              <a:latin typeface="Arial Narrow" pitchFamily="34" charset="0"/>
            </a:rPr>
            <a:t>SPI/ KAV Coordinator</a:t>
          </a:r>
        </a:p>
      </dgm:t>
    </dgm:pt>
    <dgm:pt modelId="{FDA49442-82F6-4174-8EFD-FE2B3A95975E}" type="parTrans" cxnId="{7B5FBC8B-8067-460B-8A18-B4541DA63B4B}">
      <dgm:prSet/>
      <dgm:spPr/>
      <dgm:t>
        <a:bodyPr/>
        <a:lstStyle/>
        <a:p>
          <a:endParaRPr lang="en-SG">
            <a:latin typeface="Arial Narrow" pitchFamily="34" charset="0"/>
          </a:endParaRPr>
        </a:p>
      </dgm:t>
    </dgm:pt>
    <dgm:pt modelId="{53ED2B8A-EE1F-4E33-86BB-6FCEEC98BC9F}">
      <dgm:prSet phldrT="[Text]" custT="1"/>
      <dgm:spPr/>
      <dgm:t>
        <a:bodyPr/>
        <a:lstStyle/>
        <a:p>
          <a:r>
            <a:rPr lang="en-SG" sz="800" b="1">
              <a:latin typeface="Arial Narrow" pitchFamily="34" charset="0"/>
            </a:rPr>
            <a:t>QMS Supervisor</a:t>
          </a:r>
        </a:p>
      </dgm:t>
    </dgm:pt>
    <dgm:pt modelId="{D76DE313-4C0D-45A9-9262-0BB16EB64F12}" type="parTrans" cxnId="{A96CF021-2411-4060-9AA0-D0B05B80D234}">
      <dgm:prSet/>
      <dgm:spPr/>
      <dgm:t>
        <a:bodyPr/>
        <a:lstStyle/>
        <a:p>
          <a:endParaRPr lang="en-US"/>
        </a:p>
      </dgm:t>
    </dgm:pt>
    <dgm:pt modelId="{F0BBAC9F-48E2-46F1-9591-799DAD8E7E7A}" type="sibTrans" cxnId="{A96CF021-2411-4060-9AA0-D0B05B80D234}">
      <dgm:prSet/>
      <dgm:spPr/>
      <dgm:t>
        <a:bodyPr/>
        <a:lstStyle/>
        <a:p>
          <a:r>
            <a:rPr lang="en-US"/>
            <a:t>Open</a:t>
          </a:r>
        </a:p>
      </dgm:t>
    </dgm:pt>
    <dgm:pt modelId="{8DC5FB62-E338-45F3-9FDE-B1442579966C}">
      <dgm:prSet phldrT="[Text]" custT="1"/>
      <dgm:spPr/>
      <dgm:t>
        <a:bodyPr/>
        <a:lstStyle/>
        <a:p>
          <a:r>
            <a:rPr lang="en-SG" sz="800" b="1">
              <a:latin typeface="Arial Narrow" pitchFamily="34" charset="0"/>
            </a:rPr>
            <a:t>Triccia Velasco</a:t>
          </a:r>
        </a:p>
      </dgm:t>
    </dgm:pt>
    <dgm:pt modelId="{00FF40FE-10D3-4364-BD64-776E551BF081}" type="parTrans" cxnId="{C2D37DE9-D34E-49D1-BD7F-954C445D5F74}">
      <dgm:prSet/>
      <dgm:spPr/>
      <dgm:t>
        <a:bodyPr/>
        <a:lstStyle/>
        <a:p>
          <a:endParaRPr lang="en-US"/>
        </a:p>
      </dgm:t>
    </dgm:pt>
    <dgm:pt modelId="{54357051-B519-49F4-AEDE-12BBF2A47E67}" type="sibTrans" cxnId="{C2D37DE9-D34E-49D1-BD7F-954C445D5F74}">
      <dgm:prSet/>
      <dgm:spPr/>
      <dgm:t>
        <a:bodyPr/>
        <a:lstStyle/>
        <a:p>
          <a:r>
            <a:rPr lang="en-US"/>
            <a:t>Compliance Coordinator</a:t>
          </a:r>
        </a:p>
      </dgm:t>
    </dgm:pt>
    <dgm:pt modelId="{A79BA5AB-C54F-4829-8984-9684556F7908}">
      <dgm:prSet phldrT="[Text]" custT="1"/>
      <dgm:spPr/>
      <dgm:t>
        <a:bodyPr/>
        <a:lstStyle/>
        <a:p>
          <a:r>
            <a:rPr lang="en-SG" sz="800" b="1">
              <a:latin typeface="Arial Narrow" pitchFamily="34" charset="0"/>
            </a:rPr>
            <a:t>Ella Mae Subang</a:t>
          </a:r>
        </a:p>
      </dgm:t>
    </dgm:pt>
    <dgm:pt modelId="{644A77C3-6137-476A-84A0-A813110E28E5}" type="sibTrans" cxnId="{7FB7EBD5-B02A-4E17-9A1A-AFA258F67DDB}">
      <dgm:prSet custT="1"/>
      <dgm:spPr/>
      <dgm:t>
        <a:bodyPr/>
        <a:lstStyle/>
        <a:p>
          <a:r>
            <a:rPr lang="en-US" sz="500"/>
            <a:t>A-Team Part-Time Apprentice</a:t>
          </a:r>
        </a:p>
      </dgm:t>
    </dgm:pt>
    <dgm:pt modelId="{B6D9C901-4FD9-49B3-9166-1BC5D0C7EF39}" type="parTrans" cxnId="{7FB7EBD5-B02A-4E17-9A1A-AFA258F67DDB}">
      <dgm:prSet/>
      <dgm:spPr/>
      <dgm:t>
        <a:bodyPr/>
        <a:lstStyle/>
        <a:p>
          <a:endParaRPr lang="en-US"/>
        </a:p>
      </dgm:t>
    </dgm:pt>
    <dgm:pt modelId="{6A6D91A0-6DAC-4A2B-910E-C587190BD919}">
      <dgm:prSet phldrT="[Text]" custT="1"/>
      <dgm:spPr/>
      <dgm:t>
        <a:bodyPr/>
        <a:lstStyle/>
        <a:p>
          <a:r>
            <a:rPr lang="en-SG" sz="800" b="1">
              <a:latin typeface="Arial Narrow" pitchFamily="34" charset="0"/>
            </a:rPr>
            <a:t>Alpha Maribay</a:t>
          </a:r>
        </a:p>
      </dgm:t>
    </dgm:pt>
    <dgm:pt modelId="{79CBE907-DCE6-4BEC-9DC8-87F151CA9B86}" type="sibTrans" cxnId="{1B2250D9-F919-44F7-AE6E-CDC2FF7C6537}">
      <dgm:prSet/>
      <dgm:spPr/>
      <dgm:t>
        <a:bodyPr/>
        <a:lstStyle/>
        <a:p>
          <a:r>
            <a:rPr lang="en-US"/>
            <a:t>A-Team Part-Time Apprentice</a:t>
          </a:r>
        </a:p>
      </dgm:t>
    </dgm:pt>
    <dgm:pt modelId="{46980691-2E8A-4155-BACC-5F1C95DC8564}" type="parTrans" cxnId="{1B2250D9-F919-44F7-AE6E-CDC2FF7C6537}">
      <dgm:prSet/>
      <dgm:spPr/>
      <dgm:t>
        <a:bodyPr/>
        <a:lstStyle/>
        <a:p>
          <a:endParaRPr lang="en-US"/>
        </a:p>
      </dgm:t>
    </dgm:pt>
    <dgm:pt modelId="{819F5FA5-AE58-41D2-82ED-8090A47CBED9}">
      <dgm:prSet custT="1"/>
      <dgm:spPr/>
      <dgm:t>
        <a:bodyPr/>
        <a:lstStyle/>
        <a:p>
          <a:r>
            <a:rPr lang="en-SG" sz="800" b="1">
              <a:latin typeface="Arial Narrow" pitchFamily="34" charset="0"/>
            </a:rPr>
            <a:t>Team Lead</a:t>
          </a:r>
        </a:p>
      </dgm:t>
    </dgm:pt>
    <dgm:pt modelId="{0A2D4B76-85C0-4E72-BB1B-DAEF50170900}" type="parTrans" cxnId="{9746514B-40F8-40F9-B886-622075917EB7}">
      <dgm:prSet/>
      <dgm:spPr/>
      <dgm:t>
        <a:bodyPr/>
        <a:lstStyle/>
        <a:p>
          <a:endParaRPr lang="en-US"/>
        </a:p>
      </dgm:t>
    </dgm:pt>
    <dgm:pt modelId="{15879F80-BA47-4BDC-91A1-04165F76D758}" type="sibTrans" cxnId="{9746514B-40F8-40F9-B886-622075917EB7}">
      <dgm:prSet/>
      <dgm:spPr/>
      <dgm:t>
        <a:bodyPr/>
        <a:lstStyle/>
        <a:p>
          <a:pPr algn="ctr"/>
          <a:r>
            <a:rPr lang="en-US"/>
            <a:t>Open</a:t>
          </a:r>
        </a:p>
      </dgm:t>
    </dgm:pt>
    <dgm:pt modelId="{63BD28F4-837F-4DCF-8D87-D602F29121B0}">
      <dgm:prSet custT="1"/>
      <dgm:spPr/>
      <dgm:t>
        <a:bodyPr/>
        <a:lstStyle/>
        <a:p>
          <a:r>
            <a:rPr lang="en-SG" sz="800" b="1">
              <a:latin typeface="Arial Narrow" pitchFamily="34" charset="0"/>
            </a:rPr>
            <a:t>Account Coordinator</a:t>
          </a:r>
        </a:p>
      </dgm:t>
    </dgm:pt>
    <dgm:pt modelId="{8C0CCAF1-BB5A-45B4-8F4C-C2BC1ECA6016}" type="parTrans" cxnId="{8CB17E89-9A8E-436D-9B6E-A378CF756A3A}">
      <dgm:prSet/>
      <dgm:spPr/>
      <dgm:t>
        <a:bodyPr/>
        <a:lstStyle/>
        <a:p>
          <a:endParaRPr lang="en-US"/>
        </a:p>
      </dgm:t>
    </dgm:pt>
    <dgm:pt modelId="{EE0E35A6-7903-4E68-B057-1EEC29EC2904}" type="sibTrans" cxnId="{8CB17E89-9A8E-436D-9B6E-A378CF756A3A}">
      <dgm:prSet/>
      <dgm:spPr/>
      <dgm:t>
        <a:bodyPr/>
        <a:lstStyle/>
        <a:p>
          <a:pPr algn="ctr"/>
          <a:r>
            <a:rPr lang="en-US"/>
            <a:t>Open</a:t>
          </a:r>
        </a:p>
      </dgm:t>
    </dgm:pt>
    <dgm:pt modelId="{8EDB12B6-0477-41D1-90A4-DBA81A603362}">
      <dgm:prSet phldrT="[Text]" custT="1"/>
      <dgm:spPr/>
      <dgm:t>
        <a:bodyPr/>
        <a:lstStyle/>
        <a:p>
          <a:r>
            <a:rPr lang="en-SG" sz="800" b="1">
              <a:latin typeface="Arial Narrow" pitchFamily="34" charset="0"/>
            </a:rPr>
            <a:t>Janilla Lacanilao</a:t>
          </a:r>
        </a:p>
      </dgm:t>
    </dgm:pt>
    <dgm:pt modelId="{FDBD1C68-BA3F-490E-96E3-DE1A30BB8D2B}" type="parTrans" cxnId="{7D2B8FA6-78E5-4F70-B68C-FE54226BFCB3}">
      <dgm:prSet/>
      <dgm:spPr/>
      <dgm:t>
        <a:bodyPr/>
        <a:lstStyle/>
        <a:p>
          <a:endParaRPr lang="en-US"/>
        </a:p>
      </dgm:t>
    </dgm:pt>
    <dgm:pt modelId="{76079DEB-68B6-4A70-92FC-9B1B488C08F2}" type="sibTrans" cxnId="{7D2B8FA6-78E5-4F70-B68C-FE54226BFCB3}">
      <dgm:prSet/>
      <dgm:spPr/>
      <dgm:t>
        <a:bodyPr/>
        <a:lstStyle/>
        <a:p>
          <a:r>
            <a:rPr lang="en-SG">
              <a:latin typeface="Arial Narrow" pitchFamily="34" charset="0"/>
            </a:rPr>
            <a:t>Account Coordinator</a:t>
          </a:r>
          <a:endParaRPr lang="en-US"/>
        </a:p>
      </dgm:t>
    </dgm:pt>
    <dgm:pt modelId="{1042D332-4005-42D9-AA1F-B3D0CF0AB5DF}">
      <dgm:prSet phldrT="[Text]" custT="1"/>
      <dgm:spPr/>
      <dgm:t>
        <a:bodyPr/>
        <a:lstStyle/>
        <a:p>
          <a:r>
            <a:rPr lang="en-SG" sz="800" b="1">
              <a:latin typeface="Arial Narrow" pitchFamily="34" charset="0"/>
            </a:rPr>
            <a:t>Farah Faith Jane Tapis</a:t>
          </a:r>
        </a:p>
      </dgm:t>
    </dgm:pt>
    <dgm:pt modelId="{B2B61145-C7AD-45A8-8685-BD06AE583208}" type="parTrans" cxnId="{DDF4083E-06EC-43A2-A398-83A0C155914D}">
      <dgm:prSet/>
      <dgm:spPr/>
      <dgm:t>
        <a:bodyPr/>
        <a:lstStyle/>
        <a:p>
          <a:endParaRPr lang="en-US"/>
        </a:p>
      </dgm:t>
    </dgm:pt>
    <dgm:pt modelId="{6654CBE3-A58E-4D66-B3B9-326B047070AC}" type="sibTrans" cxnId="{DDF4083E-06EC-43A2-A398-83A0C155914D}">
      <dgm:prSet/>
      <dgm:spPr/>
      <dgm:t>
        <a:bodyPr/>
        <a:lstStyle/>
        <a:p>
          <a:r>
            <a:rPr lang="en-US"/>
            <a:t>RFP Coordinator</a:t>
          </a:r>
        </a:p>
      </dgm:t>
    </dgm:pt>
    <dgm:pt modelId="{3A468A45-46C8-4982-9301-0B521373BFCC}" type="pres">
      <dgm:prSet presAssocID="{BEA11907-D691-4CD7-AACF-03D53A4EC196}" presName="hierChild1" presStyleCnt="0">
        <dgm:presLayoutVars>
          <dgm:orgChart val="1"/>
          <dgm:chPref val="1"/>
          <dgm:dir/>
          <dgm:animOne val="branch"/>
          <dgm:animLvl val="lvl"/>
          <dgm:resizeHandles/>
        </dgm:presLayoutVars>
      </dgm:prSet>
      <dgm:spPr/>
      <dgm:t>
        <a:bodyPr/>
        <a:lstStyle/>
        <a:p>
          <a:endParaRPr lang="en-SG"/>
        </a:p>
      </dgm:t>
    </dgm:pt>
    <dgm:pt modelId="{A8973E94-7363-4DDF-9857-5FDC68512541}" type="pres">
      <dgm:prSet presAssocID="{0DBDC849-BDBB-4C49-94BB-CF8AEE70CCEE}" presName="hierRoot1" presStyleCnt="0">
        <dgm:presLayoutVars>
          <dgm:hierBranch val="init"/>
        </dgm:presLayoutVars>
      </dgm:prSet>
      <dgm:spPr/>
    </dgm:pt>
    <dgm:pt modelId="{E9BA11C7-F111-4E3B-8654-BBDC40DA2B0B}" type="pres">
      <dgm:prSet presAssocID="{0DBDC849-BDBB-4C49-94BB-CF8AEE70CCEE}" presName="rootComposite1" presStyleCnt="0"/>
      <dgm:spPr/>
    </dgm:pt>
    <dgm:pt modelId="{E8303D86-3936-454C-ACC0-BCE2DAD93ACA}" type="pres">
      <dgm:prSet presAssocID="{0DBDC849-BDBB-4C49-94BB-CF8AEE70CCEE}" presName="rootText1" presStyleLbl="node0" presStyleIdx="0" presStyleCnt="1" custScaleX="213843" custLinFactNeighborX="55254" custLinFactNeighborY="2311">
        <dgm:presLayoutVars>
          <dgm:chMax/>
          <dgm:chPref val="3"/>
        </dgm:presLayoutVars>
      </dgm:prSet>
      <dgm:spPr/>
      <dgm:t>
        <a:bodyPr/>
        <a:lstStyle/>
        <a:p>
          <a:endParaRPr lang="en-SG"/>
        </a:p>
      </dgm:t>
    </dgm:pt>
    <dgm:pt modelId="{5B4E2512-A6E1-45B9-B21D-D2BE4918F50C}" type="pres">
      <dgm:prSet presAssocID="{0DBDC849-BDBB-4C49-94BB-CF8AEE70CCEE}" presName="titleText1" presStyleLbl="fgAcc0" presStyleIdx="0" presStyleCnt="1" custScaleX="116550" custLinFactNeighborX="61393" custLinFactNeighborY="6932">
        <dgm:presLayoutVars>
          <dgm:chMax val="0"/>
          <dgm:chPref val="0"/>
        </dgm:presLayoutVars>
      </dgm:prSet>
      <dgm:spPr/>
      <dgm:t>
        <a:bodyPr/>
        <a:lstStyle/>
        <a:p>
          <a:endParaRPr lang="en-SG"/>
        </a:p>
      </dgm:t>
    </dgm:pt>
    <dgm:pt modelId="{4C7F7C34-5350-4CF8-B9FF-D7EC4D98206D}" type="pres">
      <dgm:prSet presAssocID="{0DBDC849-BDBB-4C49-94BB-CF8AEE70CCEE}" presName="rootConnector1" presStyleLbl="node1" presStyleIdx="0" presStyleCnt="68"/>
      <dgm:spPr/>
      <dgm:t>
        <a:bodyPr/>
        <a:lstStyle/>
        <a:p>
          <a:endParaRPr lang="en-SG"/>
        </a:p>
      </dgm:t>
    </dgm:pt>
    <dgm:pt modelId="{D902503E-6DBD-4B80-B085-8C2D8BB1B370}" type="pres">
      <dgm:prSet presAssocID="{0DBDC849-BDBB-4C49-94BB-CF8AEE70CCEE}" presName="hierChild2" presStyleCnt="0"/>
      <dgm:spPr/>
    </dgm:pt>
    <dgm:pt modelId="{B9F61D5F-0DEF-43E7-9E5B-7299AB636D46}" type="pres">
      <dgm:prSet presAssocID="{0DFE678E-7CAD-4EEE-A817-9F8A5D3071F1}" presName="Name37" presStyleLbl="parChTrans1D2" presStyleIdx="0" presStyleCnt="4"/>
      <dgm:spPr/>
      <dgm:t>
        <a:bodyPr/>
        <a:lstStyle/>
        <a:p>
          <a:endParaRPr lang="en-SG"/>
        </a:p>
      </dgm:t>
    </dgm:pt>
    <dgm:pt modelId="{E71DF4C1-DAED-4B7C-8A12-5CF48831D21A}" type="pres">
      <dgm:prSet presAssocID="{34605E8C-EA65-4BA3-A23F-E1B00C7B4840}" presName="hierRoot2" presStyleCnt="0">
        <dgm:presLayoutVars>
          <dgm:hierBranch val="init"/>
        </dgm:presLayoutVars>
      </dgm:prSet>
      <dgm:spPr/>
    </dgm:pt>
    <dgm:pt modelId="{86E6EBFD-79CC-4AC5-9E30-4240190FF36A}" type="pres">
      <dgm:prSet presAssocID="{34605E8C-EA65-4BA3-A23F-E1B00C7B4840}" presName="rootComposite" presStyleCnt="0"/>
      <dgm:spPr/>
    </dgm:pt>
    <dgm:pt modelId="{F3FF0AAA-75AB-4E7E-919E-BBE5E6C049A0}" type="pres">
      <dgm:prSet presAssocID="{34605E8C-EA65-4BA3-A23F-E1B00C7B4840}" presName="rootText" presStyleLbl="node1" presStyleIdx="0" presStyleCnt="68" custScaleX="215537" custLinFactNeighborX="55254" custLinFactNeighborY="2311">
        <dgm:presLayoutVars>
          <dgm:chMax/>
          <dgm:chPref val="3"/>
        </dgm:presLayoutVars>
      </dgm:prSet>
      <dgm:spPr/>
      <dgm:t>
        <a:bodyPr/>
        <a:lstStyle/>
        <a:p>
          <a:endParaRPr lang="en-SG"/>
        </a:p>
      </dgm:t>
    </dgm:pt>
    <dgm:pt modelId="{924974C5-ADB4-4402-8111-909FBD0E3C9F}" type="pres">
      <dgm:prSet presAssocID="{34605E8C-EA65-4BA3-A23F-E1B00C7B4840}" presName="titleText2" presStyleLbl="fgAcc1" presStyleIdx="0" presStyleCnt="68" custScaleX="165722" custLinFactNeighborX="61393" custLinFactNeighborY="6932">
        <dgm:presLayoutVars>
          <dgm:chMax val="0"/>
          <dgm:chPref val="0"/>
        </dgm:presLayoutVars>
      </dgm:prSet>
      <dgm:spPr/>
      <dgm:t>
        <a:bodyPr/>
        <a:lstStyle/>
        <a:p>
          <a:endParaRPr lang="en-SG"/>
        </a:p>
      </dgm:t>
    </dgm:pt>
    <dgm:pt modelId="{D8F0D73B-948C-43E6-B918-4393B1CF84AC}" type="pres">
      <dgm:prSet presAssocID="{34605E8C-EA65-4BA3-A23F-E1B00C7B4840}" presName="rootConnector" presStyleLbl="node2" presStyleIdx="0" presStyleCnt="0"/>
      <dgm:spPr/>
      <dgm:t>
        <a:bodyPr/>
        <a:lstStyle/>
        <a:p>
          <a:endParaRPr lang="en-SG"/>
        </a:p>
      </dgm:t>
    </dgm:pt>
    <dgm:pt modelId="{B056D8C9-3754-4A1D-BE17-FE5F46EF9819}" type="pres">
      <dgm:prSet presAssocID="{34605E8C-EA65-4BA3-A23F-E1B00C7B4840}" presName="hierChild4" presStyleCnt="0"/>
      <dgm:spPr/>
    </dgm:pt>
    <dgm:pt modelId="{02491E88-32D2-4132-95EF-73E1FC1F0436}" type="pres">
      <dgm:prSet presAssocID="{4A5A0E13-3C52-4EB3-9908-A1B3DA6C05C7}" presName="Name37" presStyleLbl="parChTrans1D3" presStyleIdx="0" presStyleCnt="9"/>
      <dgm:spPr/>
      <dgm:t>
        <a:bodyPr/>
        <a:lstStyle/>
        <a:p>
          <a:endParaRPr lang="en-SG"/>
        </a:p>
      </dgm:t>
    </dgm:pt>
    <dgm:pt modelId="{886DB575-97AD-449B-8AF4-4C32F71012E7}" type="pres">
      <dgm:prSet presAssocID="{B5C3938C-8EEC-4DB1-92DB-EE700F24C113}" presName="hierRoot2" presStyleCnt="0">
        <dgm:presLayoutVars>
          <dgm:hierBranch val="init"/>
        </dgm:presLayoutVars>
      </dgm:prSet>
      <dgm:spPr/>
    </dgm:pt>
    <dgm:pt modelId="{9552157D-8C21-485C-B070-2C0E6EE66BBB}" type="pres">
      <dgm:prSet presAssocID="{B5C3938C-8EEC-4DB1-92DB-EE700F24C113}" presName="rootComposite" presStyleCnt="0"/>
      <dgm:spPr/>
    </dgm:pt>
    <dgm:pt modelId="{54478735-5C20-4308-9A20-5DAE2E88C537}" type="pres">
      <dgm:prSet presAssocID="{B5C3938C-8EEC-4DB1-92DB-EE700F24C113}" presName="rootText" presStyleLbl="node1" presStyleIdx="1" presStyleCnt="68" custLinFactNeighborX="55254" custLinFactNeighborY="2311">
        <dgm:presLayoutVars>
          <dgm:chMax/>
          <dgm:chPref val="3"/>
        </dgm:presLayoutVars>
      </dgm:prSet>
      <dgm:spPr/>
      <dgm:t>
        <a:bodyPr/>
        <a:lstStyle/>
        <a:p>
          <a:endParaRPr lang="en-SG"/>
        </a:p>
      </dgm:t>
    </dgm:pt>
    <dgm:pt modelId="{4F3B09F9-0219-44BA-AE25-1DEF7952D699}" type="pres">
      <dgm:prSet presAssocID="{B5C3938C-8EEC-4DB1-92DB-EE700F24C113}" presName="titleText2" presStyleLbl="fgAcc1" presStyleIdx="1" presStyleCnt="68" custLinFactNeighborX="61393" custLinFactNeighborY="6932">
        <dgm:presLayoutVars>
          <dgm:chMax val="0"/>
          <dgm:chPref val="0"/>
        </dgm:presLayoutVars>
      </dgm:prSet>
      <dgm:spPr/>
      <dgm:t>
        <a:bodyPr/>
        <a:lstStyle/>
        <a:p>
          <a:endParaRPr lang="en-SG"/>
        </a:p>
      </dgm:t>
    </dgm:pt>
    <dgm:pt modelId="{C8BB9AEC-E1C9-4483-AF66-5F01A5F96CD1}" type="pres">
      <dgm:prSet presAssocID="{B5C3938C-8EEC-4DB1-92DB-EE700F24C113}" presName="rootConnector" presStyleLbl="node3" presStyleIdx="0" presStyleCnt="0"/>
      <dgm:spPr/>
      <dgm:t>
        <a:bodyPr/>
        <a:lstStyle/>
        <a:p>
          <a:endParaRPr lang="en-SG"/>
        </a:p>
      </dgm:t>
    </dgm:pt>
    <dgm:pt modelId="{850D40F6-D0CE-4E6F-AF5D-856FDD340BF2}" type="pres">
      <dgm:prSet presAssocID="{B5C3938C-8EEC-4DB1-92DB-EE700F24C113}" presName="hierChild4" presStyleCnt="0"/>
      <dgm:spPr/>
    </dgm:pt>
    <dgm:pt modelId="{697C1EA9-1BFE-4CF6-8484-162268C1ADB9}" type="pres">
      <dgm:prSet presAssocID="{A7585D4C-CE1F-4140-889E-405C56EA165D}" presName="Name37" presStyleLbl="parChTrans1D4" presStyleIdx="0" presStyleCnt="56"/>
      <dgm:spPr/>
      <dgm:t>
        <a:bodyPr/>
        <a:lstStyle/>
        <a:p>
          <a:endParaRPr lang="en-US"/>
        </a:p>
      </dgm:t>
    </dgm:pt>
    <dgm:pt modelId="{E545F270-5F3A-4304-8105-EFE73DDC5A4B}" type="pres">
      <dgm:prSet presAssocID="{94B3F0FE-CFEC-4DB0-85CA-BF56F270BD38}" presName="hierRoot2" presStyleCnt="0">
        <dgm:presLayoutVars>
          <dgm:hierBranch val="init"/>
        </dgm:presLayoutVars>
      </dgm:prSet>
      <dgm:spPr/>
    </dgm:pt>
    <dgm:pt modelId="{8DF9676E-C9F6-48EE-A71A-D63CCE586F39}" type="pres">
      <dgm:prSet presAssocID="{94B3F0FE-CFEC-4DB0-85CA-BF56F270BD38}" presName="rootComposite" presStyleCnt="0"/>
      <dgm:spPr/>
    </dgm:pt>
    <dgm:pt modelId="{6F88AA7D-1790-43AA-BECB-EB2B66E14144}" type="pres">
      <dgm:prSet presAssocID="{94B3F0FE-CFEC-4DB0-85CA-BF56F270BD38}" presName="rootText" presStyleLbl="node1" presStyleIdx="2" presStyleCnt="68">
        <dgm:presLayoutVars>
          <dgm:chMax/>
          <dgm:chPref val="3"/>
        </dgm:presLayoutVars>
      </dgm:prSet>
      <dgm:spPr/>
      <dgm:t>
        <a:bodyPr/>
        <a:lstStyle/>
        <a:p>
          <a:endParaRPr lang="en-US"/>
        </a:p>
      </dgm:t>
    </dgm:pt>
    <dgm:pt modelId="{A8DA08E0-BDBC-4583-BD96-2DC87FD14E30}" type="pres">
      <dgm:prSet presAssocID="{94B3F0FE-CFEC-4DB0-85CA-BF56F270BD38}" presName="titleText2" presStyleLbl="fgAcc1" presStyleIdx="2" presStyleCnt="68">
        <dgm:presLayoutVars>
          <dgm:chMax val="0"/>
          <dgm:chPref val="0"/>
        </dgm:presLayoutVars>
      </dgm:prSet>
      <dgm:spPr/>
      <dgm:t>
        <a:bodyPr/>
        <a:lstStyle/>
        <a:p>
          <a:endParaRPr lang="en-US"/>
        </a:p>
      </dgm:t>
    </dgm:pt>
    <dgm:pt modelId="{6850A5FD-1346-4877-A60C-1E75A9714D66}" type="pres">
      <dgm:prSet presAssocID="{94B3F0FE-CFEC-4DB0-85CA-BF56F270BD38}" presName="rootConnector" presStyleLbl="node4" presStyleIdx="0" presStyleCnt="0"/>
      <dgm:spPr/>
      <dgm:t>
        <a:bodyPr/>
        <a:lstStyle/>
        <a:p>
          <a:endParaRPr lang="en-US"/>
        </a:p>
      </dgm:t>
    </dgm:pt>
    <dgm:pt modelId="{C4BD051D-2119-40FA-95B0-0FF0DBD1996C}" type="pres">
      <dgm:prSet presAssocID="{94B3F0FE-CFEC-4DB0-85CA-BF56F270BD38}" presName="hierChild4" presStyleCnt="0"/>
      <dgm:spPr/>
    </dgm:pt>
    <dgm:pt modelId="{0011FA2C-6DBF-4EC7-A3F5-B80FA9C4D9DE}" type="pres">
      <dgm:prSet presAssocID="{AB149D1C-8296-4530-B780-3C8393848930}" presName="Name37" presStyleLbl="parChTrans1D4" presStyleIdx="1" presStyleCnt="56"/>
      <dgm:spPr/>
      <dgm:t>
        <a:bodyPr/>
        <a:lstStyle/>
        <a:p>
          <a:endParaRPr lang="en-SG"/>
        </a:p>
      </dgm:t>
    </dgm:pt>
    <dgm:pt modelId="{8D762D80-806C-40F2-85B8-FC4C3B9E223D}" type="pres">
      <dgm:prSet presAssocID="{B8A644D7-BCEC-45EB-8CC0-93E33D0CFF78}" presName="hierRoot2" presStyleCnt="0">
        <dgm:presLayoutVars>
          <dgm:hierBranch val="init"/>
        </dgm:presLayoutVars>
      </dgm:prSet>
      <dgm:spPr/>
    </dgm:pt>
    <dgm:pt modelId="{F3D9947E-F679-40BB-82B1-65B97467FA71}" type="pres">
      <dgm:prSet presAssocID="{B8A644D7-BCEC-45EB-8CC0-93E33D0CFF78}" presName="rootComposite" presStyleCnt="0"/>
      <dgm:spPr/>
    </dgm:pt>
    <dgm:pt modelId="{50873C78-2CCB-468D-85EC-FC7F71385A91}" type="pres">
      <dgm:prSet presAssocID="{B8A644D7-BCEC-45EB-8CC0-93E33D0CFF78}" presName="rootText" presStyleLbl="node1" presStyleIdx="3" presStyleCnt="68" custLinFactNeighborX="55254" custLinFactNeighborY="2311">
        <dgm:presLayoutVars>
          <dgm:chMax/>
          <dgm:chPref val="3"/>
        </dgm:presLayoutVars>
      </dgm:prSet>
      <dgm:spPr/>
      <dgm:t>
        <a:bodyPr/>
        <a:lstStyle/>
        <a:p>
          <a:endParaRPr lang="en-SG"/>
        </a:p>
      </dgm:t>
    </dgm:pt>
    <dgm:pt modelId="{8C3CC895-85D3-4AAD-BD41-C0FAEA276876}" type="pres">
      <dgm:prSet presAssocID="{B8A644D7-BCEC-45EB-8CC0-93E33D0CFF78}" presName="titleText2" presStyleLbl="fgAcc1" presStyleIdx="3" presStyleCnt="68" custLinFactNeighborX="61393" custLinFactNeighborY="6932">
        <dgm:presLayoutVars>
          <dgm:chMax val="0"/>
          <dgm:chPref val="0"/>
        </dgm:presLayoutVars>
      </dgm:prSet>
      <dgm:spPr/>
      <dgm:t>
        <a:bodyPr/>
        <a:lstStyle/>
        <a:p>
          <a:endParaRPr lang="en-SG"/>
        </a:p>
      </dgm:t>
    </dgm:pt>
    <dgm:pt modelId="{D8ADE4ED-D25A-4F42-B842-F2AC7EAD3C33}" type="pres">
      <dgm:prSet presAssocID="{B8A644D7-BCEC-45EB-8CC0-93E33D0CFF78}" presName="rootConnector" presStyleLbl="node4" presStyleIdx="0" presStyleCnt="0"/>
      <dgm:spPr/>
      <dgm:t>
        <a:bodyPr/>
        <a:lstStyle/>
        <a:p>
          <a:endParaRPr lang="en-SG"/>
        </a:p>
      </dgm:t>
    </dgm:pt>
    <dgm:pt modelId="{EAE91450-FE26-4738-A1AD-BE9555C2CF2F}" type="pres">
      <dgm:prSet presAssocID="{B8A644D7-BCEC-45EB-8CC0-93E33D0CFF78}" presName="hierChild4" presStyleCnt="0"/>
      <dgm:spPr/>
    </dgm:pt>
    <dgm:pt modelId="{3C9B7120-A6DF-4034-B5EE-AED1B396C70A}" type="pres">
      <dgm:prSet presAssocID="{B98A44FF-A623-4F9C-BDE2-691A9B26BEC3}" presName="Name37" presStyleLbl="parChTrans1D4" presStyleIdx="2" presStyleCnt="56"/>
      <dgm:spPr/>
      <dgm:t>
        <a:bodyPr/>
        <a:lstStyle/>
        <a:p>
          <a:endParaRPr lang="en-SG"/>
        </a:p>
      </dgm:t>
    </dgm:pt>
    <dgm:pt modelId="{817EE51D-FC2F-4BEF-9E1D-4D441C3EB97F}" type="pres">
      <dgm:prSet presAssocID="{087A59A6-261B-4899-A0A0-362A410944A2}" presName="hierRoot2" presStyleCnt="0">
        <dgm:presLayoutVars>
          <dgm:hierBranch val="init"/>
        </dgm:presLayoutVars>
      </dgm:prSet>
      <dgm:spPr/>
    </dgm:pt>
    <dgm:pt modelId="{AF8BF8FD-B65A-44AB-9734-8A8584EA43B2}" type="pres">
      <dgm:prSet presAssocID="{087A59A6-261B-4899-A0A0-362A410944A2}" presName="rootComposite" presStyleCnt="0"/>
      <dgm:spPr/>
    </dgm:pt>
    <dgm:pt modelId="{0F22B9B8-D058-4A75-A9F6-F3E62FA8E397}" type="pres">
      <dgm:prSet presAssocID="{087A59A6-261B-4899-A0A0-362A410944A2}" presName="rootText" presStyleLbl="node1" presStyleIdx="4" presStyleCnt="68" custLinFactNeighborX="55254" custLinFactNeighborY="2311">
        <dgm:presLayoutVars>
          <dgm:chMax/>
          <dgm:chPref val="3"/>
        </dgm:presLayoutVars>
      </dgm:prSet>
      <dgm:spPr/>
      <dgm:t>
        <a:bodyPr/>
        <a:lstStyle/>
        <a:p>
          <a:endParaRPr lang="en-SG"/>
        </a:p>
      </dgm:t>
    </dgm:pt>
    <dgm:pt modelId="{8B6B4938-9AF3-48E4-91E0-4706D5040C66}" type="pres">
      <dgm:prSet presAssocID="{087A59A6-261B-4899-A0A0-362A410944A2}" presName="titleText2" presStyleLbl="fgAcc1" presStyleIdx="4" presStyleCnt="68" custLinFactNeighborX="61393" custLinFactNeighborY="6932">
        <dgm:presLayoutVars>
          <dgm:chMax val="0"/>
          <dgm:chPref val="0"/>
        </dgm:presLayoutVars>
      </dgm:prSet>
      <dgm:spPr/>
      <dgm:t>
        <a:bodyPr/>
        <a:lstStyle/>
        <a:p>
          <a:endParaRPr lang="en-SG"/>
        </a:p>
      </dgm:t>
    </dgm:pt>
    <dgm:pt modelId="{B3882F9B-E706-4D35-9754-BDFCD04F9229}" type="pres">
      <dgm:prSet presAssocID="{087A59A6-261B-4899-A0A0-362A410944A2}" presName="rootConnector" presStyleLbl="node4" presStyleIdx="0" presStyleCnt="0"/>
      <dgm:spPr/>
      <dgm:t>
        <a:bodyPr/>
        <a:lstStyle/>
        <a:p>
          <a:endParaRPr lang="en-SG"/>
        </a:p>
      </dgm:t>
    </dgm:pt>
    <dgm:pt modelId="{B74B1F86-F3B3-41EF-BE1F-FDD51C6C3812}" type="pres">
      <dgm:prSet presAssocID="{087A59A6-261B-4899-A0A0-362A410944A2}" presName="hierChild4" presStyleCnt="0"/>
      <dgm:spPr/>
    </dgm:pt>
    <dgm:pt modelId="{F565D553-A001-47EA-8E5B-E66A71B05351}" type="pres">
      <dgm:prSet presAssocID="{F2C80A2A-10CB-4F00-9C2D-FDB248CB0F4D}" presName="Name37" presStyleLbl="parChTrans1D4" presStyleIdx="3" presStyleCnt="56"/>
      <dgm:spPr/>
      <dgm:t>
        <a:bodyPr/>
        <a:lstStyle/>
        <a:p>
          <a:endParaRPr lang="en-SG"/>
        </a:p>
      </dgm:t>
    </dgm:pt>
    <dgm:pt modelId="{15203B3D-D2F0-4822-9755-CABBBF3D9182}" type="pres">
      <dgm:prSet presAssocID="{55FCCF87-EAE7-4EF4-9EE2-54BE83CB913F}" presName="hierRoot2" presStyleCnt="0">
        <dgm:presLayoutVars>
          <dgm:hierBranch val="init"/>
        </dgm:presLayoutVars>
      </dgm:prSet>
      <dgm:spPr/>
    </dgm:pt>
    <dgm:pt modelId="{49D085CB-4197-437F-B0C2-70A9BDC2737F}" type="pres">
      <dgm:prSet presAssocID="{55FCCF87-EAE7-4EF4-9EE2-54BE83CB913F}" presName="rootComposite" presStyleCnt="0"/>
      <dgm:spPr/>
    </dgm:pt>
    <dgm:pt modelId="{DA76919A-58F3-4FCF-8B29-88F69F7573C0}" type="pres">
      <dgm:prSet presAssocID="{55FCCF87-EAE7-4EF4-9EE2-54BE83CB913F}" presName="rootText" presStyleLbl="node1" presStyleIdx="5" presStyleCnt="68" custLinFactNeighborX="55254" custLinFactNeighborY="2311">
        <dgm:presLayoutVars>
          <dgm:chMax/>
          <dgm:chPref val="3"/>
        </dgm:presLayoutVars>
      </dgm:prSet>
      <dgm:spPr/>
      <dgm:t>
        <a:bodyPr/>
        <a:lstStyle/>
        <a:p>
          <a:endParaRPr lang="en-SG"/>
        </a:p>
      </dgm:t>
    </dgm:pt>
    <dgm:pt modelId="{0736F6FD-5DC2-4C7C-840C-E58C7B9A465D}" type="pres">
      <dgm:prSet presAssocID="{55FCCF87-EAE7-4EF4-9EE2-54BE83CB913F}" presName="titleText2" presStyleLbl="fgAcc1" presStyleIdx="5" presStyleCnt="68" custLinFactNeighborX="61393" custLinFactNeighborY="6932">
        <dgm:presLayoutVars>
          <dgm:chMax val="0"/>
          <dgm:chPref val="0"/>
        </dgm:presLayoutVars>
      </dgm:prSet>
      <dgm:spPr/>
      <dgm:t>
        <a:bodyPr/>
        <a:lstStyle/>
        <a:p>
          <a:endParaRPr lang="en-SG"/>
        </a:p>
      </dgm:t>
    </dgm:pt>
    <dgm:pt modelId="{5B89440C-AF18-4546-B16A-19844D6D567A}" type="pres">
      <dgm:prSet presAssocID="{55FCCF87-EAE7-4EF4-9EE2-54BE83CB913F}" presName="rootConnector" presStyleLbl="node4" presStyleIdx="0" presStyleCnt="0"/>
      <dgm:spPr/>
      <dgm:t>
        <a:bodyPr/>
        <a:lstStyle/>
        <a:p>
          <a:endParaRPr lang="en-SG"/>
        </a:p>
      </dgm:t>
    </dgm:pt>
    <dgm:pt modelId="{81D15314-9E08-47AC-BC7F-D6F88F4E5C1E}" type="pres">
      <dgm:prSet presAssocID="{55FCCF87-EAE7-4EF4-9EE2-54BE83CB913F}" presName="hierChild4" presStyleCnt="0"/>
      <dgm:spPr/>
    </dgm:pt>
    <dgm:pt modelId="{394868AB-9FEB-49EA-87C8-894DAF0C89C3}" type="pres">
      <dgm:prSet presAssocID="{55FCCF87-EAE7-4EF4-9EE2-54BE83CB913F}" presName="hierChild5" presStyleCnt="0"/>
      <dgm:spPr/>
    </dgm:pt>
    <dgm:pt modelId="{053954C2-6A5C-48CA-949C-67581654662B}" type="pres">
      <dgm:prSet presAssocID="{8909F75C-B96C-4C4F-A36A-F1CD20A8AE82}" presName="Name37" presStyleLbl="parChTrans1D4" presStyleIdx="4" presStyleCnt="56"/>
      <dgm:spPr/>
      <dgm:t>
        <a:bodyPr/>
        <a:lstStyle/>
        <a:p>
          <a:endParaRPr lang="en-US"/>
        </a:p>
      </dgm:t>
    </dgm:pt>
    <dgm:pt modelId="{ABC626CA-013A-4744-B53C-7891A4696F76}" type="pres">
      <dgm:prSet presAssocID="{3A84117B-88A2-4DCE-B25E-6E427D7C2873}" presName="hierRoot2" presStyleCnt="0">
        <dgm:presLayoutVars>
          <dgm:hierBranch val="init"/>
        </dgm:presLayoutVars>
      </dgm:prSet>
      <dgm:spPr/>
    </dgm:pt>
    <dgm:pt modelId="{45BBF0C1-8B93-4843-B428-C9CE66F474D1}" type="pres">
      <dgm:prSet presAssocID="{3A84117B-88A2-4DCE-B25E-6E427D7C2873}" presName="rootComposite" presStyleCnt="0"/>
      <dgm:spPr/>
    </dgm:pt>
    <dgm:pt modelId="{81E14BB5-20FC-479B-942D-9A0DA5B344E6}" type="pres">
      <dgm:prSet presAssocID="{3A84117B-88A2-4DCE-B25E-6E427D7C2873}" presName="rootText" presStyleLbl="node1" presStyleIdx="6" presStyleCnt="68" custLinFactNeighborX="55254" custLinFactNeighborY="2311">
        <dgm:presLayoutVars>
          <dgm:chMax/>
          <dgm:chPref val="3"/>
        </dgm:presLayoutVars>
      </dgm:prSet>
      <dgm:spPr/>
      <dgm:t>
        <a:bodyPr/>
        <a:lstStyle/>
        <a:p>
          <a:endParaRPr lang="en-US"/>
        </a:p>
      </dgm:t>
    </dgm:pt>
    <dgm:pt modelId="{5B10EFD7-693D-480D-9FC8-4964591ED49C}" type="pres">
      <dgm:prSet presAssocID="{3A84117B-88A2-4DCE-B25E-6E427D7C2873}" presName="titleText2" presStyleLbl="fgAcc1" presStyleIdx="6" presStyleCnt="68" custLinFactNeighborX="69514">
        <dgm:presLayoutVars>
          <dgm:chMax val="0"/>
          <dgm:chPref val="0"/>
        </dgm:presLayoutVars>
      </dgm:prSet>
      <dgm:spPr/>
      <dgm:t>
        <a:bodyPr/>
        <a:lstStyle/>
        <a:p>
          <a:endParaRPr lang="en-US"/>
        </a:p>
      </dgm:t>
    </dgm:pt>
    <dgm:pt modelId="{3A594A21-EC23-40F5-A14D-3112A85CE2AF}" type="pres">
      <dgm:prSet presAssocID="{3A84117B-88A2-4DCE-B25E-6E427D7C2873}" presName="rootConnector" presStyleLbl="node4" presStyleIdx="0" presStyleCnt="0"/>
      <dgm:spPr/>
      <dgm:t>
        <a:bodyPr/>
        <a:lstStyle/>
        <a:p>
          <a:endParaRPr lang="en-US"/>
        </a:p>
      </dgm:t>
    </dgm:pt>
    <dgm:pt modelId="{F5804BED-7E74-4B9D-B4BE-6F9F02B8D1E0}" type="pres">
      <dgm:prSet presAssocID="{3A84117B-88A2-4DCE-B25E-6E427D7C2873}" presName="hierChild4" presStyleCnt="0"/>
      <dgm:spPr/>
    </dgm:pt>
    <dgm:pt modelId="{C02A8589-FFB7-458B-83C8-E71B993943E7}" type="pres">
      <dgm:prSet presAssocID="{3E0D27B1-678C-41CC-AD64-301FC33904D0}" presName="Name37" presStyleLbl="parChTrans1D4" presStyleIdx="5" presStyleCnt="56"/>
      <dgm:spPr/>
      <dgm:t>
        <a:bodyPr/>
        <a:lstStyle/>
        <a:p>
          <a:endParaRPr lang="en-SG"/>
        </a:p>
      </dgm:t>
    </dgm:pt>
    <dgm:pt modelId="{F88850A3-C9B8-4980-B646-A361B04C0C8E}" type="pres">
      <dgm:prSet presAssocID="{C4FBE58F-C6D4-4F9F-8A04-F66A0A525463}" presName="hierRoot2" presStyleCnt="0">
        <dgm:presLayoutVars>
          <dgm:hierBranch val="init"/>
        </dgm:presLayoutVars>
      </dgm:prSet>
      <dgm:spPr/>
    </dgm:pt>
    <dgm:pt modelId="{3DCD3EBD-605F-4BD4-9EF1-F095AFFC465B}" type="pres">
      <dgm:prSet presAssocID="{C4FBE58F-C6D4-4F9F-8A04-F66A0A525463}" presName="rootComposite" presStyleCnt="0"/>
      <dgm:spPr/>
    </dgm:pt>
    <dgm:pt modelId="{D3CC568B-0BF1-42A7-9707-ECC65A365E89}" type="pres">
      <dgm:prSet presAssocID="{C4FBE58F-C6D4-4F9F-8A04-F66A0A525463}" presName="rootText" presStyleLbl="node1" presStyleIdx="7" presStyleCnt="68" custLinFactNeighborX="55254" custLinFactNeighborY="2311">
        <dgm:presLayoutVars>
          <dgm:chMax/>
          <dgm:chPref val="3"/>
        </dgm:presLayoutVars>
      </dgm:prSet>
      <dgm:spPr/>
      <dgm:t>
        <a:bodyPr/>
        <a:lstStyle/>
        <a:p>
          <a:endParaRPr lang="en-SG"/>
        </a:p>
      </dgm:t>
    </dgm:pt>
    <dgm:pt modelId="{3B90E90B-23CB-4846-B4EC-025AAF383C6D}" type="pres">
      <dgm:prSet presAssocID="{C4FBE58F-C6D4-4F9F-8A04-F66A0A525463}" presName="titleText2" presStyleLbl="fgAcc1" presStyleIdx="7" presStyleCnt="68" custLinFactNeighborX="61393" custLinFactNeighborY="6932">
        <dgm:presLayoutVars>
          <dgm:chMax val="0"/>
          <dgm:chPref val="0"/>
        </dgm:presLayoutVars>
      </dgm:prSet>
      <dgm:spPr/>
      <dgm:t>
        <a:bodyPr/>
        <a:lstStyle/>
        <a:p>
          <a:endParaRPr lang="en-SG"/>
        </a:p>
      </dgm:t>
    </dgm:pt>
    <dgm:pt modelId="{D708F806-AA99-4068-8C4A-55D8964C9581}" type="pres">
      <dgm:prSet presAssocID="{C4FBE58F-C6D4-4F9F-8A04-F66A0A525463}" presName="rootConnector" presStyleLbl="node4" presStyleIdx="0" presStyleCnt="0"/>
      <dgm:spPr/>
      <dgm:t>
        <a:bodyPr/>
        <a:lstStyle/>
        <a:p>
          <a:endParaRPr lang="en-SG"/>
        </a:p>
      </dgm:t>
    </dgm:pt>
    <dgm:pt modelId="{2B305962-38F3-4A0E-8F63-5E237FAB33CB}" type="pres">
      <dgm:prSet presAssocID="{C4FBE58F-C6D4-4F9F-8A04-F66A0A525463}" presName="hierChild4" presStyleCnt="0"/>
      <dgm:spPr/>
    </dgm:pt>
    <dgm:pt modelId="{218B97E3-3D8E-4DEA-A86D-04036E6576EA}" type="pres">
      <dgm:prSet presAssocID="{C93A8A5A-4677-4F99-A189-A9868C86E0F8}" presName="Name37" presStyleLbl="parChTrans1D4" presStyleIdx="6" presStyleCnt="56"/>
      <dgm:spPr/>
      <dgm:t>
        <a:bodyPr/>
        <a:lstStyle/>
        <a:p>
          <a:endParaRPr lang="en-SG"/>
        </a:p>
      </dgm:t>
    </dgm:pt>
    <dgm:pt modelId="{27A5182E-E74D-4B2C-82E8-9AB2F405B044}" type="pres">
      <dgm:prSet presAssocID="{131F22DE-479B-40FB-9392-820CE10FD3F7}" presName="hierRoot2" presStyleCnt="0">
        <dgm:presLayoutVars>
          <dgm:hierBranch val="init"/>
        </dgm:presLayoutVars>
      </dgm:prSet>
      <dgm:spPr/>
    </dgm:pt>
    <dgm:pt modelId="{FBAB77CF-6BFF-42BF-8995-6279855EE1DA}" type="pres">
      <dgm:prSet presAssocID="{131F22DE-479B-40FB-9392-820CE10FD3F7}" presName="rootComposite" presStyleCnt="0"/>
      <dgm:spPr/>
    </dgm:pt>
    <dgm:pt modelId="{1B1CAA74-2DEA-4D00-807B-DF33637B7768}" type="pres">
      <dgm:prSet presAssocID="{131F22DE-479B-40FB-9392-820CE10FD3F7}" presName="rootText" presStyleLbl="node1" presStyleIdx="8" presStyleCnt="68" custLinFactNeighborX="55254" custLinFactNeighborY="2311">
        <dgm:presLayoutVars>
          <dgm:chMax/>
          <dgm:chPref val="3"/>
        </dgm:presLayoutVars>
      </dgm:prSet>
      <dgm:spPr/>
      <dgm:t>
        <a:bodyPr/>
        <a:lstStyle/>
        <a:p>
          <a:endParaRPr lang="en-SG"/>
        </a:p>
      </dgm:t>
    </dgm:pt>
    <dgm:pt modelId="{31484F15-4A27-4D5E-BEBE-022286E8F586}" type="pres">
      <dgm:prSet presAssocID="{131F22DE-479B-40FB-9392-820CE10FD3F7}" presName="titleText2" presStyleLbl="fgAcc1" presStyleIdx="8" presStyleCnt="68" custLinFactNeighborX="61393" custLinFactNeighborY="6932">
        <dgm:presLayoutVars>
          <dgm:chMax val="0"/>
          <dgm:chPref val="0"/>
        </dgm:presLayoutVars>
      </dgm:prSet>
      <dgm:spPr/>
      <dgm:t>
        <a:bodyPr/>
        <a:lstStyle/>
        <a:p>
          <a:endParaRPr lang="en-SG"/>
        </a:p>
      </dgm:t>
    </dgm:pt>
    <dgm:pt modelId="{B4ED156E-3CFF-4EB8-A744-813F7A88BFE1}" type="pres">
      <dgm:prSet presAssocID="{131F22DE-479B-40FB-9392-820CE10FD3F7}" presName="rootConnector" presStyleLbl="node4" presStyleIdx="0" presStyleCnt="0"/>
      <dgm:spPr/>
      <dgm:t>
        <a:bodyPr/>
        <a:lstStyle/>
        <a:p>
          <a:endParaRPr lang="en-SG"/>
        </a:p>
      </dgm:t>
    </dgm:pt>
    <dgm:pt modelId="{C5693C2B-0027-4E2A-85FA-BCD63EF8CD8C}" type="pres">
      <dgm:prSet presAssocID="{131F22DE-479B-40FB-9392-820CE10FD3F7}" presName="hierChild4" presStyleCnt="0"/>
      <dgm:spPr/>
    </dgm:pt>
    <dgm:pt modelId="{9CF0102F-1AA4-4371-83F3-BF3487B646D1}" type="pres">
      <dgm:prSet presAssocID="{131F22DE-479B-40FB-9392-820CE10FD3F7}" presName="hierChild5" presStyleCnt="0"/>
      <dgm:spPr/>
    </dgm:pt>
    <dgm:pt modelId="{D202320C-CA0C-47AC-BD99-56961C4D0FF6}" type="pres">
      <dgm:prSet presAssocID="{01118030-56A2-456F-990E-C550AC677DD1}" presName="Name37" presStyleLbl="parChTrans1D4" presStyleIdx="7" presStyleCnt="56"/>
      <dgm:spPr/>
      <dgm:t>
        <a:bodyPr/>
        <a:lstStyle/>
        <a:p>
          <a:endParaRPr lang="en-US"/>
        </a:p>
      </dgm:t>
    </dgm:pt>
    <dgm:pt modelId="{8E0C25FA-A403-4FC3-96BA-E0FF13085C92}" type="pres">
      <dgm:prSet presAssocID="{098C3B73-E68C-4F43-AEED-D59C25BB1E8B}" presName="hierRoot2" presStyleCnt="0">
        <dgm:presLayoutVars>
          <dgm:hierBranch val="init"/>
        </dgm:presLayoutVars>
      </dgm:prSet>
      <dgm:spPr/>
    </dgm:pt>
    <dgm:pt modelId="{D9338C0F-C43C-4A9E-979A-3F74B0830D76}" type="pres">
      <dgm:prSet presAssocID="{098C3B73-E68C-4F43-AEED-D59C25BB1E8B}" presName="rootComposite" presStyleCnt="0"/>
      <dgm:spPr/>
    </dgm:pt>
    <dgm:pt modelId="{FB805743-5969-41E7-A149-1543651E2EB2}" type="pres">
      <dgm:prSet presAssocID="{098C3B73-E68C-4F43-AEED-D59C25BB1E8B}" presName="rootText" presStyleLbl="node1" presStyleIdx="9" presStyleCnt="68" custLinFactNeighborX="38914" custLinFactNeighborY="-2592">
        <dgm:presLayoutVars>
          <dgm:chMax/>
          <dgm:chPref val="3"/>
        </dgm:presLayoutVars>
      </dgm:prSet>
      <dgm:spPr/>
      <dgm:t>
        <a:bodyPr/>
        <a:lstStyle/>
        <a:p>
          <a:endParaRPr lang="en-US"/>
        </a:p>
      </dgm:t>
    </dgm:pt>
    <dgm:pt modelId="{67FB88A8-890C-4392-B6A8-A36704D6B7EA}" type="pres">
      <dgm:prSet presAssocID="{098C3B73-E68C-4F43-AEED-D59C25BB1E8B}" presName="titleText2" presStyleLbl="fgAcc1" presStyleIdx="9" presStyleCnt="68" custLinFactNeighborX="46220" custLinFactNeighborY="23325">
        <dgm:presLayoutVars>
          <dgm:chMax val="0"/>
          <dgm:chPref val="0"/>
        </dgm:presLayoutVars>
      </dgm:prSet>
      <dgm:spPr/>
      <dgm:t>
        <a:bodyPr/>
        <a:lstStyle/>
        <a:p>
          <a:endParaRPr lang="en-US"/>
        </a:p>
      </dgm:t>
    </dgm:pt>
    <dgm:pt modelId="{824D65F1-17A3-4A2E-AD09-5EB55BB3D0FE}" type="pres">
      <dgm:prSet presAssocID="{098C3B73-E68C-4F43-AEED-D59C25BB1E8B}" presName="rootConnector" presStyleLbl="node4" presStyleIdx="0" presStyleCnt="0"/>
      <dgm:spPr/>
      <dgm:t>
        <a:bodyPr/>
        <a:lstStyle/>
        <a:p>
          <a:endParaRPr lang="en-US"/>
        </a:p>
      </dgm:t>
    </dgm:pt>
    <dgm:pt modelId="{6B6ACBF2-D6F0-48BD-B788-14148CDF04F9}" type="pres">
      <dgm:prSet presAssocID="{098C3B73-E68C-4F43-AEED-D59C25BB1E8B}" presName="hierChild4" presStyleCnt="0"/>
      <dgm:spPr/>
    </dgm:pt>
    <dgm:pt modelId="{A68701E1-0C25-44D6-B5DC-D9FD952F5B68}" type="pres">
      <dgm:prSet presAssocID="{098C3B73-E68C-4F43-AEED-D59C25BB1E8B}" presName="hierChild5" presStyleCnt="0"/>
      <dgm:spPr/>
    </dgm:pt>
    <dgm:pt modelId="{063181DC-1DEE-4E27-8014-78F9A503492F}" type="pres">
      <dgm:prSet presAssocID="{C4FBE58F-C6D4-4F9F-8A04-F66A0A525463}" presName="hierChild5" presStyleCnt="0"/>
      <dgm:spPr/>
    </dgm:pt>
    <dgm:pt modelId="{57B450C5-B982-4062-8FD2-DCF18F2D6A26}" type="pres">
      <dgm:prSet presAssocID="{3A84117B-88A2-4DCE-B25E-6E427D7C2873}" presName="hierChild5" presStyleCnt="0"/>
      <dgm:spPr/>
    </dgm:pt>
    <dgm:pt modelId="{EEAA7E7E-CD24-4EDC-B9B0-06C1D353C9D6}" type="pres">
      <dgm:prSet presAssocID="{087A59A6-261B-4899-A0A0-362A410944A2}" presName="hierChild5" presStyleCnt="0"/>
      <dgm:spPr/>
    </dgm:pt>
    <dgm:pt modelId="{383210F8-6CC0-43DB-A014-47EE44EF2D65}" type="pres">
      <dgm:prSet presAssocID="{B8A644D7-BCEC-45EB-8CC0-93E33D0CFF78}" presName="hierChild5" presStyleCnt="0"/>
      <dgm:spPr/>
    </dgm:pt>
    <dgm:pt modelId="{0DE7DEAC-F1F2-4E01-852D-A2655F88312A}" type="pres">
      <dgm:prSet presAssocID="{94B3F0FE-CFEC-4DB0-85CA-BF56F270BD38}" presName="hierChild5" presStyleCnt="0"/>
      <dgm:spPr/>
    </dgm:pt>
    <dgm:pt modelId="{3F2DBE82-60FD-45E4-A1D5-F5F00FEF7884}" type="pres">
      <dgm:prSet presAssocID="{B5C3938C-8EEC-4DB1-92DB-EE700F24C113}" presName="hierChild5" presStyleCnt="0"/>
      <dgm:spPr/>
    </dgm:pt>
    <dgm:pt modelId="{71D2D063-F9AB-4FBA-9DE3-34C8787E00DF}" type="pres">
      <dgm:prSet presAssocID="{76E7EDC7-02D7-479D-B2D9-E275908A552E}" presName="Name37" presStyleLbl="parChTrans1D3" presStyleIdx="1" presStyleCnt="9"/>
      <dgm:spPr/>
      <dgm:t>
        <a:bodyPr/>
        <a:lstStyle/>
        <a:p>
          <a:endParaRPr lang="en-SG"/>
        </a:p>
      </dgm:t>
    </dgm:pt>
    <dgm:pt modelId="{C92FB3FB-D404-469D-98D3-3FAA9DDEC690}" type="pres">
      <dgm:prSet presAssocID="{FB538157-FB19-4453-B592-5338041891D5}" presName="hierRoot2" presStyleCnt="0">
        <dgm:presLayoutVars>
          <dgm:hierBranch val="init"/>
        </dgm:presLayoutVars>
      </dgm:prSet>
      <dgm:spPr/>
    </dgm:pt>
    <dgm:pt modelId="{A0095066-9CE5-4DF5-9D0B-F4781385231E}" type="pres">
      <dgm:prSet presAssocID="{FB538157-FB19-4453-B592-5338041891D5}" presName="rootComposite" presStyleCnt="0"/>
      <dgm:spPr/>
    </dgm:pt>
    <dgm:pt modelId="{73547B04-1518-441C-8E10-D7BA7A97DB77}" type="pres">
      <dgm:prSet presAssocID="{FB538157-FB19-4453-B592-5338041891D5}" presName="rootText" presStyleLbl="node1" presStyleIdx="10" presStyleCnt="68" custLinFactNeighborX="55254" custLinFactNeighborY="2311">
        <dgm:presLayoutVars>
          <dgm:chMax/>
          <dgm:chPref val="3"/>
        </dgm:presLayoutVars>
      </dgm:prSet>
      <dgm:spPr/>
      <dgm:t>
        <a:bodyPr/>
        <a:lstStyle/>
        <a:p>
          <a:endParaRPr lang="en-SG"/>
        </a:p>
      </dgm:t>
    </dgm:pt>
    <dgm:pt modelId="{5F241DC3-25BE-4AFA-8C1D-197C0328CA62}" type="pres">
      <dgm:prSet presAssocID="{FB538157-FB19-4453-B592-5338041891D5}" presName="titleText2" presStyleLbl="fgAcc1" presStyleIdx="10" presStyleCnt="68" custLinFactNeighborX="61393" custLinFactNeighborY="6932">
        <dgm:presLayoutVars>
          <dgm:chMax val="0"/>
          <dgm:chPref val="0"/>
        </dgm:presLayoutVars>
      </dgm:prSet>
      <dgm:spPr/>
      <dgm:t>
        <a:bodyPr/>
        <a:lstStyle/>
        <a:p>
          <a:endParaRPr lang="en-SG"/>
        </a:p>
      </dgm:t>
    </dgm:pt>
    <dgm:pt modelId="{17912B47-5370-40A1-8504-48B37A51863C}" type="pres">
      <dgm:prSet presAssocID="{FB538157-FB19-4453-B592-5338041891D5}" presName="rootConnector" presStyleLbl="node3" presStyleIdx="0" presStyleCnt="0"/>
      <dgm:spPr/>
      <dgm:t>
        <a:bodyPr/>
        <a:lstStyle/>
        <a:p>
          <a:endParaRPr lang="en-SG"/>
        </a:p>
      </dgm:t>
    </dgm:pt>
    <dgm:pt modelId="{CBEB72B9-1C1B-4BBE-8BBA-755D38F4752B}" type="pres">
      <dgm:prSet presAssocID="{FB538157-FB19-4453-B592-5338041891D5}" presName="hierChild4" presStyleCnt="0"/>
      <dgm:spPr/>
    </dgm:pt>
    <dgm:pt modelId="{8D28C641-2F21-43F2-BF88-B2234DD49CF8}" type="pres">
      <dgm:prSet presAssocID="{7B6D80DC-E851-41C2-837D-D055210FEF25}" presName="Name37" presStyleLbl="parChTrans1D4" presStyleIdx="8" presStyleCnt="56"/>
      <dgm:spPr/>
      <dgm:t>
        <a:bodyPr/>
        <a:lstStyle/>
        <a:p>
          <a:endParaRPr lang="en-SG"/>
        </a:p>
      </dgm:t>
    </dgm:pt>
    <dgm:pt modelId="{90FD2A4A-8B39-4163-939F-58F708A942FD}" type="pres">
      <dgm:prSet presAssocID="{36742881-FA78-4BC8-8AB2-35F81D959BB2}" presName="hierRoot2" presStyleCnt="0">
        <dgm:presLayoutVars>
          <dgm:hierBranch val="init"/>
        </dgm:presLayoutVars>
      </dgm:prSet>
      <dgm:spPr/>
    </dgm:pt>
    <dgm:pt modelId="{62F8250E-7EB3-4258-BAB7-DD6439A3CB23}" type="pres">
      <dgm:prSet presAssocID="{36742881-FA78-4BC8-8AB2-35F81D959BB2}" presName="rootComposite" presStyleCnt="0"/>
      <dgm:spPr/>
    </dgm:pt>
    <dgm:pt modelId="{DDAC122D-BD25-43B8-B983-2D6C392ACDF0}" type="pres">
      <dgm:prSet presAssocID="{36742881-FA78-4BC8-8AB2-35F81D959BB2}" presName="rootText" presStyleLbl="node1" presStyleIdx="11" presStyleCnt="68" custLinFactNeighborX="55254" custLinFactNeighborY="2311">
        <dgm:presLayoutVars>
          <dgm:chMax/>
          <dgm:chPref val="3"/>
        </dgm:presLayoutVars>
      </dgm:prSet>
      <dgm:spPr/>
      <dgm:t>
        <a:bodyPr/>
        <a:lstStyle/>
        <a:p>
          <a:endParaRPr lang="en-SG"/>
        </a:p>
      </dgm:t>
    </dgm:pt>
    <dgm:pt modelId="{52AAE135-6A60-4A75-A786-C67C500720B8}" type="pres">
      <dgm:prSet presAssocID="{36742881-FA78-4BC8-8AB2-35F81D959BB2}" presName="titleText2" presStyleLbl="fgAcc1" presStyleIdx="11" presStyleCnt="68" custLinFactNeighborX="61393" custLinFactNeighborY="6932">
        <dgm:presLayoutVars>
          <dgm:chMax val="0"/>
          <dgm:chPref val="0"/>
        </dgm:presLayoutVars>
      </dgm:prSet>
      <dgm:spPr/>
      <dgm:t>
        <a:bodyPr/>
        <a:lstStyle/>
        <a:p>
          <a:endParaRPr lang="en-SG"/>
        </a:p>
      </dgm:t>
    </dgm:pt>
    <dgm:pt modelId="{0B2517EE-FAB8-4136-A9B4-1C333F4B2DBF}" type="pres">
      <dgm:prSet presAssocID="{36742881-FA78-4BC8-8AB2-35F81D959BB2}" presName="rootConnector" presStyleLbl="node4" presStyleIdx="0" presStyleCnt="0"/>
      <dgm:spPr/>
      <dgm:t>
        <a:bodyPr/>
        <a:lstStyle/>
        <a:p>
          <a:endParaRPr lang="en-SG"/>
        </a:p>
      </dgm:t>
    </dgm:pt>
    <dgm:pt modelId="{3A4A03E3-2EA8-4105-9D48-B8E5DA5B34EB}" type="pres">
      <dgm:prSet presAssocID="{36742881-FA78-4BC8-8AB2-35F81D959BB2}" presName="hierChild4" presStyleCnt="0"/>
      <dgm:spPr/>
    </dgm:pt>
    <dgm:pt modelId="{CA596665-C2E5-4B6A-AA37-ED2EBF2B693D}" type="pres">
      <dgm:prSet presAssocID="{26D60ABC-3E69-4516-B23B-F1BF8A47AD2B}" presName="Name37" presStyleLbl="parChTrans1D4" presStyleIdx="9" presStyleCnt="56"/>
      <dgm:spPr/>
      <dgm:t>
        <a:bodyPr/>
        <a:lstStyle/>
        <a:p>
          <a:endParaRPr lang="en-SG"/>
        </a:p>
      </dgm:t>
    </dgm:pt>
    <dgm:pt modelId="{221C42FB-5428-4F27-929B-CF9EA71F2CF5}" type="pres">
      <dgm:prSet presAssocID="{2E977094-ADAA-4096-9A88-8FEF08A7F21B}" presName="hierRoot2" presStyleCnt="0">
        <dgm:presLayoutVars>
          <dgm:hierBranch val="init"/>
        </dgm:presLayoutVars>
      </dgm:prSet>
      <dgm:spPr/>
    </dgm:pt>
    <dgm:pt modelId="{60DC7FFE-263E-45F5-A791-805A5BAA7CE0}" type="pres">
      <dgm:prSet presAssocID="{2E977094-ADAA-4096-9A88-8FEF08A7F21B}" presName="rootComposite" presStyleCnt="0"/>
      <dgm:spPr/>
    </dgm:pt>
    <dgm:pt modelId="{9259E9DC-2A32-44FA-9F71-ED8D0DFE9EB4}" type="pres">
      <dgm:prSet presAssocID="{2E977094-ADAA-4096-9A88-8FEF08A7F21B}" presName="rootText" presStyleLbl="node1" presStyleIdx="12" presStyleCnt="68" custLinFactNeighborX="55254" custLinFactNeighborY="2311">
        <dgm:presLayoutVars>
          <dgm:chMax/>
          <dgm:chPref val="3"/>
        </dgm:presLayoutVars>
      </dgm:prSet>
      <dgm:spPr/>
      <dgm:t>
        <a:bodyPr/>
        <a:lstStyle/>
        <a:p>
          <a:endParaRPr lang="en-SG"/>
        </a:p>
      </dgm:t>
    </dgm:pt>
    <dgm:pt modelId="{63402D58-715D-4A86-8CD0-C25E3F315D5B}" type="pres">
      <dgm:prSet presAssocID="{2E977094-ADAA-4096-9A88-8FEF08A7F21B}" presName="titleText2" presStyleLbl="fgAcc1" presStyleIdx="12" presStyleCnt="68" custLinFactNeighborX="61393" custLinFactNeighborY="6932">
        <dgm:presLayoutVars>
          <dgm:chMax val="0"/>
          <dgm:chPref val="0"/>
        </dgm:presLayoutVars>
      </dgm:prSet>
      <dgm:spPr/>
      <dgm:t>
        <a:bodyPr/>
        <a:lstStyle/>
        <a:p>
          <a:endParaRPr lang="en-SG"/>
        </a:p>
      </dgm:t>
    </dgm:pt>
    <dgm:pt modelId="{2AE16D42-483C-40FC-B096-729EFC8254FD}" type="pres">
      <dgm:prSet presAssocID="{2E977094-ADAA-4096-9A88-8FEF08A7F21B}" presName="rootConnector" presStyleLbl="node4" presStyleIdx="0" presStyleCnt="0"/>
      <dgm:spPr/>
      <dgm:t>
        <a:bodyPr/>
        <a:lstStyle/>
        <a:p>
          <a:endParaRPr lang="en-SG"/>
        </a:p>
      </dgm:t>
    </dgm:pt>
    <dgm:pt modelId="{A9A484E9-7767-4DF9-9D8A-82899AA524EC}" type="pres">
      <dgm:prSet presAssocID="{2E977094-ADAA-4096-9A88-8FEF08A7F21B}" presName="hierChild4" presStyleCnt="0"/>
      <dgm:spPr/>
    </dgm:pt>
    <dgm:pt modelId="{2353A15F-CE63-411A-9A9E-A45595B464E8}" type="pres">
      <dgm:prSet presAssocID="{2E977094-ADAA-4096-9A88-8FEF08A7F21B}" presName="hierChild5" presStyleCnt="0"/>
      <dgm:spPr/>
    </dgm:pt>
    <dgm:pt modelId="{747F9028-B3A0-4DC0-8F86-7E70C70AD9BA}" type="pres">
      <dgm:prSet presAssocID="{36742881-FA78-4BC8-8AB2-35F81D959BB2}" presName="hierChild5" presStyleCnt="0"/>
      <dgm:spPr/>
    </dgm:pt>
    <dgm:pt modelId="{BA66B12F-0C5E-49EE-A140-3450F0AC5046}" type="pres">
      <dgm:prSet presAssocID="{FB538157-FB19-4453-B592-5338041891D5}" presName="hierChild5" presStyleCnt="0"/>
      <dgm:spPr/>
    </dgm:pt>
    <dgm:pt modelId="{E2C5FB36-B1B9-4944-9EA9-260DD3B2C856}" type="pres">
      <dgm:prSet presAssocID="{4CEA0F43-17D1-4244-9C32-E08E66999300}" presName="Name37" presStyleLbl="parChTrans1D3" presStyleIdx="2" presStyleCnt="9"/>
      <dgm:spPr/>
      <dgm:t>
        <a:bodyPr/>
        <a:lstStyle/>
        <a:p>
          <a:endParaRPr lang="en-SG"/>
        </a:p>
      </dgm:t>
    </dgm:pt>
    <dgm:pt modelId="{352F93C3-C150-4521-892F-1872B89B3D5B}" type="pres">
      <dgm:prSet presAssocID="{B23E2C18-4FD0-4CB4-896A-EDA7869C997E}" presName="hierRoot2" presStyleCnt="0">
        <dgm:presLayoutVars>
          <dgm:hierBranch val="init"/>
        </dgm:presLayoutVars>
      </dgm:prSet>
      <dgm:spPr/>
    </dgm:pt>
    <dgm:pt modelId="{EF38BF92-270D-4537-A284-F5E0C990D459}" type="pres">
      <dgm:prSet presAssocID="{B23E2C18-4FD0-4CB4-896A-EDA7869C997E}" presName="rootComposite" presStyleCnt="0"/>
      <dgm:spPr/>
    </dgm:pt>
    <dgm:pt modelId="{2A3DE114-6A2C-442C-96A3-1C1ACB01DBD8}" type="pres">
      <dgm:prSet presAssocID="{B23E2C18-4FD0-4CB4-896A-EDA7869C997E}" presName="rootText" presStyleLbl="node1" presStyleIdx="13" presStyleCnt="68" custLinFactNeighborX="55254" custLinFactNeighborY="2311">
        <dgm:presLayoutVars>
          <dgm:chMax/>
          <dgm:chPref val="3"/>
        </dgm:presLayoutVars>
      </dgm:prSet>
      <dgm:spPr/>
      <dgm:t>
        <a:bodyPr/>
        <a:lstStyle/>
        <a:p>
          <a:endParaRPr lang="en-SG"/>
        </a:p>
      </dgm:t>
    </dgm:pt>
    <dgm:pt modelId="{53D1C075-0C0B-4C72-819D-DE00793011BA}" type="pres">
      <dgm:prSet presAssocID="{B23E2C18-4FD0-4CB4-896A-EDA7869C997E}" presName="titleText2" presStyleLbl="fgAcc1" presStyleIdx="13" presStyleCnt="68" custLinFactNeighborX="61393" custLinFactNeighborY="6932">
        <dgm:presLayoutVars>
          <dgm:chMax val="0"/>
          <dgm:chPref val="0"/>
        </dgm:presLayoutVars>
      </dgm:prSet>
      <dgm:spPr/>
      <dgm:t>
        <a:bodyPr/>
        <a:lstStyle/>
        <a:p>
          <a:endParaRPr lang="en-SG"/>
        </a:p>
      </dgm:t>
    </dgm:pt>
    <dgm:pt modelId="{863D3FEF-9732-40CE-80FD-78512B18A043}" type="pres">
      <dgm:prSet presAssocID="{B23E2C18-4FD0-4CB4-896A-EDA7869C997E}" presName="rootConnector" presStyleLbl="node3" presStyleIdx="0" presStyleCnt="0"/>
      <dgm:spPr/>
      <dgm:t>
        <a:bodyPr/>
        <a:lstStyle/>
        <a:p>
          <a:endParaRPr lang="en-SG"/>
        </a:p>
      </dgm:t>
    </dgm:pt>
    <dgm:pt modelId="{AE5B1328-9882-416E-9923-15BAF82044B4}" type="pres">
      <dgm:prSet presAssocID="{B23E2C18-4FD0-4CB4-896A-EDA7869C997E}" presName="hierChild4" presStyleCnt="0"/>
      <dgm:spPr/>
    </dgm:pt>
    <dgm:pt modelId="{593150CF-6D25-4AF7-B870-EFF1AC10C2C1}" type="pres">
      <dgm:prSet presAssocID="{5B2D79B5-4E83-42A0-AEFB-B8A5965D935A}" presName="Name37" presStyleLbl="parChTrans1D4" presStyleIdx="10" presStyleCnt="56"/>
      <dgm:spPr/>
      <dgm:t>
        <a:bodyPr/>
        <a:lstStyle/>
        <a:p>
          <a:endParaRPr lang="en-SG"/>
        </a:p>
      </dgm:t>
    </dgm:pt>
    <dgm:pt modelId="{5BC5ED82-9A6D-4186-9992-221E28E02AFC}" type="pres">
      <dgm:prSet presAssocID="{1B01F970-301C-4AFD-B4FF-0D019B6DCB6C}" presName="hierRoot2" presStyleCnt="0">
        <dgm:presLayoutVars>
          <dgm:hierBranch val="init"/>
        </dgm:presLayoutVars>
      </dgm:prSet>
      <dgm:spPr/>
    </dgm:pt>
    <dgm:pt modelId="{AA7A75A7-625C-48EA-9B74-CBEB5129D963}" type="pres">
      <dgm:prSet presAssocID="{1B01F970-301C-4AFD-B4FF-0D019B6DCB6C}" presName="rootComposite" presStyleCnt="0"/>
      <dgm:spPr/>
    </dgm:pt>
    <dgm:pt modelId="{88DD8099-9935-4015-B5E2-03CECB9D4F79}" type="pres">
      <dgm:prSet presAssocID="{1B01F970-301C-4AFD-B4FF-0D019B6DCB6C}" presName="rootText" presStyleLbl="node1" presStyleIdx="14" presStyleCnt="68" custLinFactNeighborX="55254" custLinFactNeighborY="2311">
        <dgm:presLayoutVars>
          <dgm:chMax/>
          <dgm:chPref val="3"/>
        </dgm:presLayoutVars>
      </dgm:prSet>
      <dgm:spPr/>
      <dgm:t>
        <a:bodyPr/>
        <a:lstStyle/>
        <a:p>
          <a:endParaRPr lang="en-SG"/>
        </a:p>
      </dgm:t>
    </dgm:pt>
    <dgm:pt modelId="{57C2D6B2-A5EE-45CD-9CAE-F9EAD3F57F23}" type="pres">
      <dgm:prSet presAssocID="{1B01F970-301C-4AFD-B4FF-0D019B6DCB6C}" presName="titleText2" presStyleLbl="fgAcc1" presStyleIdx="14" presStyleCnt="68" custLinFactNeighborX="61393" custLinFactNeighborY="6932">
        <dgm:presLayoutVars>
          <dgm:chMax val="0"/>
          <dgm:chPref val="0"/>
        </dgm:presLayoutVars>
      </dgm:prSet>
      <dgm:spPr/>
      <dgm:t>
        <a:bodyPr/>
        <a:lstStyle/>
        <a:p>
          <a:endParaRPr lang="en-SG"/>
        </a:p>
      </dgm:t>
    </dgm:pt>
    <dgm:pt modelId="{3DF38F35-7C9D-4EA2-A4F8-E273F08BB49E}" type="pres">
      <dgm:prSet presAssocID="{1B01F970-301C-4AFD-B4FF-0D019B6DCB6C}" presName="rootConnector" presStyleLbl="node4" presStyleIdx="0" presStyleCnt="0"/>
      <dgm:spPr/>
      <dgm:t>
        <a:bodyPr/>
        <a:lstStyle/>
        <a:p>
          <a:endParaRPr lang="en-SG"/>
        </a:p>
      </dgm:t>
    </dgm:pt>
    <dgm:pt modelId="{8407240B-1C31-485D-B902-9873DE230BDB}" type="pres">
      <dgm:prSet presAssocID="{1B01F970-301C-4AFD-B4FF-0D019B6DCB6C}" presName="hierChild4" presStyleCnt="0"/>
      <dgm:spPr/>
    </dgm:pt>
    <dgm:pt modelId="{3A35F4EB-E08F-4BDB-A3C2-D463B270C20E}" type="pres">
      <dgm:prSet presAssocID="{113454B8-595C-4CDF-A64B-1B0D9888D5B2}" presName="Name37" presStyleLbl="parChTrans1D4" presStyleIdx="11" presStyleCnt="56"/>
      <dgm:spPr/>
      <dgm:t>
        <a:bodyPr/>
        <a:lstStyle/>
        <a:p>
          <a:endParaRPr lang="en-SG"/>
        </a:p>
      </dgm:t>
    </dgm:pt>
    <dgm:pt modelId="{EAA4B6E9-7BCC-49A9-8719-C6A2A970D9DD}" type="pres">
      <dgm:prSet presAssocID="{10E35010-B5BC-4931-8230-DAED99ED8265}" presName="hierRoot2" presStyleCnt="0">
        <dgm:presLayoutVars>
          <dgm:hierBranch val="init"/>
        </dgm:presLayoutVars>
      </dgm:prSet>
      <dgm:spPr/>
    </dgm:pt>
    <dgm:pt modelId="{1306A6E3-CE37-404B-849C-6E62788224AF}" type="pres">
      <dgm:prSet presAssocID="{10E35010-B5BC-4931-8230-DAED99ED8265}" presName="rootComposite" presStyleCnt="0"/>
      <dgm:spPr/>
    </dgm:pt>
    <dgm:pt modelId="{94F105C3-2CBA-49AD-9435-0C4AD5EBE3ED}" type="pres">
      <dgm:prSet presAssocID="{10E35010-B5BC-4931-8230-DAED99ED8265}" presName="rootText" presStyleLbl="node1" presStyleIdx="15" presStyleCnt="68" custLinFactNeighborX="55254" custLinFactNeighborY="2311">
        <dgm:presLayoutVars>
          <dgm:chMax/>
          <dgm:chPref val="3"/>
        </dgm:presLayoutVars>
      </dgm:prSet>
      <dgm:spPr/>
      <dgm:t>
        <a:bodyPr/>
        <a:lstStyle/>
        <a:p>
          <a:endParaRPr lang="en-SG"/>
        </a:p>
      </dgm:t>
    </dgm:pt>
    <dgm:pt modelId="{AC1EEE97-4A6B-4DDC-AC90-7D1A29CF8F0C}" type="pres">
      <dgm:prSet presAssocID="{10E35010-B5BC-4931-8230-DAED99ED8265}" presName="titleText2" presStyleLbl="fgAcc1" presStyleIdx="15" presStyleCnt="68" custLinFactNeighborX="61393" custLinFactNeighborY="6932">
        <dgm:presLayoutVars>
          <dgm:chMax val="0"/>
          <dgm:chPref val="0"/>
        </dgm:presLayoutVars>
      </dgm:prSet>
      <dgm:spPr/>
      <dgm:t>
        <a:bodyPr/>
        <a:lstStyle/>
        <a:p>
          <a:endParaRPr lang="en-SG"/>
        </a:p>
      </dgm:t>
    </dgm:pt>
    <dgm:pt modelId="{AF852255-F861-460E-AB59-1F6C3F736CBD}" type="pres">
      <dgm:prSet presAssocID="{10E35010-B5BC-4931-8230-DAED99ED8265}" presName="rootConnector" presStyleLbl="node4" presStyleIdx="0" presStyleCnt="0"/>
      <dgm:spPr/>
      <dgm:t>
        <a:bodyPr/>
        <a:lstStyle/>
        <a:p>
          <a:endParaRPr lang="en-SG"/>
        </a:p>
      </dgm:t>
    </dgm:pt>
    <dgm:pt modelId="{A6098A38-331E-4BCE-A132-556031C4F237}" type="pres">
      <dgm:prSet presAssocID="{10E35010-B5BC-4931-8230-DAED99ED8265}" presName="hierChild4" presStyleCnt="0"/>
      <dgm:spPr/>
    </dgm:pt>
    <dgm:pt modelId="{8C06C46D-4070-4844-B952-F2B78256846E}" type="pres">
      <dgm:prSet presAssocID="{5A547479-F21A-49CA-9E8D-5DAC1A58C002}" presName="Name37" presStyleLbl="parChTrans1D4" presStyleIdx="12" presStyleCnt="56"/>
      <dgm:spPr/>
      <dgm:t>
        <a:bodyPr/>
        <a:lstStyle/>
        <a:p>
          <a:endParaRPr lang="en-SG"/>
        </a:p>
      </dgm:t>
    </dgm:pt>
    <dgm:pt modelId="{AEA757E8-3BBE-48BD-8764-0CAF4E8E3618}" type="pres">
      <dgm:prSet presAssocID="{9308B17F-EFAA-4FA5-9567-66A08BA0123D}" presName="hierRoot2" presStyleCnt="0">
        <dgm:presLayoutVars>
          <dgm:hierBranch val="init"/>
        </dgm:presLayoutVars>
      </dgm:prSet>
      <dgm:spPr/>
    </dgm:pt>
    <dgm:pt modelId="{39C597EE-8B1B-49E7-8F0E-97373C04ED54}" type="pres">
      <dgm:prSet presAssocID="{9308B17F-EFAA-4FA5-9567-66A08BA0123D}" presName="rootComposite" presStyleCnt="0"/>
      <dgm:spPr/>
    </dgm:pt>
    <dgm:pt modelId="{EC22421D-5EC5-413E-A69B-4B74F807AEA3}" type="pres">
      <dgm:prSet presAssocID="{9308B17F-EFAA-4FA5-9567-66A08BA0123D}" presName="rootText" presStyleLbl="node1" presStyleIdx="16" presStyleCnt="68" custScaleX="110751" custLinFactNeighborX="55254" custLinFactNeighborY="2311">
        <dgm:presLayoutVars>
          <dgm:chMax/>
          <dgm:chPref val="3"/>
        </dgm:presLayoutVars>
      </dgm:prSet>
      <dgm:spPr/>
      <dgm:t>
        <a:bodyPr/>
        <a:lstStyle/>
        <a:p>
          <a:endParaRPr lang="en-SG"/>
        </a:p>
      </dgm:t>
    </dgm:pt>
    <dgm:pt modelId="{00D69FAE-2CEC-4613-AED0-E40F9848AB23}" type="pres">
      <dgm:prSet presAssocID="{9308B17F-EFAA-4FA5-9567-66A08BA0123D}" presName="titleText2" presStyleLbl="fgAcc1" presStyleIdx="16" presStyleCnt="68" custScaleX="110752" custScaleY="158598" custLinFactNeighborX="61393" custLinFactNeighborY="6932">
        <dgm:presLayoutVars>
          <dgm:chMax val="0"/>
          <dgm:chPref val="0"/>
        </dgm:presLayoutVars>
      </dgm:prSet>
      <dgm:spPr/>
      <dgm:t>
        <a:bodyPr/>
        <a:lstStyle/>
        <a:p>
          <a:endParaRPr lang="en-SG"/>
        </a:p>
      </dgm:t>
    </dgm:pt>
    <dgm:pt modelId="{6FA7E347-C4FB-44E8-B415-31D0768142A3}" type="pres">
      <dgm:prSet presAssocID="{9308B17F-EFAA-4FA5-9567-66A08BA0123D}" presName="rootConnector" presStyleLbl="node4" presStyleIdx="0" presStyleCnt="0"/>
      <dgm:spPr/>
      <dgm:t>
        <a:bodyPr/>
        <a:lstStyle/>
        <a:p>
          <a:endParaRPr lang="en-SG"/>
        </a:p>
      </dgm:t>
    </dgm:pt>
    <dgm:pt modelId="{67DA9D5D-8C85-4E66-8578-DA4E68A192F0}" type="pres">
      <dgm:prSet presAssocID="{9308B17F-EFAA-4FA5-9567-66A08BA0123D}" presName="hierChild4" presStyleCnt="0"/>
      <dgm:spPr/>
    </dgm:pt>
    <dgm:pt modelId="{6EE7F57F-8E31-48CB-9EF0-DF0F8371EAAA}" type="pres">
      <dgm:prSet presAssocID="{37BAFD77-F543-47F9-BCF1-C7544B5EBC26}" presName="Name37" presStyleLbl="parChTrans1D4" presStyleIdx="13" presStyleCnt="56"/>
      <dgm:spPr/>
      <dgm:t>
        <a:bodyPr/>
        <a:lstStyle/>
        <a:p>
          <a:endParaRPr lang="en-SG"/>
        </a:p>
      </dgm:t>
    </dgm:pt>
    <dgm:pt modelId="{F7228B47-9A85-4A98-9C6C-76C657AB014A}" type="pres">
      <dgm:prSet presAssocID="{F1C8A047-09C4-40CC-A49C-4E0A335BF79F}" presName="hierRoot2" presStyleCnt="0">
        <dgm:presLayoutVars>
          <dgm:hierBranch val="init"/>
        </dgm:presLayoutVars>
      </dgm:prSet>
      <dgm:spPr/>
    </dgm:pt>
    <dgm:pt modelId="{578D1F4F-483C-41C6-988A-B3442B338687}" type="pres">
      <dgm:prSet presAssocID="{F1C8A047-09C4-40CC-A49C-4E0A335BF79F}" presName="rootComposite" presStyleCnt="0"/>
      <dgm:spPr/>
    </dgm:pt>
    <dgm:pt modelId="{3252C458-2E78-484A-A1EC-6EAF524FBBBA}" type="pres">
      <dgm:prSet presAssocID="{F1C8A047-09C4-40CC-A49C-4E0A335BF79F}" presName="rootText" presStyleLbl="node1" presStyleIdx="17" presStyleCnt="68" custLinFactNeighborX="55254" custLinFactNeighborY="2311">
        <dgm:presLayoutVars>
          <dgm:chMax/>
          <dgm:chPref val="3"/>
        </dgm:presLayoutVars>
      </dgm:prSet>
      <dgm:spPr/>
      <dgm:t>
        <a:bodyPr/>
        <a:lstStyle/>
        <a:p>
          <a:endParaRPr lang="en-SG"/>
        </a:p>
      </dgm:t>
    </dgm:pt>
    <dgm:pt modelId="{BC6E1FBB-4113-4680-8062-811D877566EA}" type="pres">
      <dgm:prSet presAssocID="{F1C8A047-09C4-40CC-A49C-4E0A335BF79F}" presName="titleText2" presStyleLbl="fgAcc1" presStyleIdx="17" presStyleCnt="68" custLinFactNeighborX="61393" custLinFactNeighborY="6932">
        <dgm:presLayoutVars>
          <dgm:chMax val="0"/>
          <dgm:chPref val="0"/>
        </dgm:presLayoutVars>
      </dgm:prSet>
      <dgm:spPr/>
      <dgm:t>
        <a:bodyPr/>
        <a:lstStyle/>
        <a:p>
          <a:endParaRPr lang="en-SG"/>
        </a:p>
      </dgm:t>
    </dgm:pt>
    <dgm:pt modelId="{ECA71640-2587-4422-B0E0-CC20F2847BC2}" type="pres">
      <dgm:prSet presAssocID="{F1C8A047-09C4-40CC-A49C-4E0A335BF79F}" presName="rootConnector" presStyleLbl="node4" presStyleIdx="0" presStyleCnt="0"/>
      <dgm:spPr/>
      <dgm:t>
        <a:bodyPr/>
        <a:lstStyle/>
        <a:p>
          <a:endParaRPr lang="en-SG"/>
        </a:p>
      </dgm:t>
    </dgm:pt>
    <dgm:pt modelId="{91CBAD83-F614-4AE2-A180-582EA3B72178}" type="pres">
      <dgm:prSet presAssocID="{F1C8A047-09C4-40CC-A49C-4E0A335BF79F}" presName="hierChild4" presStyleCnt="0"/>
      <dgm:spPr/>
    </dgm:pt>
    <dgm:pt modelId="{557D7C44-0A35-43E2-8B4A-3369E71D1773}" type="pres">
      <dgm:prSet presAssocID="{99663586-4532-4858-BCA7-A9025108089A}" presName="Name37" presStyleLbl="parChTrans1D4" presStyleIdx="14" presStyleCnt="56"/>
      <dgm:spPr/>
      <dgm:t>
        <a:bodyPr/>
        <a:lstStyle/>
        <a:p>
          <a:endParaRPr lang="en-SG"/>
        </a:p>
      </dgm:t>
    </dgm:pt>
    <dgm:pt modelId="{72A72E98-59EB-48E0-878B-FC35ACF38B17}" type="pres">
      <dgm:prSet presAssocID="{1C22CA57-AA64-4D14-B85B-BD57D6DE09CD}" presName="hierRoot2" presStyleCnt="0">
        <dgm:presLayoutVars>
          <dgm:hierBranch val="init"/>
        </dgm:presLayoutVars>
      </dgm:prSet>
      <dgm:spPr/>
    </dgm:pt>
    <dgm:pt modelId="{B918D691-BCBC-4063-B393-A999F24FCF6F}" type="pres">
      <dgm:prSet presAssocID="{1C22CA57-AA64-4D14-B85B-BD57D6DE09CD}" presName="rootComposite" presStyleCnt="0"/>
      <dgm:spPr/>
    </dgm:pt>
    <dgm:pt modelId="{FEEA702E-93CE-4AF1-B8C0-6150A01E1569}" type="pres">
      <dgm:prSet presAssocID="{1C22CA57-AA64-4D14-B85B-BD57D6DE09CD}" presName="rootText" presStyleLbl="node1" presStyleIdx="18" presStyleCnt="68" custLinFactNeighborX="55254" custLinFactNeighborY="2311">
        <dgm:presLayoutVars>
          <dgm:chMax/>
          <dgm:chPref val="3"/>
        </dgm:presLayoutVars>
      </dgm:prSet>
      <dgm:spPr/>
      <dgm:t>
        <a:bodyPr/>
        <a:lstStyle/>
        <a:p>
          <a:endParaRPr lang="en-SG"/>
        </a:p>
      </dgm:t>
    </dgm:pt>
    <dgm:pt modelId="{7B36F0EC-B36B-4EB9-BCAA-3965EBB41174}" type="pres">
      <dgm:prSet presAssocID="{1C22CA57-AA64-4D14-B85B-BD57D6DE09CD}" presName="titleText2" presStyleLbl="fgAcc1" presStyleIdx="18" presStyleCnt="68" custScaleY="151710" custLinFactNeighborX="61393" custLinFactNeighborY="6932">
        <dgm:presLayoutVars>
          <dgm:chMax val="0"/>
          <dgm:chPref val="0"/>
        </dgm:presLayoutVars>
      </dgm:prSet>
      <dgm:spPr/>
      <dgm:t>
        <a:bodyPr/>
        <a:lstStyle/>
        <a:p>
          <a:endParaRPr lang="en-SG"/>
        </a:p>
      </dgm:t>
    </dgm:pt>
    <dgm:pt modelId="{9FAE6130-41E8-489B-8F28-FCD881E53B06}" type="pres">
      <dgm:prSet presAssocID="{1C22CA57-AA64-4D14-B85B-BD57D6DE09CD}" presName="rootConnector" presStyleLbl="node4" presStyleIdx="0" presStyleCnt="0"/>
      <dgm:spPr/>
      <dgm:t>
        <a:bodyPr/>
        <a:lstStyle/>
        <a:p>
          <a:endParaRPr lang="en-SG"/>
        </a:p>
      </dgm:t>
    </dgm:pt>
    <dgm:pt modelId="{C3F0012C-E323-4E3B-9499-58A1A230A9BB}" type="pres">
      <dgm:prSet presAssocID="{1C22CA57-AA64-4D14-B85B-BD57D6DE09CD}" presName="hierChild4" presStyleCnt="0"/>
      <dgm:spPr/>
    </dgm:pt>
    <dgm:pt modelId="{D6B7C453-B274-46DD-9C25-49E97B796D39}" type="pres">
      <dgm:prSet presAssocID="{1C22CA57-AA64-4D14-B85B-BD57D6DE09CD}" presName="hierChild5" presStyleCnt="0"/>
      <dgm:spPr/>
    </dgm:pt>
    <dgm:pt modelId="{80970A0C-6925-4F03-BA72-DDEC577DB4BA}" type="pres">
      <dgm:prSet presAssocID="{F1C8A047-09C4-40CC-A49C-4E0A335BF79F}" presName="hierChild5" presStyleCnt="0"/>
      <dgm:spPr/>
    </dgm:pt>
    <dgm:pt modelId="{4A3D4A6C-9AEF-424C-B298-1097A4D29EFD}" type="pres">
      <dgm:prSet presAssocID="{9308B17F-EFAA-4FA5-9567-66A08BA0123D}" presName="hierChild5" presStyleCnt="0"/>
      <dgm:spPr/>
    </dgm:pt>
    <dgm:pt modelId="{5D5E8044-185C-4596-BDD1-49D04F3578EF}" type="pres">
      <dgm:prSet presAssocID="{10E35010-B5BC-4931-8230-DAED99ED8265}" presName="hierChild5" presStyleCnt="0"/>
      <dgm:spPr/>
    </dgm:pt>
    <dgm:pt modelId="{75270FA7-1706-4354-9B86-26E2844EA78E}" type="pres">
      <dgm:prSet presAssocID="{1B01F970-301C-4AFD-B4FF-0D019B6DCB6C}" presName="hierChild5" presStyleCnt="0"/>
      <dgm:spPr/>
    </dgm:pt>
    <dgm:pt modelId="{B1C3A32F-6284-428D-817F-72F85442F6E4}" type="pres">
      <dgm:prSet presAssocID="{B23E2C18-4FD0-4CB4-896A-EDA7869C997E}" presName="hierChild5" presStyleCnt="0"/>
      <dgm:spPr/>
    </dgm:pt>
    <dgm:pt modelId="{652079C0-BB17-4C20-A2DF-EDCD236F9856}" type="pres">
      <dgm:prSet presAssocID="{34605E8C-EA65-4BA3-A23F-E1B00C7B4840}" presName="hierChild5" presStyleCnt="0"/>
      <dgm:spPr/>
    </dgm:pt>
    <dgm:pt modelId="{DB89F2A2-7029-49FF-A344-AA6BF0C50C76}" type="pres">
      <dgm:prSet presAssocID="{8DC9C906-27F2-4891-8CFC-B6D8B12B15C4}" presName="Name37" presStyleLbl="parChTrans1D2" presStyleIdx="1" presStyleCnt="4"/>
      <dgm:spPr/>
      <dgm:t>
        <a:bodyPr/>
        <a:lstStyle/>
        <a:p>
          <a:endParaRPr lang="en-SG"/>
        </a:p>
      </dgm:t>
    </dgm:pt>
    <dgm:pt modelId="{811E096E-56F9-4F49-80E4-3AF429D9D46C}" type="pres">
      <dgm:prSet presAssocID="{422BF86F-303F-4D50-BC5D-137BDFB581AA}" presName="hierRoot2" presStyleCnt="0">
        <dgm:presLayoutVars>
          <dgm:hierBranch val="init"/>
        </dgm:presLayoutVars>
      </dgm:prSet>
      <dgm:spPr/>
    </dgm:pt>
    <dgm:pt modelId="{F7BAEF75-C089-4856-AB7D-6CA4495EF651}" type="pres">
      <dgm:prSet presAssocID="{422BF86F-303F-4D50-BC5D-137BDFB581AA}" presName="rootComposite" presStyleCnt="0"/>
      <dgm:spPr/>
    </dgm:pt>
    <dgm:pt modelId="{F155E75F-52F6-42D7-94B8-D0B597C46BC2}" type="pres">
      <dgm:prSet presAssocID="{422BF86F-303F-4D50-BC5D-137BDFB581AA}" presName="rootText" presStyleLbl="node1" presStyleIdx="19" presStyleCnt="68" custScaleX="267294" custLinFactNeighborX="55254" custLinFactNeighborY="2311">
        <dgm:presLayoutVars>
          <dgm:chMax/>
          <dgm:chPref val="3"/>
        </dgm:presLayoutVars>
      </dgm:prSet>
      <dgm:spPr/>
      <dgm:t>
        <a:bodyPr/>
        <a:lstStyle/>
        <a:p>
          <a:endParaRPr lang="en-SG"/>
        </a:p>
      </dgm:t>
    </dgm:pt>
    <dgm:pt modelId="{FEC51113-705B-4D79-9D9C-9D848061C3D1}" type="pres">
      <dgm:prSet presAssocID="{422BF86F-303F-4D50-BC5D-137BDFB581AA}" presName="titleText2" presStyleLbl="fgAcc1" presStyleIdx="19" presStyleCnt="68" custScaleX="331119" custLinFactNeighborX="65259" custLinFactNeighborY="25276">
        <dgm:presLayoutVars>
          <dgm:chMax val="0"/>
          <dgm:chPref val="0"/>
        </dgm:presLayoutVars>
      </dgm:prSet>
      <dgm:spPr/>
      <dgm:t>
        <a:bodyPr/>
        <a:lstStyle/>
        <a:p>
          <a:endParaRPr lang="en-SG"/>
        </a:p>
      </dgm:t>
    </dgm:pt>
    <dgm:pt modelId="{35199361-E410-46AB-BA2E-C615BA8D21B3}" type="pres">
      <dgm:prSet presAssocID="{422BF86F-303F-4D50-BC5D-137BDFB581AA}" presName="rootConnector" presStyleLbl="node2" presStyleIdx="0" presStyleCnt="0"/>
      <dgm:spPr/>
      <dgm:t>
        <a:bodyPr/>
        <a:lstStyle/>
        <a:p>
          <a:endParaRPr lang="en-SG"/>
        </a:p>
      </dgm:t>
    </dgm:pt>
    <dgm:pt modelId="{9083396A-8763-4EC2-B343-55E78823C086}" type="pres">
      <dgm:prSet presAssocID="{422BF86F-303F-4D50-BC5D-137BDFB581AA}" presName="hierChild4" presStyleCnt="0"/>
      <dgm:spPr/>
    </dgm:pt>
    <dgm:pt modelId="{EB65AE57-3F48-4BE0-93DE-16A181DC5113}" type="pres">
      <dgm:prSet presAssocID="{A5A24F03-483A-40CF-B5A2-8758E10552B1}" presName="Name37" presStyleLbl="parChTrans1D3" presStyleIdx="3" presStyleCnt="9"/>
      <dgm:spPr/>
      <dgm:t>
        <a:bodyPr/>
        <a:lstStyle/>
        <a:p>
          <a:endParaRPr lang="en-SG"/>
        </a:p>
      </dgm:t>
    </dgm:pt>
    <dgm:pt modelId="{082AC1D7-1D81-48A9-9B55-5E698492B8E7}" type="pres">
      <dgm:prSet presAssocID="{17EDFF82-23AB-48EA-8519-AD849180308B}" presName="hierRoot2" presStyleCnt="0">
        <dgm:presLayoutVars>
          <dgm:hierBranch val="init"/>
        </dgm:presLayoutVars>
      </dgm:prSet>
      <dgm:spPr/>
    </dgm:pt>
    <dgm:pt modelId="{9F8C4CC8-74C9-4E63-907E-98666AACC524}" type="pres">
      <dgm:prSet presAssocID="{17EDFF82-23AB-48EA-8519-AD849180308B}" presName="rootComposite" presStyleCnt="0"/>
      <dgm:spPr/>
    </dgm:pt>
    <dgm:pt modelId="{9D15AD87-9578-4311-B5C9-6A67D1D9E514}" type="pres">
      <dgm:prSet presAssocID="{17EDFF82-23AB-48EA-8519-AD849180308B}" presName="rootText" presStyleLbl="node1" presStyleIdx="20" presStyleCnt="68" custLinFactNeighborX="55254" custLinFactNeighborY="2311">
        <dgm:presLayoutVars>
          <dgm:chMax/>
          <dgm:chPref val="3"/>
        </dgm:presLayoutVars>
      </dgm:prSet>
      <dgm:spPr/>
      <dgm:t>
        <a:bodyPr/>
        <a:lstStyle/>
        <a:p>
          <a:endParaRPr lang="en-SG"/>
        </a:p>
      </dgm:t>
    </dgm:pt>
    <dgm:pt modelId="{E181C29E-5E56-43C8-BEE0-A51A2D94655D}" type="pres">
      <dgm:prSet presAssocID="{17EDFF82-23AB-48EA-8519-AD849180308B}" presName="titleText2" presStyleLbl="fgAcc1" presStyleIdx="20" presStyleCnt="68" custLinFactNeighborX="61393" custLinFactNeighborY="6932">
        <dgm:presLayoutVars>
          <dgm:chMax val="0"/>
          <dgm:chPref val="0"/>
        </dgm:presLayoutVars>
      </dgm:prSet>
      <dgm:spPr/>
      <dgm:t>
        <a:bodyPr/>
        <a:lstStyle/>
        <a:p>
          <a:endParaRPr lang="en-SG"/>
        </a:p>
      </dgm:t>
    </dgm:pt>
    <dgm:pt modelId="{FB340B7B-3B97-433F-B9AD-8D38F4F6A367}" type="pres">
      <dgm:prSet presAssocID="{17EDFF82-23AB-48EA-8519-AD849180308B}" presName="rootConnector" presStyleLbl="node3" presStyleIdx="0" presStyleCnt="0"/>
      <dgm:spPr/>
      <dgm:t>
        <a:bodyPr/>
        <a:lstStyle/>
        <a:p>
          <a:endParaRPr lang="en-SG"/>
        </a:p>
      </dgm:t>
    </dgm:pt>
    <dgm:pt modelId="{0F03713D-B9F1-4487-8D35-1E76491C01D4}" type="pres">
      <dgm:prSet presAssocID="{17EDFF82-23AB-48EA-8519-AD849180308B}" presName="hierChild4" presStyleCnt="0"/>
      <dgm:spPr/>
    </dgm:pt>
    <dgm:pt modelId="{535C3F35-E49F-4693-812D-94DCFE85D8C6}" type="pres">
      <dgm:prSet presAssocID="{6B677C8F-9672-4B97-83F1-99994AE2A7C6}" presName="Name37" presStyleLbl="parChTrans1D4" presStyleIdx="15" presStyleCnt="56"/>
      <dgm:spPr/>
      <dgm:t>
        <a:bodyPr/>
        <a:lstStyle/>
        <a:p>
          <a:endParaRPr lang="en-SG"/>
        </a:p>
      </dgm:t>
    </dgm:pt>
    <dgm:pt modelId="{06CB19D2-AB26-4659-A7C1-204F392A1A35}" type="pres">
      <dgm:prSet presAssocID="{EF8DB139-DADE-4743-B72D-1087CEF50D4F}" presName="hierRoot2" presStyleCnt="0">
        <dgm:presLayoutVars>
          <dgm:hierBranch val="init"/>
        </dgm:presLayoutVars>
      </dgm:prSet>
      <dgm:spPr/>
    </dgm:pt>
    <dgm:pt modelId="{602C6DEC-1DD1-46B0-A9A9-11A07D880795}" type="pres">
      <dgm:prSet presAssocID="{EF8DB139-DADE-4743-B72D-1087CEF50D4F}" presName="rootComposite" presStyleCnt="0"/>
      <dgm:spPr/>
    </dgm:pt>
    <dgm:pt modelId="{CD61E2D5-6659-47BE-81E1-B9561EAD79CA}" type="pres">
      <dgm:prSet presAssocID="{EF8DB139-DADE-4743-B72D-1087CEF50D4F}" presName="rootText" presStyleLbl="node1" presStyleIdx="21" presStyleCnt="68" custLinFactNeighborX="55254" custLinFactNeighborY="2311">
        <dgm:presLayoutVars>
          <dgm:chMax/>
          <dgm:chPref val="3"/>
        </dgm:presLayoutVars>
      </dgm:prSet>
      <dgm:spPr/>
      <dgm:t>
        <a:bodyPr/>
        <a:lstStyle/>
        <a:p>
          <a:endParaRPr lang="en-SG"/>
        </a:p>
      </dgm:t>
    </dgm:pt>
    <dgm:pt modelId="{FF3A0D50-1281-4B85-BF8D-021FB3474308}" type="pres">
      <dgm:prSet presAssocID="{EF8DB139-DADE-4743-B72D-1087CEF50D4F}" presName="titleText2" presStyleLbl="fgAcc1" presStyleIdx="21" presStyleCnt="68" custLinFactNeighborX="60012" custLinFactNeighborY="28542">
        <dgm:presLayoutVars>
          <dgm:chMax val="0"/>
          <dgm:chPref val="0"/>
        </dgm:presLayoutVars>
      </dgm:prSet>
      <dgm:spPr/>
      <dgm:t>
        <a:bodyPr/>
        <a:lstStyle/>
        <a:p>
          <a:endParaRPr lang="en-SG"/>
        </a:p>
      </dgm:t>
    </dgm:pt>
    <dgm:pt modelId="{B06D27DE-8A46-4101-87CC-A2595A9E55E6}" type="pres">
      <dgm:prSet presAssocID="{EF8DB139-DADE-4743-B72D-1087CEF50D4F}" presName="rootConnector" presStyleLbl="node4" presStyleIdx="0" presStyleCnt="0"/>
      <dgm:spPr/>
      <dgm:t>
        <a:bodyPr/>
        <a:lstStyle/>
        <a:p>
          <a:endParaRPr lang="en-SG"/>
        </a:p>
      </dgm:t>
    </dgm:pt>
    <dgm:pt modelId="{9AD67DC6-16D2-43DB-A52D-1026039C6326}" type="pres">
      <dgm:prSet presAssocID="{EF8DB139-DADE-4743-B72D-1087CEF50D4F}" presName="hierChild4" presStyleCnt="0"/>
      <dgm:spPr/>
    </dgm:pt>
    <dgm:pt modelId="{D0284E0B-6F6E-4E4E-80FB-41AD312C5A8C}" type="pres">
      <dgm:prSet presAssocID="{DE3E08CE-AD99-4744-BC12-D01A6CD0217B}" presName="Name37" presStyleLbl="parChTrans1D4" presStyleIdx="16" presStyleCnt="56"/>
      <dgm:spPr/>
      <dgm:t>
        <a:bodyPr/>
        <a:lstStyle/>
        <a:p>
          <a:endParaRPr lang="en-SG"/>
        </a:p>
      </dgm:t>
    </dgm:pt>
    <dgm:pt modelId="{0FFF7E63-9086-4304-8AA8-C8211F6D3C05}" type="pres">
      <dgm:prSet presAssocID="{FA15C79D-3CA0-4031-9D8E-050CAD68F80E}" presName="hierRoot2" presStyleCnt="0">
        <dgm:presLayoutVars>
          <dgm:hierBranch val="init"/>
        </dgm:presLayoutVars>
      </dgm:prSet>
      <dgm:spPr/>
    </dgm:pt>
    <dgm:pt modelId="{593996B5-2FED-43B8-8540-188702CCAB58}" type="pres">
      <dgm:prSet presAssocID="{FA15C79D-3CA0-4031-9D8E-050CAD68F80E}" presName="rootComposite" presStyleCnt="0"/>
      <dgm:spPr/>
    </dgm:pt>
    <dgm:pt modelId="{296D1E2E-0A3A-433B-8BFF-886C1406C059}" type="pres">
      <dgm:prSet presAssocID="{FA15C79D-3CA0-4031-9D8E-050CAD68F80E}" presName="rootText" presStyleLbl="node1" presStyleIdx="22" presStyleCnt="68" custLinFactNeighborX="55254" custLinFactNeighborY="2311">
        <dgm:presLayoutVars>
          <dgm:chMax/>
          <dgm:chPref val="3"/>
        </dgm:presLayoutVars>
      </dgm:prSet>
      <dgm:spPr/>
      <dgm:t>
        <a:bodyPr/>
        <a:lstStyle/>
        <a:p>
          <a:endParaRPr lang="en-SG"/>
        </a:p>
      </dgm:t>
    </dgm:pt>
    <dgm:pt modelId="{011D18A6-68F5-405C-89E9-47711BB5CE60}" type="pres">
      <dgm:prSet presAssocID="{FA15C79D-3CA0-4031-9D8E-050CAD68F80E}" presName="titleText2" presStyleLbl="fgAcc1" presStyleIdx="22" presStyleCnt="68" custLinFactNeighborX="61393" custLinFactNeighborY="6932">
        <dgm:presLayoutVars>
          <dgm:chMax val="0"/>
          <dgm:chPref val="0"/>
        </dgm:presLayoutVars>
      </dgm:prSet>
      <dgm:spPr/>
      <dgm:t>
        <a:bodyPr/>
        <a:lstStyle/>
        <a:p>
          <a:endParaRPr lang="en-SG"/>
        </a:p>
      </dgm:t>
    </dgm:pt>
    <dgm:pt modelId="{90AB964A-86C1-4D6B-84C9-30149475808C}" type="pres">
      <dgm:prSet presAssocID="{FA15C79D-3CA0-4031-9D8E-050CAD68F80E}" presName="rootConnector" presStyleLbl="node4" presStyleIdx="0" presStyleCnt="0"/>
      <dgm:spPr/>
      <dgm:t>
        <a:bodyPr/>
        <a:lstStyle/>
        <a:p>
          <a:endParaRPr lang="en-SG"/>
        </a:p>
      </dgm:t>
    </dgm:pt>
    <dgm:pt modelId="{A75F0308-F318-4D80-A306-02F92DED8E27}" type="pres">
      <dgm:prSet presAssocID="{FA15C79D-3CA0-4031-9D8E-050CAD68F80E}" presName="hierChild4" presStyleCnt="0"/>
      <dgm:spPr/>
    </dgm:pt>
    <dgm:pt modelId="{88C58BEE-3235-4CD3-B8D7-3DD15C290385}" type="pres">
      <dgm:prSet presAssocID="{DFFE0041-33FD-4C3B-B47E-09112EC49A52}" presName="Name37" presStyleLbl="parChTrans1D4" presStyleIdx="17" presStyleCnt="56"/>
      <dgm:spPr/>
      <dgm:t>
        <a:bodyPr/>
        <a:lstStyle/>
        <a:p>
          <a:endParaRPr lang="en-SG"/>
        </a:p>
      </dgm:t>
    </dgm:pt>
    <dgm:pt modelId="{624BAAE9-313D-4EB0-B5C8-368FF8994960}" type="pres">
      <dgm:prSet presAssocID="{EAD30744-786E-48CB-A089-2D2D0CAB5559}" presName="hierRoot2" presStyleCnt="0">
        <dgm:presLayoutVars>
          <dgm:hierBranch val="init"/>
        </dgm:presLayoutVars>
      </dgm:prSet>
      <dgm:spPr/>
    </dgm:pt>
    <dgm:pt modelId="{E3AA92D6-A077-4FD5-8FC4-857D1CA5B046}" type="pres">
      <dgm:prSet presAssocID="{EAD30744-786E-48CB-A089-2D2D0CAB5559}" presName="rootComposite" presStyleCnt="0"/>
      <dgm:spPr/>
    </dgm:pt>
    <dgm:pt modelId="{CBB20F74-53DC-409C-9F25-720FB540D6D2}" type="pres">
      <dgm:prSet presAssocID="{EAD30744-786E-48CB-A089-2D2D0CAB5559}" presName="rootText" presStyleLbl="node1" presStyleIdx="23" presStyleCnt="68" custScaleX="114126" custLinFactNeighborX="55254" custLinFactNeighborY="2311">
        <dgm:presLayoutVars>
          <dgm:chMax/>
          <dgm:chPref val="3"/>
        </dgm:presLayoutVars>
      </dgm:prSet>
      <dgm:spPr/>
      <dgm:t>
        <a:bodyPr/>
        <a:lstStyle/>
        <a:p>
          <a:endParaRPr lang="en-SG"/>
        </a:p>
      </dgm:t>
    </dgm:pt>
    <dgm:pt modelId="{72101718-88FF-4C6B-B7D0-D67303AC0CBC}" type="pres">
      <dgm:prSet presAssocID="{EAD30744-786E-48CB-A089-2D2D0CAB5559}" presName="titleText2" presStyleLbl="fgAcc1" presStyleIdx="23" presStyleCnt="68" custScaleX="114126" custScaleY="173962" custLinFactNeighborX="61393" custLinFactNeighborY="6932">
        <dgm:presLayoutVars>
          <dgm:chMax val="0"/>
          <dgm:chPref val="0"/>
        </dgm:presLayoutVars>
      </dgm:prSet>
      <dgm:spPr/>
      <dgm:t>
        <a:bodyPr/>
        <a:lstStyle/>
        <a:p>
          <a:endParaRPr lang="en-SG"/>
        </a:p>
      </dgm:t>
    </dgm:pt>
    <dgm:pt modelId="{5AE41AA8-F178-4414-8918-F1E6A066B337}" type="pres">
      <dgm:prSet presAssocID="{EAD30744-786E-48CB-A089-2D2D0CAB5559}" presName="rootConnector" presStyleLbl="node4" presStyleIdx="0" presStyleCnt="0"/>
      <dgm:spPr/>
      <dgm:t>
        <a:bodyPr/>
        <a:lstStyle/>
        <a:p>
          <a:endParaRPr lang="en-SG"/>
        </a:p>
      </dgm:t>
    </dgm:pt>
    <dgm:pt modelId="{94CBDE53-D2C5-4C1F-BA84-EFA88244CD85}" type="pres">
      <dgm:prSet presAssocID="{EAD30744-786E-48CB-A089-2D2D0CAB5559}" presName="hierChild4" presStyleCnt="0"/>
      <dgm:spPr/>
    </dgm:pt>
    <dgm:pt modelId="{B9E542FB-1A47-4645-BFE4-4E5C77DEBBEC}" type="pres">
      <dgm:prSet presAssocID="{DB5D156B-9AD8-43B0-9A00-D28E12FDB262}" presName="Name37" presStyleLbl="parChTrans1D4" presStyleIdx="18" presStyleCnt="56"/>
      <dgm:spPr/>
      <dgm:t>
        <a:bodyPr/>
        <a:lstStyle/>
        <a:p>
          <a:endParaRPr lang="en-SG"/>
        </a:p>
      </dgm:t>
    </dgm:pt>
    <dgm:pt modelId="{667AE6D0-C831-4337-BEDA-FA7A0ECA1511}" type="pres">
      <dgm:prSet presAssocID="{3569F31A-CA9A-4457-9EBE-57DBC05B93A9}" presName="hierRoot2" presStyleCnt="0">
        <dgm:presLayoutVars>
          <dgm:hierBranch val="init"/>
        </dgm:presLayoutVars>
      </dgm:prSet>
      <dgm:spPr/>
    </dgm:pt>
    <dgm:pt modelId="{ADE83E40-0AAB-4796-AA2E-C092DB2866F8}" type="pres">
      <dgm:prSet presAssocID="{3569F31A-CA9A-4457-9EBE-57DBC05B93A9}" presName="rootComposite" presStyleCnt="0"/>
      <dgm:spPr/>
    </dgm:pt>
    <dgm:pt modelId="{1DC0B2E6-3A89-48AB-BEA0-D31CF2CE58B3}" type="pres">
      <dgm:prSet presAssocID="{3569F31A-CA9A-4457-9EBE-57DBC05B93A9}" presName="rootText" presStyleLbl="node1" presStyleIdx="24" presStyleCnt="68" custLinFactNeighborX="55254" custLinFactNeighborY="2311">
        <dgm:presLayoutVars>
          <dgm:chMax/>
          <dgm:chPref val="3"/>
        </dgm:presLayoutVars>
      </dgm:prSet>
      <dgm:spPr/>
      <dgm:t>
        <a:bodyPr/>
        <a:lstStyle/>
        <a:p>
          <a:endParaRPr lang="en-SG"/>
        </a:p>
      </dgm:t>
    </dgm:pt>
    <dgm:pt modelId="{3EFE5E0E-4125-4931-8B2F-946E5A7C3B81}" type="pres">
      <dgm:prSet presAssocID="{3569F31A-CA9A-4457-9EBE-57DBC05B93A9}" presName="titleText2" presStyleLbl="fgAcc1" presStyleIdx="24" presStyleCnt="68" custLinFactNeighborX="61393" custLinFactNeighborY="6932">
        <dgm:presLayoutVars>
          <dgm:chMax val="0"/>
          <dgm:chPref val="0"/>
        </dgm:presLayoutVars>
      </dgm:prSet>
      <dgm:spPr/>
      <dgm:t>
        <a:bodyPr/>
        <a:lstStyle/>
        <a:p>
          <a:endParaRPr lang="en-SG"/>
        </a:p>
      </dgm:t>
    </dgm:pt>
    <dgm:pt modelId="{0177A070-2D40-4B6E-9184-55082CABB724}" type="pres">
      <dgm:prSet presAssocID="{3569F31A-CA9A-4457-9EBE-57DBC05B93A9}" presName="rootConnector" presStyleLbl="node4" presStyleIdx="0" presStyleCnt="0"/>
      <dgm:spPr/>
      <dgm:t>
        <a:bodyPr/>
        <a:lstStyle/>
        <a:p>
          <a:endParaRPr lang="en-SG"/>
        </a:p>
      </dgm:t>
    </dgm:pt>
    <dgm:pt modelId="{89459D91-E32B-48E3-80EA-8383EF1E7335}" type="pres">
      <dgm:prSet presAssocID="{3569F31A-CA9A-4457-9EBE-57DBC05B93A9}" presName="hierChild4" presStyleCnt="0"/>
      <dgm:spPr/>
    </dgm:pt>
    <dgm:pt modelId="{738164AF-5E28-4BC0-A621-4267520628A0}" type="pres">
      <dgm:prSet presAssocID="{0F2711EF-5EA0-4CC2-A22A-634203F57AD5}" presName="Name37" presStyleLbl="parChTrans1D4" presStyleIdx="19" presStyleCnt="56"/>
      <dgm:spPr/>
      <dgm:t>
        <a:bodyPr/>
        <a:lstStyle/>
        <a:p>
          <a:endParaRPr lang="en-SG"/>
        </a:p>
      </dgm:t>
    </dgm:pt>
    <dgm:pt modelId="{0A876176-1CAF-4394-8DF9-E61809D3DFD6}" type="pres">
      <dgm:prSet presAssocID="{0123A9FE-BFFA-4400-A6F8-F85B2607896E}" presName="hierRoot2" presStyleCnt="0">
        <dgm:presLayoutVars>
          <dgm:hierBranch val="init"/>
        </dgm:presLayoutVars>
      </dgm:prSet>
      <dgm:spPr/>
    </dgm:pt>
    <dgm:pt modelId="{48A5D544-ABEB-4AE0-A1EB-BF019020DE34}" type="pres">
      <dgm:prSet presAssocID="{0123A9FE-BFFA-4400-A6F8-F85B2607896E}" presName="rootComposite" presStyleCnt="0"/>
      <dgm:spPr/>
    </dgm:pt>
    <dgm:pt modelId="{55B2E6B6-4DD6-4858-9D29-DF76EA7F2EDB}" type="pres">
      <dgm:prSet presAssocID="{0123A9FE-BFFA-4400-A6F8-F85B2607896E}" presName="rootText" presStyleLbl="node1" presStyleIdx="25" presStyleCnt="68" custLinFactNeighborX="55254" custLinFactNeighborY="2311">
        <dgm:presLayoutVars>
          <dgm:chMax/>
          <dgm:chPref val="3"/>
        </dgm:presLayoutVars>
      </dgm:prSet>
      <dgm:spPr/>
      <dgm:t>
        <a:bodyPr/>
        <a:lstStyle/>
        <a:p>
          <a:endParaRPr lang="en-SG"/>
        </a:p>
      </dgm:t>
    </dgm:pt>
    <dgm:pt modelId="{1D167993-66B5-49C5-A09C-872D50475B5F}" type="pres">
      <dgm:prSet presAssocID="{0123A9FE-BFFA-4400-A6F8-F85B2607896E}" presName="titleText2" presStyleLbl="fgAcc1" presStyleIdx="25" presStyleCnt="68" custLinFactNeighborX="61393" custLinFactNeighborY="6932">
        <dgm:presLayoutVars>
          <dgm:chMax val="0"/>
          <dgm:chPref val="0"/>
        </dgm:presLayoutVars>
      </dgm:prSet>
      <dgm:spPr/>
      <dgm:t>
        <a:bodyPr/>
        <a:lstStyle/>
        <a:p>
          <a:endParaRPr lang="en-SG"/>
        </a:p>
      </dgm:t>
    </dgm:pt>
    <dgm:pt modelId="{BFF13EE2-DC85-41DE-B386-5E4F6A6DEB35}" type="pres">
      <dgm:prSet presAssocID="{0123A9FE-BFFA-4400-A6F8-F85B2607896E}" presName="rootConnector" presStyleLbl="node4" presStyleIdx="0" presStyleCnt="0"/>
      <dgm:spPr/>
      <dgm:t>
        <a:bodyPr/>
        <a:lstStyle/>
        <a:p>
          <a:endParaRPr lang="en-SG"/>
        </a:p>
      </dgm:t>
    </dgm:pt>
    <dgm:pt modelId="{D7EB3ACF-E207-4BA0-8D34-6695A9824FFD}" type="pres">
      <dgm:prSet presAssocID="{0123A9FE-BFFA-4400-A6F8-F85B2607896E}" presName="hierChild4" presStyleCnt="0"/>
      <dgm:spPr/>
    </dgm:pt>
    <dgm:pt modelId="{F2F3DDB4-C8CA-4F5F-ADB9-9169434A94D8}" type="pres">
      <dgm:prSet presAssocID="{3D7C66E9-481E-43E4-B5D0-3F6DF6321E6A}" presName="Name37" presStyleLbl="parChTrans1D4" presStyleIdx="20" presStyleCnt="56"/>
      <dgm:spPr/>
      <dgm:t>
        <a:bodyPr/>
        <a:lstStyle/>
        <a:p>
          <a:endParaRPr lang="en-SG"/>
        </a:p>
      </dgm:t>
    </dgm:pt>
    <dgm:pt modelId="{BDD565FB-6A0C-4E46-A6C0-237140BD7E3B}" type="pres">
      <dgm:prSet presAssocID="{0B49E81E-6D43-4D2B-9B1F-CE0CF2EE4941}" presName="hierRoot2" presStyleCnt="0">
        <dgm:presLayoutVars>
          <dgm:hierBranch val="init"/>
        </dgm:presLayoutVars>
      </dgm:prSet>
      <dgm:spPr/>
    </dgm:pt>
    <dgm:pt modelId="{10D7CB09-ACEC-42F0-8BA3-88DA60663D26}" type="pres">
      <dgm:prSet presAssocID="{0B49E81E-6D43-4D2B-9B1F-CE0CF2EE4941}" presName="rootComposite" presStyleCnt="0"/>
      <dgm:spPr/>
    </dgm:pt>
    <dgm:pt modelId="{82D653A8-B225-4F98-B651-A7808900C349}" type="pres">
      <dgm:prSet presAssocID="{0B49E81E-6D43-4D2B-9B1F-CE0CF2EE4941}" presName="rootText" presStyleLbl="node1" presStyleIdx="26" presStyleCnt="68" custLinFactNeighborX="55254" custLinFactNeighborY="2311">
        <dgm:presLayoutVars>
          <dgm:chMax/>
          <dgm:chPref val="3"/>
        </dgm:presLayoutVars>
      </dgm:prSet>
      <dgm:spPr/>
      <dgm:t>
        <a:bodyPr/>
        <a:lstStyle/>
        <a:p>
          <a:endParaRPr lang="en-SG"/>
        </a:p>
      </dgm:t>
    </dgm:pt>
    <dgm:pt modelId="{E37E4832-3214-4CBE-9454-94720FE2E68A}" type="pres">
      <dgm:prSet presAssocID="{0B49E81E-6D43-4D2B-9B1F-CE0CF2EE4941}" presName="titleText2" presStyleLbl="fgAcc1" presStyleIdx="26" presStyleCnt="68" custScaleY="121613" custLinFactNeighborX="61393" custLinFactNeighborY="6932">
        <dgm:presLayoutVars>
          <dgm:chMax val="0"/>
          <dgm:chPref val="0"/>
        </dgm:presLayoutVars>
      </dgm:prSet>
      <dgm:spPr/>
      <dgm:t>
        <a:bodyPr/>
        <a:lstStyle/>
        <a:p>
          <a:endParaRPr lang="en-SG"/>
        </a:p>
      </dgm:t>
    </dgm:pt>
    <dgm:pt modelId="{2226C7D0-D3AA-48D3-8859-3055A903C1BF}" type="pres">
      <dgm:prSet presAssocID="{0B49E81E-6D43-4D2B-9B1F-CE0CF2EE4941}" presName="rootConnector" presStyleLbl="node4" presStyleIdx="0" presStyleCnt="0"/>
      <dgm:spPr/>
      <dgm:t>
        <a:bodyPr/>
        <a:lstStyle/>
        <a:p>
          <a:endParaRPr lang="en-SG"/>
        </a:p>
      </dgm:t>
    </dgm:pt>
    <dgm:pt modelId="{88144BBD-B6F7-465D-968B-B3AA059BC5C5}" type="pres">
      <dgm:prSet presAssocID="{0B49E81E-6D43-4D2B-9B1F-CE0CF2EE4941}" presName="hierChild4" presStyleCnt="0"/>
      <dgm:spPr/>
    </dgm:pt>
    <dgm:pt modelId="{7D0A6332-E1BB-4C22-83A4-7645873EEA8D}" type="pres">
      <dgm:prSet presAssocID="{0B49E81E-6D43-4D2B-9B1F-CE0CF2EE4941}" presName="hierChild5" presStyleCnt="0"/>
      <dgm:spPr/>
    </dgm:pt>
    <dgm:pt modelId="{5CB3CE5F-D7C1-4F1F-972B-F0F1C7F64356}" type="pres">
      <dgm:prSet presAssocID="{77492DD0-1D51-48EB-B7A5-1D1D001EAC95}" presName="Name37" presStyleLbl="parChTrans1D4" presStyleIdx="21" presStyleCnt="56"/>
      <dgm:spPr/>
      <dgm:t>
        <a:bodyPr/>
        <a:lstStyle/>
        <a:p>
          <a:endParaRPr lang="en-US"/>
        </a:p>
      </dgm:t>
    </dgm:pt>
    <dgm:pt modelId="{3F50E373-9518-485D-AD97-1092FC8BA741}" type="pres">
      <dgm:prSet presAssocID="{CB376D3A-184E-4CC3-B346-348493BCDB2D}" presName="hierRoot2" presStyleCnt="0">
        <dgm:presLayoutVars>
          <dgm:hierBranch val="init"/>
        </dgm:presLayoutVars>
      </dgm:prSet>
      <dgm:spPr/>
    </dgm:pt>
    <dgm:pt modelId="{D09BEE77-7DB2-4086-9B91-BC03601D4978}" type="pres">
      <dgm:prSet presAssocID="{CB376D3A-184E-4CC3-B346-348493BCDB2D}" presName="rootComposite" presStyleCnt="0"/>
      <dgm:spPr/>
    </dgm:pt>
    <dgm:pt modelId="{BE3EB238-A359-43A8-A94C-E62229395B9B}" type="pres">
      <dgm:prSet presAssocID="{CB376D3A-184E-4CC3-B346-348493BCDB2D}" presName="rootText" presStyleLbl="node1" presStyleIdx="27" presStyleCnt="68" custLinFactNeighborX="42274" custLinFactNeighborY="1570">
        <dgm:presLayoutVars>
          <dgm:chMax/>
          <dgm:chPref val="3"/>
        </dgm:presLayoutVars>
      </dgm:prSet>
      <dgm:spPr/>
      <dgm:t>
        <a:bodyPr/>
        <a:lstStyle/>
        <a:p>
          <a:endParaRPr lang="en-US"/>
        </a:p>
      </dgm:t>
    </dgm:pt>
    <dgm:pt modelId="{11F811AB-BBF6-482F-8831-EB799A4F0009}" type="pres">
      <dgm:prSet presAssocID="{CB376D3A-184E-4CC3-B346-348493BCDB2D}" presName="titleText2" presStyleLbl="fgAcc1" presStyleIdx="27" presStyleCnt="68" custLinFactNeighborX="46956" custLinFactNeighborY="4710">
        <dgm:presLayoutVars>
          <dgm:chMax val="0"/>
          <dgm:chPref val="0"/>
        </dgm:presLayoutVars>
      </dgm:prSet>
      <dgm:spPr/>
      <dgm:t>
        <a:bodyPr/>
        <a:lstStyle/>
        <a:p>
          <a:endParaRPr lang="en-US"/>
        </a:p>
      </dgm:t>
    </dgm:pt>
    <dgm:pt modelId="{F8925381-84B4-49DE-9036-5EA2B6574300}" type="pres">
      <dgm:prSet presAssocID="{CB376D3A-184E-4CC3-B346-348493BCDB2D}" presName="rootConnector" presStyleLbl="node4" presStyleIdx="0" presStyleCnt="0"/>
      <dgm:spPr/>
      <dgm:t>
        <a:bodyPr/>
        <a:lstStyle/>
        <a:p>
          <a:endParaRPr lang="en-US"/>
        </a:p>
      </dgm:t>
    </dgm:pt>
    <dgm:pt modelId="{D9621CBB-31B7-4EC2-90CD-2C1C2AD3867B}" type="pres">
      <dgm:prSet presAssocID="{CB376D3A-184E-4CC3-B346-348493BCDB2D}" presName="hierChild4" presStyleCnt="0"/>
      <dgm:spPr/>
    </dgm:pt>
    <dgm:pt modelId="{68D2362C-7176-4925-9B88-65ADAABE543C}" type="pres">
      <dgm:prSet presAssocID="{CB376D3A-184E-4CC3-B346-348493BCDB2D}" presName="hierChild5" presStyleCnt="0"/>
      <dgm:spPr/>
    </dgm:pt>
    <dgm:pt modelId="{8B6601CE-0439-4612-8F27-001F0148CE5C}" type="pres">
      <dgm:prSet presAssocID="{831BCE55-B9A8-40D2-ADBA-AD887DFAF83E}" presName="Name37" presStyleLbl="parChTrans1D4" presStyleIdx="22" presStyleCnt="56"/>
      <dgm:spPr/>
      <dgm:t>
        <a:bodyPr/>
        <a:lstStyle/>
        <a:p>
          <a:endParaRPr lang="en-US"/>
        </a:p>
      </dgm:t>
    </dgm:pt>
    <dgm:pt modelId="{EB821DE8-4E39-470D-BBD0-872FA76575F8}" type="pres">
      <dgm:prSet presAssocID="{D8B5F1F4-9C4E-4AF0-B807-1E0EB3921A92}" presName="hierRoot2" presStyleCnt="0">
        <dgm:presLayoutVars>
          <dgm:hierBranch val="init"/>
        </dgm:presLayoutVars>
      </dgm:prSet>
      <dgm:spPr/>
    </dgm:pt>
    <dgm:pt modelId="{D58454D1-5D17-4B35-9C70-3686B3316FDD}" type="pres">
      <dgm:prSet presAssocID="{D8B5F1F4-9C4E-4AF0-B807-1E0EB3921A92}" presName="rootComposite" presStyleCnt="0"/>
      <dgm:spPr/>
    </dgm:pt>
    <dgm:pt modelId="{39D514DF-9623-457B-AD09-08F87D5DB5F2}" type="pres">
      <dgm:prSet presAssocID="{D8B5F1F4-9C4E-4AF0-B807-1E0EB3921A92}" presName="rootText" presStyleLbl="node1" presStyleIdx="28" presStyleCnt="68" custLinFactNeighborX="42274" custLinFactNeighborY="1570">
        <dgm:presLayoutVars>
          <dgm:chMax/>
          <dgm:chPref val="3"/>
        </dgm:presLayoutVars>
      </dgm:prSet>
      <dgm:spPr/>
      <dgm:t>
        <a:bodyPr/>
        <a:lstStyle/>
        <a:p>
          <a:endParaRPr lang="en-US"/>
        </a:p>
      </dgm:t>
    </dgm:pt>
    <dgm:pt modelId="{3329AB9F-2AE0-4851-B9A3-6CBD695F53AE}" type="pres">
      <dgm:prSet presAssocID="{D8B5F1F4-9C4E-4AF0-B807-1E0EB3921A92}" presName="titleText2" presStyleLbl="fgAcc1" presStyleIdx="28" presStyleCnt="68" custLinFactNeighborX="46956" custLinFactNeighborY="4710">
        <dgm:presLayoutVars>
          <dgm:chMax val="0"/>
          <dgm:chPref val="0"/>
        </dgm:presLayoutVars>
      </dgm:prSet>
      <dgm:spPr/>
      <dgm:t>
        <a:bodyPr/>
        <a:lstStyle/>
        <a:p>
          <a:endParaRPr lang="en-US"/>
        </a:p>
      </dgm:t>
    </dgm:pt>
    <dgm:pt modelId="{D587060B-91BA-4E3E-949A-BC610B23D541}" type="pres">
      <dgm:prSet presAssocID="{D8B5F1F4-9C4E-4AF0-B807-1E0EB3921A92}" presName="rootConnector" presStyleLbl="node4" presStyleIdx="0" presStyleCnt="0"/>
      <dgm:spPr/>
      <dgm:t>
        <a:bodyPr/>
        <a:lstStyle/>
        <a:p>
          <a:endParaRPr lang="en-US"/>
        </a:p>
      </dgm:t>
    </dgm:pt>
    <dgm:pt modelId="{3CC13B82-9CBA-422F-AEEC-5EFC8C000873}" type="pres">
      <dgm:prSet presAssocID="{D8B5F1F4-9C4E-4AF0-B807-1E0EB3921A92}" presName="hierChild4" presStyleCnt="0"/>
      <dgm:spPr/>
    </dgm:pt>
    <dgm:pt modelId="{EDA15EC4-F20A-4A62-9FB9-E320B7B09118}" type="pres">
      <dgm:prSet presAssocID="{D8B5F1F4-9C4E-4AF0-B807-1E0EB3921A92}" presName="hierChild5" presStyleCnt="0"/>
      <dgm:spPr/>
    </dgm:pt>
    <dgm:pt modelId="{2D9F9A09-84FA-43C2-8767-B94AD8A959BF}" type="pres">
      <dgm:prSet presAssocID="{0123A9FE-BFFA-4400-A6F8-F85B2607896E}" presName="hierChild5" presStyleCnt="0"/>
      <dgm:spPr/>
    </dgm:pt>
    <dgm:pt modelId="{C81D6AE8-B4DA-4000-B8EA-E444C3D1A431}" type="pres">
      <dgm:prSet presAssocID="{3569F31A-CA9A-4457-9EBE-57DBC05B93A9}" presName="hierChild5" presStyleCnt="0"/>
      <dgm:spPr/>
    </dgm:pt>
    <dgm:pt modelId="{0ADB1E85-9117-402A-8DEE-ED6713455452}" type="pres">
      <dgm:prSet presAssocID="{EAD30744-786E-48CB-A089-2D2D0CAB5559}" presName="hierChild5" presStyleCnt="0"/>
      <dgm:spPr/>
    </dgm:pt>
    <dgm:pt modelId="{0CACFD1A-F851-4E39-AE8B-E165BE89D944}" type="pres">
      <dgm:prSet presAssocID="{FA15C79D-3CA0-4031-9D8E-050CAD68F80E}" presName="hierChild5" presStyleCnt="0"/>
      <dgm:spPr/>
    </dgm:pt>
    <dgm:pt modelId="{323DC5BA-D932-4FD3-B5DF-0EE011CA291C}" type="pres">
      <dgm:prSet presAssocID="{EF8DB139-DADE-4743-B72D-1087CEF50D4F}" presName="hierChild5" presStyleCnt="0"/>
      <dgm:spPr/>
    </dgm:pt>
    <dgm:pt modelId="{C1E4D23D-7B37-4E50-A7A5-D89F1413317B}" type="pres">
      <dgm:prSet presAssocID="{17EDFF82-23AB-48EA-8519-AD849180308B}" presName="hierChild5" presStyleCnt="0"/>
      <dgm:spPr/>
    </dgm:pt>
    <dgm:pt modelId="{4B0B9279-11F2-4321-BCE6-F486564C09C7}" type="pres">
      <dgm:prSet presAssocID="{CE4215E9-EF86-433E-9C57-C40604064086}" presName="Name37" presStyleLbl="parChTrans1D3" presStyleIdx="4" presStyleCnt="9"/>
      <dgm:spPr/>
      <dgm:t>
        <a:bodyPr/>
        <a:lstStyle/>
        <a:p>
          <a:endParaRPr lang="en-SG"/>
        </a:p>
      </dgm:t>
    </dgm:pt>
    <dgm:pt modelId="{F3410489-AFE9-483D-9A52-3CE01840D1B1}" type="pres">
      <dgm:prSet presAssocID="{D82FF28D-39FD-45AC-8D15-CDA8948DA492}" presName="hierRoot2" presStyleCnt="0">
        <dgm:presLayoutVars>
          <dgm:hierBranch val="init"/>
        </dgm:presLayoutVars>
      </dgm:prSet>
      <dgm:spPr/>
    </dgm:pt>
    <dgm:pt modelId="{A41193B3-E4C7-4B77-BDD6-16506BA94B96}" type="pres">
      <dgm:prSet presAssocID="{D82FF28D-39FD-45AC-8D15-CDA8948DA492}" presName="rootComposite" presStyleCnt="0"/>
      <dgm:spPr/>
    </dgm:pt>
    <dgm:pt modelId="{BA185457-142A-4AB9-9630-55537D061488}" type="pres">
      <dgm:prSet presAssocID="{D82FF28D-39FD-45AC-8D15-CDA8948DA492}" presName="rootText" presStyleLbl="node1" presStyleIdx="29" presStyleCnt="68" custScaleX="117509" custLinFactNeighborX="55254" custLinFactNeighborY="2311">
        <dgm:presLayoutVars>
          <dgm:chMax/>
          <dgm:chPref val="3"/>
        </dgm:presLayoutVars>
      </dgm:prSet>
      <dgm:spPr/>
      <dgm:t>
        <a:bodyPr/>
        <a:lstStyle/>
        <a:p>
          <a:endParaRPr lang="en-SG"/>
        </a:p>
      </dgm:t>
    </dgm:pt>
    <dgm:pt modelId="{C1FC5CB5-68A6-4844-933E-905149C1CBEA}" type="pres">
      <dgm:prSet presAssocID="{D82FF28D-39FD-45AC-8D15-CDA8948DA492}" presName="titleText2" presStyleLbl="fgAcc1" presStyleIdx="29" presStyleCnt="68" custLinFactNeighborX="61393" custLinFactNeighborY="6932">
        <dgm:presLayoutVars>
          <dgm:chMax val="0"/>
          <dgm:chPref val="0"/>
        </dgm:presLayoutVars>
      </dgm:prSet>
      <dgm:spPr/>
      <dgm:t>
        <a:bodyPr/>
        <a:lstStyle/>
        <a:p>
          <a:endParaRPr lang="en-SG"/>
        </a:p>
      </dgm:t>
    </dgm:pt>
    <dgm:pt modelId="{295A4C79-3255-4CE6-A454-7E4FFD33D9FD}" type="pres">
      <dgm:prSet presAssocID="{D82FF28D-39FD-45AC-8D15-CDA8948DA492}" presName="rootConnector" presStyleLbl="node3" presStyleIdx="0" presStyleCnt="0"/>
      <dgm:spPr/>
      <dgm:t>
        <a:bodyPr/>
        <a:lstStyle/>
        <a:p>
          <a:endParaRPr lang="en-SG"/>
        </a:p>
      </dgm:t>
    </dgm:pt>
    <dgm:pt modelId="{4E35E2B2-45C7-4347-9561-3FA69AECF163}" type="pres">
      <dgm:prSet presAssocID="{D82FF28D-39FD-45AC-8D15-CDA8948DA492}" presName="hierChild4" presStyleCnt="0"/>
      <dgm:spPr/>
    </dgm:pt>
    <dgm:pt modelId="{E0AF75DB-1FF1-4407-B048-87140FFD09E6}" type="pres">
      <dgm:prSet presAssocID="{5F133CC8-FC3F-4144-9834-CAD16CCAC8CA}" presName="Name37" presStyleLbl="parChTrans1D4" presStyleIdx="23" presStyleCnt="56"/>
      <dgm:spPr/>
      <dgm:t>
        <a:bodyPr/>
        <a:lstStyle/>
        <a:p>
          <a:endParaRPr lang="en-SG"/>
        </a:p>
      </dgm:t>
    </dgm:pt>
    <dgm:pt modelId="{47C85118-3D78-4E25-BB74-B65212453A6D}" type="pres">
      <dgm:prSet presAssocID="{36C909F5-E6C5-4E20-92FB-9B843E266CFF}" presName="hierRoot2" presStyleCnt="0">
        <dgm:presLayoutVars>
          <dgm:hierBranch val="init"/>
        </dgm:presLayoutVars>
      </dgm:prSet>
      <dgm:spPr/>
    </dgm:pt>
    <dgm:pt modelId="{F202C2E6-9B5D-4E7B-A851-735EA5B2F5EC}" type="pres">
      <dgm:prSet presAssocID="{36C909F5-E6C5-4E20-92FB-9B843E266CFF}" presName="rootComposite" presStyleCnt="0"/>
      <dgm:spPr/>
    </dgm:pt>
    <dgm:pt modelId="{9E68D088-3773-4676-96A9-5FDAFF3EE309}" type="pres">
      <dgm:prSet presAssocID="{36C909F5-E6C5-4E20-92FB-9B843E266CFF}" presName="rootText" presStyleLbl="node1" presStyleIdx="30" presStyleCnt="68" custLinFactNeighborX="59214" custLinFactNeighborY="2311">
        <dgm:presLayoutVars>
          <dgm:chMax/>
          <dgm:chPref val="3"/>
        </dgm:presLayoutVars>
      </dgm:prSet>
      <dgm:spPr/>
      <dgm:t>
        <a:bodyPr/>
        <a:lstStyle/>
        <a:p>
          <a:endParaRPr lang="en-SG"/>
        </a:p>
      </dgm:t>
    </dgm:pt>
    <dgm:pt modelId="{98A42301-AF98-41A7-BD4B-69609EF2161E}" type="pres">
      <dgm:prSet presAssocID="{36C909F5-E6C5-4E20-92FB-9B843E266CFF}" presName="titleText2" presStyleLbl="fgAcc1" presStyleIdx="30" presStyleCnt="68" custLinFactNeighborX="61393" custLinFactNeighborY="6932">
        <dgm:presLayoutVars>
          <dgm:chMax val="0"/>
          <dgm:chPref val="0"/>
        </dgm:presLayoutVars>
      </dgm:prSet>
      <dgm:spPr/>
      <dgm:t>
        <a:bodyPr/>
        <a:lstStyle/>
        <a:p>
          <a:endParaRPr lang="en-SG"/>
        </a:p>
      </dgm:t>
    </dgm:pt>
    <dgm:pt modelId="{C2CA939A-889A-4E63-8636-C471C2655A51}" type="pres">
      <dgm:prSet presAssocID="{36C909F5-E6C5-4E20-92FB-9B843E266CFF}" presName="rootConnector" presStyleLbl="node4" presStyleIdx="0" presStyleCnt="0"/>
      <dgm:spPr/>
      <dgm:t>
        <a:bodyPr/>
        <a:lstStyle/>
        <a:p>
          <a:endParaRPr lang="en-SG"/>
        </a:p>
      </dgm:t>
    </dgm:pt>
    <dgm:pt modelId="{C99DACFE-B415-47F9-AB3C-E43DFB5A450F}" type="pres">
      <dgm:prSet presAssocID="{36C909F5-E6C5-4E20-92FB-9B843E266CFF}" presName="hierChild4" presStyleCnt="0"/>
      <dgm:spPr/>
    </dgm:pt>
    <dgm:pt modelId="{BFA2476A-8000-4168-860F-6CCAFC17199E}" type="pres">
      <dgm:prSet presAssocID="{9D7D1DBA-E0B6-4100-BEC1-AE9CC7F48A34}" presName="Name37" presStyleLbl="parChTrans1D4" presStyleIdx="24" presStyleCnt="56"/>
      <dgm:spPr/>
      <dgm:t>
        <a:bodyPr/>
        <a:lstStyle/>
        <a:p>
          <a:endParaRPr lang="en-SG"/>
        </a:p>
      </dgm:t>
    </dgm:pt>
    <dgm:pt modelId="{6A8ADB33-55F4-4A7F-87C7-D690C121EC72}" type="pres">
      <dgm:prSet presAssocID="{14A1DE13-C49E-48C5-81F9-D0C375F0310F}" presName="hierRoot2" presStyleCnt="0">
        <dgm:presLayoutVars>
          <dgm:hierBranch val="init"/>
        </dgm:presLayoutVars>
      </dgm:prSet>
      <dgm:spPr/>
    </dgm:pt>
    <dgm:pt modelId="{25067706-62C1-4EF8-9BA1-F2413B191D95}" type="pres">
      <dgm:prSet presAssocID="{14A1DE13-C49E-48C5-81F9-D0C375F0310F}" presName="rootComposite" presStyleCnt="0"/>
      <dgm:spPr/>
    </dgm:pt>
    <dgm:pt modelId="{C072D273-2782-4737-806A-7BADDE43627A}" type="pres">
      <dgm:prSet presAssocID="{14A1DE13-C49E-48C5-81F9-D0C375F0310F}" presName="rootText" presStyleLbl="node1" presStyleIdx="31" presStyleCnt="68" custLinFactNeighborX="60006" custLinFactNeighborY="2311">
        <dgm:presLayoutVars>
          <dgm:chMax/>
          <dgm:chPref val="3"/>
        </dgm:presLayoutVars>
      </dgm:prSet>
      <dgm:spPr/>
      <dgm:t>
        <a:bodyPr/>
        <a:lstStyle/>
        <a:p>
          <a:endParaRPr lang="en-SG"/>
        </a:p>
      </dgm:t>
    </dgm:pt>
    <dgm:pt modelId="{0D015C79-5529-4A5B-886A-3A0F032F9FA2}" type="pres">
      <dgm:prSet presAssocID="{14A1DE13-C49E-48C5-81F9-D0C375F0310F}" presName="titleText2" presStyleLbl="fgAcc1" presStyleIdx="31" presStyleCnt="68" custLinFactNeighborX="61393" custLinFactNeighborY="6932">
        <dgm:presLayoutVars>
          <dgm:chMax val="0"/>
          <dgm:chPref val="0"/>
        </dgm:presLayoutVars>
      </dgm:prSet>
      <dgm:spPr/>
      <dgm:t>
        <a:bodyPr/>
        <a:lstStyle/>
        <a:p>
          <a:endParaRPr lang="en-SG"/>
        </a:p>
      </dgm:t>
    </dgm:pt>
    <dgm:pt modelId="{63E54E31-8F1C-4C7E-9878-525285EE4246}" type="pres">
      <dgm:prSet presAssocID="{14A1DE13-C49E-48C5-81F9-D0C375F0310F}" presName="rootConnector" presStyleLbl="node4" presStyleIdx="0" presStyleCnt="0"/>
      <dgm:spPr/>
      <dgm:t>
        <a:bodyPr/>
        <a:lstStyle/>
        <a:p>
          <a:endParaRPr lang="en-SG"/>
        </a:p>
      </dgm:t>
    </dgm:pt>
    <dgm:pt modelId="{BFA87FAC-ECB1-458C-B3CF-E8A131AFD636}" type="pres">
      <dgm:prSet presAssocID="{14A1DE13-C49E-48C5-81F9-D0C375F0310F}" presName="hierChild4" presStyleCnt="0"/>
      <dgm:spPr/>
    </dgm:pt>
    <dgm:pt modelId="{2CC222E6-1154-4AA9-B8E8-B388F5A61F23}" type="pres">
      <dgm:prSet presAssocID="{D50B1F02-CC35-4D72-9669-708E0890C39D}" presName="Name37" presStyleLbl="parChTrans1D4" presStyleIdx="25" presStyleCnt="56"/>
      <dgm:spPr/>
      <dgm:t>
        <a:bodyPr/>
        <a:lstStyle/>
        <a:p>
          <a:endParaRPr lang="en-SG"/>
        </a:p>
      </dgm:t>
    </dgm:pt>
    <dgm:pt modelId="{2AE5FC0C-3FAA-4537-81D8-6B18E910962A}" type="pres">
      <dgm:prSet presAssocID="{88A39611-EA92-4AFF-AAC7-2CE78D095C0E}" presName="hierRoot2" presStyleCnt="0">
        <dgm:presLayoutVars>
          <dgm:hierBranch val="init"/>
        </dgm:presLayoutVars>
      </dgm:prSet>
      <dgm:spPr/>
    </dgm:pt>
    <dgm:pt modelId="{36C67932-9F2B-4592-859E-6E2745F161AE}" type="pres">
      <dgm:prSet presAssocID="{88A39611-EA92-4AFF-AAC7-2CE78D095C0E}" presName="rootComposite" presStyleCnt="0"/>
      <dgm:spPr/>
    </dgm:pt>
    <dgm:pt modelId="{2AD54272-5DB6-4C89-A33E-4BFFFB453F73}" type="pres">
      <dgm:prSet presAssocID="{88A39611-EA92-4AFF-AAC7-2CE78D095C0E}" presName="rootText" presStyleLbl="node1" presStyleIdx="32" presStyleCnt="68" custLinFactNeighborX="55254" custLinFactNeighborY="2311">
        <dgm:presLayoutVars>
          <dgm:chMax/>
          <dgm:chPref val="3"/>
        </dgm:presLayoutVars>
      </dgm:prSet>
      <dgm:spPr/>
      <dgm:t>
        <a:bodyPr/>
        <a:lstStyle/>
        <a:p>
          <a:endParaRPr lang="en-SG"/>
        </a:p>
      </dgm:t>
    </dgm:pt>
    <dgm:pt modelId="{F78EC1A7-AF3B-472C-A9EA-EDB2A922A70A}" type="pres">
      <dgm:prSet presAssocID="{88A39611-EA92-4AFF-AAC7-2CE78D095C0E}" presName="titleText2" presStyleLbl="fgAcc1" presStyleIdx="32" presStyleCnt="68" custLinFactNeighborX="61393" custLinFactNeighborY="6932">
        <dgm:presLayoutVars>
          <dgm:chMax val="0"/>
          <dgm:chPref val="0"/>
        </dgm:presLayoutVars>
      </dgm:prSet>
      <dgm:spPr/>
      <dgm:t>
        <a:bodyPr/>
        <a:lstStyle/>
        <a:p>
          <a:endParaRPr lang="en-SG"/>
        </a:p>
      </dgm:t>
    </dgm:pt>
    <dgm:pt modelId="{DF246BF9-87A8-4C99-B114-E3199F1FD709}" type="pres">
      <dgm:prSet presAssocID="{88A39611-EA92-4AFF-AAC7-2CE78D095C0E}" presName="rootConnector" presStyleLbl="node4" presStyleIdx="0" presStyleCnt="0"/>
      <dgm:spPr/>
      <dgm:t>
        <a:bodyPr/>
        <a:lstStyle/>
        <a:p>
          <a:endParaRPr lang="en-SG"/>
        </a:p>
      </dgm:t>
    </dgm:pt>
    <dgm:pt modelId="{BB47D7C4-319C-48C1-81B4-DAAB9F37B818}" type="pres">
      <dgm:prSet presAssocID="{88A39611-EA92-4AFF-AAC7-2CE78D095C0E}" presName="hierChild4" presStyleCnt="0"/>
      <dgm:spPr/>
    </dgm:pt>
    <dgm:pt modelId="{A577355F-B7F6-4930-A88D-1684942BA649}" type="pres">
      <dgm:prSet presAssocID="{E6988586-5792-40DE-A07E-79785A265E2F}" presName="Name37" presStyleLbl="parChTrans1D4" presStyleIdx="26" presStyleCnt="56"/>
      <dgm:spPr/>
      <dgm:t>
        <a:bodyPr/>
        <a:lstStyle/>
        <a:p>
          <a:endParaRPr lang="en-SG"/>
        </a:p>
      </dgm:t>
    </dgm:pt>
    <dgm:pt modelId="{9DCF994A-83BE-43BF-99A5-A5890407A69C}" type="pres">
      <dgm:prSet presAssocID="{AECB0003-BDA0-4AFB-A92B-56D9FC870690}" presName="hierRoot2" presStyleCnt="0">
        <dgm:presLayoutVars>
          <dgm:hierBranch val="init"/>
        </dgm:presLayoutVars>
      </dgm:prSet>
      <dgm:spPr/>
    </dgm:pt>
    <dgm:pt modelId="{664B5D42-4073-44B9-883B-2CC29F5FCECD}" type="pres">
      <dgm:prSet presAssocID="{AECB0003-BDA0-4AFB-A92B-56D9FC870690}" presName="rootComposite" presStyleCnt="0"/>
      <dgm:spPr/>
    </dgm:pt>
    <dgm:pt modelId="{4D91CE5E-A808-489F-904B-172C26C3332C}" type="pres">
      <dgm:prSet presAssocID="{AECB0003-BDA0-4AFB-A92B-56D9FC870690}" presName="rootText" presStyleLbl="node1" presStyleIdx="33" presStyleCnt="68" custLinFactNeighborX="55254" custLinFactNeighborY="2311">
        <dgm:presLayoutVars>
          <dgm:chMax/>
          <dgm:chPref val="3"/>
        </dgm:presLayoutVars>
      </dgm:prSet>
      <dgm:spPr/>
      <dgm:t>
        <a:bodyPr/>
        <a:lstStyle/>
        <a:p>
          <a:endParaRPr lang="en-SG"/>
        </a:p>
      </dgm:t>
    </dgm:pt>
    <dgm:pt modelId="{7E36EADC-C738-4ED2-AEF0-6DC2073F0030}" type="pres">
      <dgm:prSet presAssocID="{AECB0003-BDA0-4AFB-A92B-56D9FC870690}" presName="titleText2" presStyleLbl="fgAcc1" presStyleIdx="33" presStyleCnt="68" custLinFactNeighborX="61393" custLinFactNeighborY="6932">
        <dgm:presLayoutVars>
          <dgm:chMax val="0"/>
          <dgm:chPref val="0"/>
        </dgm:presLayoutVars>
      </dgm:prSet>
      <dgm:spPr/>
      <dgm:t>
        <a:bodyPr/>
        <a:lstStyle/>
        <a:p>
          <a:endParaRPr lang="en-SG"/>
        </a:p>
      </dgm:t>
    </dgm:pt>
    <dgm:pt modelId="{350CCA6E-8CEB-4BD0-849D-F917A55B5A9A}" type="pres">
      <dgm:prSet presAssocID="{AECB0003-BDA0-4AFB-A92B-56D9FC870690}" presName="rootConnector" presStyleLbl="node4" presStyleIdx="0" presStyleCnt="0"/>
      <dgm:spPr/>
      <dgm:t>
        <a:bodyPr/>
        <a:lstStyle/>
        <a:p>
          <a:endParaRPr lang="en-SG"/>
        </a:p>
      </dgm:t>
    </dgm:pt>
    <dgm:pt modelId="{E7C7FD4D-0FC1-40A4-9DB7-83CD1D8E079A}" type="pres">
      <dgm:prSet presAssocID="{AECB0003-BDA0-4AFB-A92B-56D9FC870690}" presName="hierChild4" presStyleCnt="0"/>
      <dgm:spPr/>
    </dgm:pt>
    <dgm:pt modelId="{5C3CE34F-87CB-4992-8C14-9BAA66C7ED27}" type="pres">
      <dgm:prSet presAssocID="{4B981B90-ECAA-4BBF-99E3-7CBD3A5716CC}" presName="Name37" presStyleLbl="parChTrans1D4" presStyleIdx="27" presStyleCnt="56"/>
      <dgm:spPr/>
      <dgm:t>
        <a:bodyPr/>
        <a:lstStyle/>
        <a:p>
          <a:endParaRPr lang="en-SG"/>
        </a:p>
      </dgm:t>
    </dgm:pt>
    <dgm:pt modelId="{8E4F51AE-8467-4D7F-8DF5-81A8E1E49015}" type="pres">
      <dgm:prSet presAssocID="{6BED69E3-3EA4-43B1-9F3B-F73491BD7842}" presName="hierRoot2" presStyleCnt="0">
        <dgm:presLayoutVars>
          <dgm:hierBranch val="init"/>
        </dgm:presLayoutVars>
      </dgm:prSet>
      <dgm:spPr/>
    </dgm:pt>
    <dgm:pt modelId="{CC86071C-0E71-4BD6-AAA4-6CD68AF6561D}" type="pres">
      <dgm:prSet presAssocID="{6BED69E3-3EA4-43B1-9F3B-F73491BD7842}" presName="rootComposite" presStyleCnt="0"/>
      <dgm:spPr/>
    </dgm:pt>
    <dgm:pt modelId="{C61AAC9B-5573-475A-8319-629D9AD1355C}" type="pres">
      <dgm:prSet presAssocID="{6BED69E3-3EA4-43B1-9F3B-F73491BD7842}" presName="rootText" presStyleLbl="node1" presStyleIdx="34" presStyleCnt="68" custLinFactNeighborX="55254" custLinFactNeighborY="2311">
        <dgm:presLayoutVars>
          <dgm:chMax/>
          <dgm:chPref val="3"/>
        </dgm:presLayoutVars>
      </dgm:prSet>
      <dgm:spPr/>
      <dgm:t>
        <a:bodyPr/>
        <a:lstStyle/>
        <a:p>
          <a:endParaRPr lang="en-SG"/>
        </a:p>
      </dgm:t>
    </dgm:pt>
    <dgm:pt modelId="{7B30E651-BE85-4F05-8F05-9803B96BDD55}" type="pres">
      <dgm:prSet presAssocID="{6BED69E3-3EA4-43B1-9F3B-F73491BD7842}" presName="titleText2" presStyleLbl="fgAcc1" presStyleIdx="34" presStyleCnt="68" custLinFactNeighborX="61393" custLinFactNeighborY="27795">
        <dgm:presLayoutVars>
          <dgm:chMax val="0"/>
          <dgm:chPref val="0"/>
        </dgm:presLayoutVars>
      </dgm:prSet>
      <dgm:spPr/>
      <dgm:t>
        <a:bodyPr/>
        <a:lstStyle/>
        <a:p>
          <a:endParaRPr lang="en-SG"/>
        </a:p>
      </dgm:t>
    </dgm:pt>
    <dgm:pt modelId="{CC9C00C4-01CD-4F9D-B356-16494C4AF0B2}" type="pres">
      <dgm:prSet presAssocID="{6BED69E3-3EA4-43B1-9F3B-F73491BD7842}" presName="rootConnector" presStyleLbl="node4" presStyleIdx="0" presStyleCnt="0"/>
      <dgm:spPr/>
      <dgm:t>
        <a:bodyPr/>
        <a:lstStyle/>
        <a:p>
          <a:endParaRPr lang="en-SG"/>
        </a:p>
      </dgm:t>
    </dgm:pt>
    <dgm:pt modelId="{E812BF53-F984-4A31-A05E-4C4C4B47F498}" type="pres">
      <dgm:prSet presAssocID="{6BED69E3-3EA4-43B1-9F3B-F73491BD7842}" presName="hierChild4" presStyleCnt="0"/>
      <dgm:spPr/>
    </dgm:pt>
    <dgm:pt modelId="{D8A0767F-902A-4E4C-AB0B-9D68F76918B2}" type="pres">
      <dgm:prSet presAssocID="{6BED69E3-3EA4-43B1-9F3B-F73491BD7842}" presName="hierChild5" presStyleCnt="0"/>
      <dgm:spPr/>
    </dgm:pt>
    <dgm:pt modelId="{FCA52C1E-2569-4B0E-8E23-EED44324356B}" type="pres">
      <dgm:prSet presAssocID="{AECB0003-BDA0-4AFB-A92B-56D9FC870690}" presName="hierChild5" presStyleCnt="0"/>
      <dgm:spPr/>
    </dgm:pt>
    <dgm:pt modelId="{4151766D-8594-4D58-9D1E-ACADEB861203}" type="pres">
      <dgm:prSet presAssocID="{88A39611-EA92-4AFF-AAC7-2CE78D095C0E}" presName="hierChild5" presStyleCnt="0"/>
      <dgm:spPr/>
    </dgm:pt>
    <dgm:pt modelId="{01C6A54F-8DDF-41AA-981B-D92867A78634}" type="pres">
      <dgm:prSet presAssocID="{14A1DE13-C49E-48C5-81F9-D0C375F0310F}" presName="hierChild5" presStyleCnt="0"/>
      <dgm:spPr/>
    </dgm:pt>
    <dgm:pt modelId="{28881857-B349-436A-94C3-B7CE3FA3415B}" type="pres">
      <dgm:prSet presAssocID="{36C909F5-E6C5-4E20-92FB-9B843E266CFF}" presName="hierChild5" presStyleCnt="0"/>
      <dgm:spPr/>
    </dgm:pt>
    <dgm:pt modelId="{81179DDD-1037-40D1-A82D-344DDC42BBFC}" type="pres">
      <dgm:prSet presAssocID="{D82FF28D-39FD-45AC-8D15-CDA8948DA492}" presName="hierChild5" presStyleCnt="0"/>
      <dgm:spPr/>
    </dgm:pt>
    <dgm:pt modelId="{5A2A8592-425A-4ABE-878F-C51E0DB68C38}" type="pres">
      <dgm:prSet presAssocID="{8BD79B9A-B3DB-4BE8-A1B4-F63BB4258E75}" presName="Name37" presStyleLbl="parChTrans1D3" presStyleIdx="5" presStyleCnt="9"/>
      <dgm:spPr/>
      <dgm:t>
        <a:bodyPr/>
        <a:lstStyle/>
        <a:p>
          <a:endParaRPr lang="en-SG"/>
        </a:p>
      </dgm:t>
    </dgm:pt>
    <dgm:pt modelId="{ADF6D007-5C69-4AA0-8ADC-FD182F5354FD}" type="pres">
      <dgm:prSet presAssocID="{2E70C2CA-EA83-45DD-8CD5-BE9DA972D412}" presName="hierRoot2" presStyleCnt="0">
        <dgm:presLayoutVars>
          <dgm:hierBranch val="init"/>
        </dgm:presLayoutVars>
      </dgm:prSet>
      <dgm:spPr/>
    </dgm:pt>
    <dgm:pt modelId="{D9CC3073-09B4-464B-ABAB-F0C5AA82D783}" type="pres">
      <dgm:prSet presAssocID="{2E70C2CA-EA83-45DD-8CD5-BE9DA972D412}" presName="rootComposite" presStyleCnt="0"/>
      <dgm:spPr/>
    </dgm:pt>
    <dgm:pt modelId="{AA44136F-C0EA-467D-B2BF-2EAF45641185}" type="pres">
      <dgm:prSet presAssocID="{2E70C2CA-EA83-45DD-8CD5-BE9DA972D412}" presName="rootText" presStyleLbl="node1" presStyleIdx="35" presStyleCnt="68" custScaleX="137201" custLinFactNeighborX="55254" custLinFactNeighborY="2311">
        <dgm:presLayoutVars>
          <dgm:chMax/>
          <dgm:chPref val="3"/>
        </dgm:presLayoutVars>
      </dgm:prSet>
      <dgm:spPr/>
      <dgm:t>
        <a:bodyPr/>
        <a:lstStyle/>
        <a:p>
          <a:endParaRPr lang="en-SG"/>
        </a:p>
      </dgm:t>
    </dgm:pt>
    <dgm:pt modelId="{9A69A07F-5968-48BD-A457-F89CE64C9EBC}" type="pres">
      <dgm:prSet presAssocID="{2E70C2CA-EA83-45DD-8CD5-BE9DA972D412}" presName="titleText2" presStyleLbl="fgAcc1" presStyleIdx="35" presStyleCnt="68" custScaleX="150902" custLinFactNeighborX="61393" custLinFactNeighborY="6932">
        <dgm:presLayoutVars>
          <dgm:chMax val="0"/>
          <dgm:chPref val="0"/>
        </dgm:presLayoutVars>
      </dgm:prSet>
      <dgm:spPr/>
      <dgm:t>
        <a:bodyPr/>
        <a:lstStyle/>
        <a:p>
          <a:endParaRPr lang="en-SG"/>
        </a:p>
      </dgm:t>
    </dgm:pt>
    <dgm:pt modelId="{2A2BFC8A-09CB-4429-8B45-C81617BBDE18}" type="pres">
      <dgm:prSet presAssocID="{2E70C2CA-EA83-45DD-8CD5-BE9DA972D412}" presName="rootConnector" presStyleLbl="node3" presStyleIdx="0" presStyleCnt="0"/>
      <dgm:spPr/>
      <dgm:t>
        <a:bodyPr/>
        <a:lstStyle/>
        <a:p>
          <a:endParaRPr lang="en-SG"/>
        </a:p>
      </dgm:t>
    </dgm:pt>
    <dgm:pt modelId="{F5B65544-7AC2-4E79-A9F4-65F0453E804E}" type="pres">
      <dgm:prSet presAssocID="{2E70C2CA-EA83-45DD-8CD5-BE9DA972D412}" presName="hierChild4" presStyleCnt="0"/>
      <dgm:spPr/>
    </dgm:pt>
    <dgm:pt modelId="{4A2734E2-DEBA-4F47-8FC5-8EAF4AAE51FA}" type="pres">
      <dgm:prSet presAssocID="{542CBC86-9496-4A5B-95DD-62003325AF36}" presName="Name37" presStyleLbl="parChTrans1D4" presStyleIdx="28" presStyleCnt="56"/>
      <dgm:spPr/>
      <dgm:t>
        <a:bodyPr/>
        <a:lstStyle/>
        <a:p>
          <a:endParaRPr lang="en-SG"/>
        </a:p>
      </dgm:t>
    </dgm:pt>
    <dgm:pt modelId="{9B58AD67-4F2C-4BA2-B868-7163E13F11EF}" type="pres">
      <dgm:prSet presAssocID="{1010B677-A124-4309-9425-BA46B8D01597}" presName="hierRoot2" presStyleCnt="0">
        <dgm:presLayoutVars>
          <dgm:hierBranch val="init"/>
        </dgm:presLayoutVars>
      </dgm:prSet>
      <dgm:spPr/>
    </dgm:pt>
    <dgm:pt modelId="{FAB2F756-997D-47D7-A7D2-BC572220AD37}" type="pres">
      <dgm:prSet presAssocID="{1010B677-A124-4309-9425-BA46B8D01597}" presName="rootComposite" presStyleCnt="0"/>
      <dgm:spPr/>
    </dgm:pt>
    <dgm:pt modelId="{C2A58C23-7A3A-4AA3-8DF0-F4B8EFA1F8C3}" type="pres">
      <dgm:prSet presAssocID="{1010B677-A124-4309-9425-BA46B8D01597}" presName="rootText" presStyleLbl="node1" presStyleIdx="36" presStyleCnt="68" custLinFactNeighborX="55254" custLinFactNeighborY="2311">
        <dgm:presLayoutVars>
          <dgm:chMax/>
          <dgm:chPref val="3"/>
        </dgm:presLayoutVars>
      </dgm:prSet>
      <dgm:spPr/>
      <dgm:t>
        <a:bodyPr/>
        <a:lstStyle/>
        <a:p>
          <a:endParaRPr lang="en-SG"/>
        </a:p>
      </dgm:t>
    </dgm:pt>
    <dgm:pt modelId="{D30C1A51-0A51-4075-A30E-CDE252731CBA}" type="pres">
      <dgm:prSet presAssocID="{1010B677-A124-4309-9425-BA46B8D01597}" presName="titleText2" presStyleLbl="fgAcc1" presStyleIdx="36" presStyleCnt="68" custLinFactNeighborX="62961" custLinFactNeighborY="23290">
        <dgm:presLayoutVars>
          <dgm:chMax val="0"/>
          <dgm:chPref val="0"/>
        </dgm:presLayoutVars>
      </dgm:prSet>
      <dgm:spPr/>
      <dgm:t>
        <a:bodyPr/>
        <a:lstStyle/>
        <a:p>
          <a:endParaRPr lang="en-SG"/>
        </a:p>
      </dgm:t>
    </dgm:pt>
    <dgm:pt modelId="{2CB274BA-956C-4748-AC0D-00728C9663C0}" type="pres">
      <dgm:prSet presAssocID="{1010B677-A124-4309-9425-BA46B8D01597}" presName="rootConnector" presStyleLbl="node4" presStyleIdx="0" presStyleCnt="0"/>
      <dgm:spPr/>
      <dgm:t>
        <a:bodyPr/>
        <a:lstStyle/>
        <a:p>
          <a:endParaRPr lang="en-SG"/>
        </a:p>
      </dgm:t>
    </dgm:pt>
    <dgm:pt modelId="{96B43052-3A78-4DF6-AF30-FF0AEFC84E09}" type="pres">
      <dgm:prSet presAssocID="{1010B677-A124-4309-9425-BA46B8D01597}" presName="hierChild4" presStyleCnt="0"/>
      <dgm:spPr/>
    </dgm:pt>
    <dgm:pt modelId="{28775E5F-E3C1-44CE-A943-9C8D7245C17F}" type="pres">
      <dgm:prSet presAssocID="{ED00272A-1369-42E2-9EF9-935A2D68E497}" presName="Name37" presStyleLbl="parChTrans1D4" presStyleIdx="29" presStyleCnt="56"/>
      <dgm:spPr/>
      <dgm:t>
        <a:bodyPr/>
        <a:lstStyle/>
        <a:p>
          <a:endParaRPr lang="en-SG"/>
        </a:p>
      </dgm:t>
    </dgm:pt>
    <dgm:pt modelId="{8F018821-2709-4FB5-A78C-23B9FFE39B0F}" type="pres">
      <dgm:prSet presAssocID="{F6DE5CFC-BB87-4CD1-B843-DB9E919F8E84}" presName="hierRoot2" presStyleCnt="0">
        <dgm:presLayoutVars>
          <dgm:hierBranch val="init"/>
        </dgm:presLayoutVars>
      </dgm:prSet>
      <dgm:spPr/>
    </dgm:pt>
    <dgm:pt modelId="{18B24AEE-BFA5-4069-8843-62FBD84074D5}" type="pres">
      <dgm:prSet presAssocID="{F6DE5CFC-BB87-4CD1-B843-DB9E919F8E84}" presName="rootComposite" presStyleCnt="0"/>
      <dgm:spPr/>
    </dgm:pt>
    <dgm:pt modelId="{D1911F85-81DE-4E41-B2F5-69133ABE2735}" type="pres">
      <dgm:prSet presAssocID="{F6DE5CFC-BB87-4CD1-B843-DB9E919F8E84}" presName="rootText" presStyleLbl="node1" presStyleIdx="37" presStyleCnt="68" custLinFactNeighborX="55254" custLinFactNeighborY="2311">
        <dgm:presLayoutVars>
          <dgm:chMax/>
          <dgm:chPref val="3"/>
        </dgm:presLayoutVars>
      </dgm:prSet>
      <dgm:spPr/>
      <dgm:t>
        <a:bodyPr/>
        <a:lstStyle/>
        <a:p>
          <a:endParaRPr lang="en-SG"/>
        </a:p>
      </dgm:t>
    </dgm:pt>
    <dgm:pt modelId="{991FB48E-3C34-441E-B1AC-F84B4A865542}" type="pres">
      <dgm:prSet presAssocID="{F6DE5CFC-BB87-4CD1-B843-DB9E919F8E84}" presName="titleText2" presStyleLbl="fgAcc1" presStyleIdx="37" presStyleCnt="68" custLinFactNeighborX="61393" custLinFactNeighborY="6932">
        <dgm:presLayoutVars>
          <dgm:chMax val="0"/>
          <dgm:chPref val="0"/>
        </dgm:presLayoutVars>
      </dgm:prSet>
      <dgm:spPr/>
      <dgm:t>
        <a:bodyPr/>
        <a:lstStyle/>
        <a:p>
          <a:endParaRPr lang="en-SG"/>
        </a:p>
      </dgm:t>
    </dgm:pt>
    <dgm:pt modelId="{C9CAB2F7-AD3D-49E3-AB43-0A70F077C4EC}" type="pres">
      <dgm:prSet presAssocID="{F6DE5CFC-BB87-4CD1-B843-DB9E919F8E84}" presName="rootConnector" presStyleLbl="node4" presStyleIdx="0" presStyleCnt="0"/>
      <dgm:spPr/>
      <dgm:t>
        <a:bodyPr/>
        <a:lstStyle/>
        <a:p>
          <a:endParaRPr lang="en-SG"/>
        </a:p>
      </dgm:t>
    </dgm:pt>
    <dgm:pt modelId="{93A1F622-CEDB-4E41-AF2B-74A7A9B5A60D}" type="pres">
      <dgm:prSet presAssocID="{F6DE5CFC-BB87-4CD1-B843-DB9E919F8E84}" presName="hierChild4" presStyleCnt="0"/>
      <dgm:spPr/>
    </dgm:pt>
    <dgm:pt modelId="{C99114C8-0F8D-4A79-8349-2B5C3568A2D8}" type="pres">
      <dgm:prSet presAssocID="{B868EA32-CED0-4B6E-962A-8295984C5852}" presName="Name37" presStyleLbl="parChTrans1D4" presStyleIdx="30" presStyleCnt="56"/>
      <dgm:spPr/>
      <dgm:t>
        <a:bodyPr/>
        <a:lstStyle/>
        <a:p>
          <a:endParaRPr lang="en-SG"/>
        </a:p>
      </dgm:t>
    </dgm:pt>
    <dgm:pt modelId="{77729540-D2D5-4920-995B-E966CB1CFBD9}" type="pres">
      <dgm:prSet presAssocID="{71F28352-59EE-48F8-9371-7A7D94D422BD}" presName="hierRoot2" presStyleCnt="0">
        <dgm:presLayoutVars>
          <dgm:hierBranch val="init"/>
        </dgm:presLayoutVars>
      </dgm:prSet>
      <dgm:spPr/>
    </dgm:pt>
    <dgm:pt modelId="{225FA494-1880-41EE-A2A7-DA6FEEEFAE36}" type="pres">
      <dgm:prSet presAssocID="{71F28352-59EE-48F8-9371-7A7D94D422BD}" presName="rootComposite" presStyleCnt="0"/>
      <dgm:spPr/>
    </dgm:pt>
    <dgm:pt modelId="{F00325A3-5E4B-45C7-8BD5-D20AB41BC9E2}" type="pres">
      <dgm:prSet presAssocID="{71F28352-59EE-48F8-9371-7A7D94D422BD}" presName="rootText" presStyleLbl="node1" presStyleIdx="38" presStyleCnt="68" custLinFactNeighborX="55254" custLinFactNeighborY="2311">
        <dgm:presLayoutVars>
          <dgm:chMax/>
          <dgm:chPref val="3"/>
        </dgm:presLayoutVars>
      </dgm:prSet>
      <dgm:spPr/>
      <dgm:t>
        <a:bodyPr/>
        <a:lstStyle/>
        <a:p>
          <a:endParaRPr lang="en-SG"/>
        </a:p>
      </dgm:t>
    </dgm:pt>
    <dgm:pt modelId="{5E795C1F-B7D4-4E7A-B161-63E9530099DA}" type="pres">
      <dgm:prSet presAssocID="{71F28352-59EE-48F8-9371-7A7D94D422BD}" presName="titleText2" presStyleLbl="fgAcc1" presStyleIdx="38" presStyleCnt="68" custLinFactNeighborX="61393" custLinFactNeighborY="6932">
        <dgm:presLayoutVars>
          <dgm:chMax val="0"/>
          <dgm:chPref val="0"/>
        </dgm:presLayoutVars>
      </dgm:prSet>
      <dgm:spPr/>
      <dgm:t>
        <a:bodyPr/>
        <a:lstStyle/>
        <a:p>
          <a:endParaRPr lang="en-SG"/>
        </a:p>
      </dgm:t>
    </dgm:pt>
    <dgm:pt modelId="{F97F2CE7-AC89-4ED6-ADE1-95BC7DC51FAD}" type="pres">
      <dgm:prSet presAssocID="{71F28352-59EE-48F8-9371-7A7D94D422BD}" presName="rootConnector" presStyleLbl="node4" presStyleIdx="0" presStyleCnt="0"/>
      <dgm:spPr/>
      <dgm:t>
        <a:bodyPr/>
        <a:lstStyle/>
        <a:p>
          <a:endParaRPr lang="en-SG"/>
        </a:p>
      </dgm:t>
    </dgm:pt>
    <dgm:pt modelId="{4B3CE582-2DCD-49F0-B66B-F3747D571B22}" type="pres">
      <dgm:prSet presAssocID="{71F28352-59EE-48F8-9371-7A7D94D422BD}" presName="hierChild4" presStyleCnt="0"/>
      <dgm:spPr/>
    </dgm:pt>
    <dgm:pt modelId="{C907E45B-2E66-4889-8383-E74DC6EC7009}" type="pres">
      <dgm:prSet presAssocID="{80D61311-38A1-49F3-A86D-A94483F55818}" presName="Name37" presStyleLbl="parChTrans1D4" presStyleIdx="31" presStyleCnt="56"/>
      <dgm:spPr/>
      <dgm:t>
        <a:bodyPr/>
        <a:lstStyle/>
        <a:p>
          <a:endParaRPr lang="en-SG"/>
        </a:p>
      </dgm:t>
    </dgm:pt>
    <dgm:pt modelId="{B4AF0DA4-3C9D-4C94-9027-CB4D75C320BC}" type="pres">
      <dgm:prSet presAssocID="{C41DDD7A-DAB5-4EED-A2A7-46DB5FD5C847}" presName="hierRoot2" presStyleCnt="0">
        <dgm:presLayoutVars>
          <dgm:hierBranch val="init"/>
        </dgm:presLayoutVars>
      </dgm:prSet>
      <dgm:spPr/>
    </dgm:pt>
    <dgm:pt modelId="{0C446EA9-5418-48EC-B721-CD0E4AA37D3A}" type="pres">
      <dgm:prSet presAssocID="{C41DDD7A-DAB5-4EED-A2A7-46DB5FD5C847}" presName="rootComposite" presStyleCnt="0"/>
      <dgm:spPr/>
    </dgm:pt>
    <dgm:pt modelId="{CDF3DD38-0845-4522-A19F-E4E98486351E}" type="pres">
      <dgm:prSet presAssocID="{C41DDD7A-DAB5-4EED-A2A7-46DB5FD5C847}" presName="rootText" presStyleLbl="node1" presStyleIdx="39" presStyleCnt="68" custLinFactNeighborX="55254" custLinFactNeighborY="2311">
        <dgm:presLayoutVars>
          <dgm:chMax/>
          <dgm:chPref val="3"/>
        </dgm:presLayoutVars>
      </dgm:prSet>
      <dgm:spPr/>
      <dgm:t>
        <a:bodyPr/>
        <a:lstStyle/>
        <a:p>
          <a:endParaRPr lang="en-SG"/>
        </a:p>
      </dgm:t>
    </dgm:pt>
    <dgm:pt modelId="{697A7C02-8705-4DCB-B440-438EBF44990E}" type="pres">
      <dgm:prSet presAssocID="{C41DDD7A-DAB5-4EED-A2A7-46DB5FD5C847}" presName="titleText2" presStyleLbl="fgAcc1" presStyleIdx="39" presStyleCnt="68" custLinFactNeighborX="61393" custLinFactNeighborY="6932">
        <dgm:presLayoutVars>
          <dgm:chMax val="0"/>
          <dgm:chPref val="0"/>
        </dgm:presLayoutVars>
      </dgm:prSet>
      <dgm:spPr/>
      <dgm:t>
        <a:bodyPr/>
        <a:lstStyle/>
        <a:p>
          <a:endParaRPr lang="en-SG"/>
        </a:p>
      </dgm:t>
    </dgm:pt>
    <dgm:pt modelId="{A3394FA8-9E88-45C9-96AF-973F0B31AA1B}" type="pres">
      <dgm:prSet presAssocID="{C41DDD7A-DAB5-4EED-A2A7-46DB5FD5C847}" presName="rootConnector" presStyleLbl="node4" presStyleIdx="0" presStyleCnt="0"/>
      <dgm:spPr/>
      <dgm:t>
        <a:bodyPr/>
        <a:lstStyle/>
        <a:p>
          <a:endParaRPr lang="en-SG"/>
        </a:p>
      </dgm:t>
    </dgm:pt>
    <dgm:pt modelId="{92815E1B-94B0-44F7-9F10-9E997631D27F}" type="pres">
      <dgm:prSet presAssocID="{C41DDD7A-DAB5-4EED-A2A7-46DB5FD5C847}" presName="hierChild4" presStyleCnt="0"/>
      <dgm:spPr/>
    </dgm:pt>
    <dgm:pt modelId="{746C4611-3DA3-4A7E-8C62-3A5CC0F1B2BE}" type="pres">
      <dgm:prSet presAssocID="{E1377E58-483B-4D32-9958-FEC05A6B2BE3}" presName="Name37" presStyleLbl="parChTrans1D4" presStyleIdx="32" presStyleCnt="56"/>
      <dgm:spPr/>
      <dgm:t>
        <a:bodyPr/>
        <a:lstStyle/>
        <a:p>
          <a:endParaRPr lang="en-SG"/>
        </a:p>
      </dgm:t>
    </dgm:pt>
    <dgm:pt modelId="{C41D7640-AE05-4F50-ACB0-D363568A8A5A}" type="pres">
      <dgm:prSet presAssocID="{1C2EA40D-9E6B-4508-B696-BF5F604ECB41}" presName="hierRoot2" presStyleCnt="0">
        <dgm:presLayoutVars>
          <dgm:hierBranch val="init"/>
        </dgm:presLayoutVars>
      </dgm:prSet>
      <dgm:spPr/>
    </dgm:pt>
    <dgm:pt modelId="{AB28D750-2210-4123-83AB-12CBAD706817}" type="pres">
      <dgm:prSet presAssocID="{1C2EA40D-9E6B-4508-B696-BF5F604ECB41}" presName="rootComposite" presStyleCnt="0"/>
      <dgm:spPr/>
    </dgm:pt>
    <dgm:pt modelId="{5E666837-B45E-45B9-95F2-AE4E19B1ADA4}" type="pres">
      <dgm:prSet presAssocID="{1C2EA40D-9E6B-4508-B696-BF5F604ECB41}" presName="rootText" presStyleLbl="node1" presStyleIdx="40" presStyleCnt="68" custLinFactNeighborX="55254" custLinFactNeighborY="2311">
        <dgm:presLayoutVars>
          <dgm:chMax/>
          <dgm:chPref val="3"/>
        </dgm:presLayoutVars>
      </dgm:prSet>
      <dgm:spPr/>
      <dgm:t>
        <a:bodyPr/>
        <a:lstStyle/>
        <a:p>
          <a:endParaRPr lang="en-SG"/>
        </a:p>
      </dgm:t>
    </dgm:pt>
    <dgm:pt modelId="{2ED58BF8-927E-42A6-9769-B7ECBE83E925}" type="pres">
      <dgm:prSet presAssocID="{1C2EA40D-9E6B-4508-B696-BF5F604ECB41}" presName="titleText2" presStyleLbl="fgAcc1" presStyleIdx="40" presStyleCnt="68" custLinFactNeighborX="61393" custLinFactNeighborY="6932">
        <dgm:presLayoutVars>
          <dgm:chMax val="0"/>
          <dgm:chPref val="0"/>
        </dgm:presLayoutVars>
      </dgm:prSet>
      <dgm:spPr/>
      <dgm:t>
        <a:bodyPr/>
        <a:lstStyle/>
        <a:p>
          <a:endParaRPr lang="en-SG"/>
        </a:p>
      </dgm:t>
    </dgm:pt>
    <dgm:pt modelId="{3C46E12B-259B-43EF-85F7-808C8261FA79}" type="pres">
      <dgm:prSet presAssocID="{1C2EA40D-9E6B-4508-B696-BF5F604ECB41}" presName="rootConnector" presStyleLbl="node4" presStyleIdx="0" presStyleCnt="0"/>
      <dgm:spPr/>
      <dgm:t>
        <a:bodyPr/>
        <a:lstStyle/>
        <a:p>
          <a:endParaRPr lang="en-SG"/>
        </a:p>
      </dgm:t>
    </dgm:pt>
    <dgm:pt modelId="{C9EEB831-9BD9-42CE-BEE6-97E4DEC84B31}" type="pres">
      <dgm:prSet presAssocID="{1C2EA40D-9E6B-4508-B696-BF5F604ECB41}" presName="hierChild4" presStyleCnt="0"/>
      <dgm:spPr/>
    </dgm:pt>
    <dgm:pt modelId="{9E6DCEF4-72C5-4F5E-B6B7-3391F7B9BF31}" type="pres">
      <dgm:prSet presAssocID="{1C2EA40D-9E6B-4508-B696-BF5F604ECB41}" presName="hierChild5" presStyleCnt="0"/>
      <dgm:spPr/>
    </dgm:pt>
    <dgm:pt modelId="{98BD5244-467D-421C-9038-637C44816D44}" type="pres">
      <dgm:prSet presAssocID="{C41DDD7A-DAB5-4EED-A2A7-46DB5FD5C847}" presName="hierChild5" presStyleCnt="0"/>
      <dgm:spPr/>
    </dgm:pt>
    <dgm:pt modelId="{9E99BCAB-6B49-486B-B28E-DB8E19AA5A03}" type="pres">
      <dgm:prSet presAssocID="{71F28352-59EE-48F8-9371-7A7D94D422BD}" presName="hierChild5" presStyleCnt="0"/>
      <dgm:spPr/>
    </dgm:pt>
    <dgm:pt modelId="{BA2FC320-68F6-4270-8492-E6FBCE45D46B}" type="pres">
      <dgm:prSet presAssocID="{F6DE5CFC-BB87-4CD1-B843-DB9E919F8E84}" presName="hierChild5" presStyleCnt="0"/>
      <dgm:spPr/>
    </dgm:pt>
    <dgm:pt modelId="{B9032E25-A51C-456A-80E6-4ADD162690D0}" type="pres">
      <dgm:prSet presAssocID="{1010B677-A124-4309-9425-BA46B8D01597}" presName="hierChild5" presStyleCnt="0"/>
      <dgm:spPr/>
    </dgm:pt>
    <dgm:pt modelId="{0445D47D-1B55-4BA3-9A74-F581E2AC4C02}" type="pres">
      <dgm:prSet presAssocID="{2E70C2CA-EA83-45DD-8CD5-BE9DA972D412}" presName="hierChild5" presStyleCnt="0"/>
      <dgm:spPr/>
    </dgm:pt>
    <dgm:pt modelId="{33AFAAFB-A485-4D55-8E83-BC3FD6301783}" type="pres">
      <dgm:prSet presAssocID="{B07CFC45-AB19-4442-810A-0B37EE8CFEFF}" presName="Name37" presStyleLbl="parChTrans1D3" presStyleIdx="6" presStyleCnt="9"/>
      <dgm:spPr/>
      <dgm:t>
        <a:bodyPr/>
        <a:lstStyle/>
        <a:p>
          <a:endParaRPr lang="en-SG"/>
        </a:p>
      </dgm:t>
    </dgm:pt>
    <dgm:pt modelId="{7C6992AE-6407-4305-9EF0-F7F039717C72}" type="pres">
      <dgm:prSet presAssocID="{A0687F5B-DE54-403E-934A-600254CA62F5}" presName="hierRoot2" presStyleCnt="0">
        <dgm:presLayoutVars>
          <dgm:hierBranch val="init"/>
        </dgm:presLayoutVars>
      </dgm:prSet>
      <dgm:spPr/>
    </dgm:pt>
    <dgm:pt modelId="{AAB43A8E-BDA7-4042-8AAF-6C6E1C680D6E}" type="pres">
      <dgm:prSet presAssocID="{A0687F5B-DE54-403E-934A-600254CA62F5}" presName="rootComposite" presStyleCnt="0"/>
      <dgm:spPr/>
    </dgm:pt>
    <dgm:pt modelId="{C9A4A326-EDBE-4612-8B68-A9A6AA3C59C0}" type="pres">
      <dgm:prSet presAssocID="{A0687F5B-DE54-403E-934A-600254CA62F5}" presName="rootText" presStyleLbl="node1" presStyleIdx="41" presStyleCnt="68" custLinFactNeighborX="55254" custLinFactNeighborY="2311">
        <dgm:presLayoutVars>
          <dgm:chMax/>
          <dgm:chPref val="3"/>
        </dgm:presLayoutVars>
      </dgm:prSet>
      <dgm:spPr/>
      <dgm:t>
        <a:bodyPr/>
        <a:lstStyle/>
        <a:p>
          <a:endParaRPr lang="en-SG"/>
        </a:p>
      </dgm:t>
    </dgm:pt>
    <dgm:pt modelId="{BBF11CBB-588D-4282-AA83-7FDF9E37B59C}" type="pres">
      <dgm:prSet presAssocID="{A0687F5B-DE54-403E-934A-600254CA62F5}" presName="titleText2" presStyleLbl="fgAcc1" presStyleIdx="41" presStyleCnt="68" custLinFactNeighborX="61393" custLinFactNeighborY="6932">
        <dgm:presLayoutVars>
          <dgm:chMax val="0"/>
          <dgm:chPref val="0"/>
        </dgm:presLayoutVars>
      </dgm:prSet>
      <dgm:spPr/>
      <dgm:t>
        <a:bodyPr/>
        <a:lstStyle/>
        <a:p>
          <a:endParaRPr lang="en-SG"/>
        </a:p>
      </dgm:t>
    </dgm:pt>
    <dgm:pt modelId="{CC254B1A-F480-45F4-B83C-03C88B44EFDF}" type="pres">
      <dgm:prSet presAssocID="{A0687F5B-DE54-403E-934A-600254CA62F5}" presName="rootConnector" presStyleLbl="node3" presStyleIdx="0" presStyleCnt="0"/>
      <dgm:spPr/>
      <dgm:t>
        <a:bodyPr/>
        <a:lstStyle/>
        <a:p>
          <a:endParaRPr lang="en-SG"/>
        </a:p>
      </dgm:t>
    </dgm:pt>
    <dgm:pt modelId="{2A6FE502-8B3D-4C1C-86D9-B7DFF1D7D659}" type="pres">
      <dgm:prSet presAssocID="{A0687F5B-DE54-403E-934A-600254CA62F5}" presName="hierChild4" presStyleCnt="0"/>
      <dgm:spPr/>
    </dgm:pt>
    <dgm:pt modelId="{259F89CE-0254-4684-B730-7D50CD09A986}" type="pres">
      <dgm:prSet presAssocID="{BD6CCF3C-9A97-4F4D-A87C-F3FD01A9D352}" presName="Name37" presStyleLbl="parChTrans1D4" presStyleIdx="33" presStyleCnt="56"/>
      <dgm:spPr/>
      <dgm:t>
        <a:bodyPr/>
        <a:lstStyle/>
        <a:p>
          <a:endParaRPr lang="en-SG"/>
        </a:p>
      </dgm:t>
    </dgm:pt>
    <dgm:pt modelId="{1973FAF0-DA95-48C2-8E12-7BC65887E389}" type="pres">
      <dgm:prSet presAssocID="{786A09F1-3E89-4EBA-BA7C-18E0D1A0D530}" presName="hierRoot2" presStyleCnt="0">
        <dgm:presLayoutVars>
          <dgm:hierBranch val="init"/>
        </dgm:presLayoutVars>
      </dgm:prSet>
      <dgm:spPr/>
    </dgm:pt>
    <dgm:pt modelId="{73B539D5-9EDC-4DCD-B0EF-19097789B2CC}" type="pres">
      <dgm:prSet presAssocID="{786A09F1-3E89-4EBA-BA7C-18E0D1A0D530}" presName="rootComposite" presStyleCnt="0"/>
      <dgm:spPr/>
    </dgm:pt>
    <dgm:pt modelId="{8C19B9D6-8059-4627-82E6-AA90BBF4D87F}" type="pres">
      <dgm:prSet presAssocID="{786A09F1-3E89-4EBA-BA7C-18E0D1A0D530}" presName="rootText" presStyleLbl="node1" presStyleIdx="42" presStyleCnt="68" custLinFactNeighborX="55254" custLinFactNeighborY="2311">
        <dgm:presLayoutVars>
          <dgm:chMax/>
          <dgm:chPref val="3"/>
        </dgm:presLayoutVars>
      </dgm:prSet>
      <dgm:spPr/>
      <dgm:t>
        <a:bodyPr/>
        <a:lstStyle/>
        <a:p>
          <a:endParaRPr lang="en-SG"/>
        </a:p>
      </dgm:t>
    </dgm:pt>
    <dgm:pt modelId="{A66057D9-E348-4DD7-B924-3D4069863A45}" type="pres">
      <dgm:prSet presAssocID="{786A09F1-3E89-4EBA-BA7C-18E0D1A0D530}" presName="titleText2" presStyleLbl="fgAcc1" presStyleIdx="42" presStyleCnt="68" custLinFactNeighborX="61393" custLinFactNeighborY="6932">
        <dgm:presLayoutVars>
          <dgm:chMax val="0"/>
          <dgm:chPref val="0"/>
        </dgm:presLayoutVars>
      </dgm:prSet>
      <dgm:spPr/>
      <dgm:t>
        <a:bodyPr/>
        <a:lstStyle/>
        <a:p>
          <a:endParaRPr lang="en-SG"/>
        </a:p>
      </dgm:t>
    </dgm:pt>
    <dgm:pt modelId="{E4EEED0A-A4F5-4BA0-9A89-2A9445EA95DF}" type="pres">
      <dgm:prSet presAssocID="{786A09F1-3E89-4EBA-BA7C-18E0D1A0D530}" presName="rootConnector" presStyleLbl="node4" presStyleIdx="0" presStyleCnt="0"/>
      <dgm:spPr/>
      <dgm:t>
        <a:bodyPr/>
        <a:lstStyle/>
        <a:p>
          <a:endParaRPr lang="en-SG"/>
        </a:p>
      </dgm:t>
    </dgm:pt>
    <dgm:pt modelId="{6927C900-8293-47A9-9727-F60296F755A0}" type="pres">
      <dgm:prSet presAssocID="{786A09F1-3E89-4EBA-BA7C-18E0D1A0D530}" presName="hierChild4" presStyleCnt="0"/>
      <dgm:spPr/>
    </dgm:pt>
    <dgm:pt modelId="{AE6EC90B-76BA-46BB-B8B6-543188FFD6E2}" type="pres">
      <dgm:prSet presAssocID="{36EB2E8F-D9C9-400F-84FA-1B4037E4B4DF}" presName="Name37" presStyleLbl="parChTrans1D4" presStyleIdx="34" presStyleCnt="56"/>
      <dgm:spPr/>
      <dgm:t>
        <a:bodyPr/>
        <a:lstStyle/>
        <a:p>
          <a:endParaRPr lang="en-US"/>
        </a:p>
      </dgm:t>
    </dgm:pt>
    <dgm:pt modelId="{E7AE2404-C451-4C8A-A78E-13FCB6D3F13D}" type="pres">
      <dgm:prSet presAssocID="{0213513B-3366-4FC0-A7AA-6C6E54AABB1D}" presName="hierRoot2" presStyleCnt="0">
        <dgm:presLayoutVars>
          <dgm:hierBranch val="init"/>
        </dgm:presLayoutVars>
      </dgm:prSet>
      <dgm:spPr/>
    </dgm:pt>
    <dgm:pt modelId="{70DE99A1-A79B-486F-951F-4695464A8077}" type="pres">
      <dgm:prSet presAssocID="{0213513B-3366-4FC0-A7AA-6C6E54AABB1D}" presName="rootComposite" presStyleCnt="0"/>
      <dgm:spPr/>
    </dgm:pt>
    <dgm:pt modelId="{17A9601B-FE4D-45DD-AC46-4E2E79E3E36C}" type="pres">
      <dgm:prSet presAssocID="{0213513B-3366-4FC0-A7AA-6C6E54AABB1D}" presName="rootText" presStyleLbl="node1" presStyleIdx="43" presStyleCnt="68" custLinFactNeighborX="55254" custLinFactNeighborY="2311">
        <dgm:presLayoutVars>
          <dgm:chMax/>
          <dgm:chPref val="3"/>
        </dgm:presLayoutVars>
      </dgm:prSet>
      <dgm:spPr/>
      <dgm:t>
        <a:bodyPr/>
        <a:lstStyle/>
        <a:p>
          <a:endParaRPr lang="en-SG"/>
        </a:p>
      </dgm:t>
    </dgm:pt>
    <dgm:pt modelId="{1CBF9896-75E0-4148-8145-8CD017F81C1F}" type="pres">
      <dgm:prSet presAssocID="{0213513B-3366-4FC0-A7AA-6C6E54AABB1D}" presName="titleText2" presStyleLbl="fgAcc1" presStyleIdx="43" presStyleCnt="68" custLinFactNeighborX="61393" custLinFactNeighborY="6932">
        <dgm:presLayoutVars>
          <dgm:chMax val="0"/>
          <dgm:chPref val="0"/>
        </dgm:presLayoutVars>
      </dgm:prSet>
      <dgm:spPr/>
      <dgm:t>
        <a:bodyPr/>
        <a:lstStyle/>
        <a:p>
          <a:endParaRPr lang="en-US"/>
        </a:p>
      </dgm:t>
    </dgm:pt>
    <dgm:pt modelId="{86984CCE-5F92-4CAC-B646-2A3364DE7A3A}" type="pres">
      <dgm:prSet presAssocID="{0213513B-3366-4FC0-A7AA-6C6E54AABB1D}" presName="rootConnector" presStyleLbl="node4" presStyleIdx="0" presStyleCnt="0"/>
      <dgm:spPr/>
      <dgm:t>
        <a:bodyPr/>
        <a:lstStyle/>
        <a:p>
          <a:endParaRPr lang="en-SG"/>
        </a:p>
      </dgm:t>
    </dgm:pt>
    <dgm:pt modelId="{28A25726-73E4-4802-9AD9-B6AD344D236D}" type="pres">
      <dgm:prSet presAssocID="{0213513B-3366-4FC0-A7AA-6C6E54AABB1D}" presName="hierChild4" presStyleCnt="0"/>
      <dgm:spPr/>
    </dgm:pt>
    <dgm:pt modelId="{D13E4A50-5986-4F3A-BA02-538B030B94D4}" type="pres">
      <dgm:prSet presAssocID="{A24F8E06-03B5-4F5D-89CB-55B024B797FD}" presName="Name37" presStyleLbl="parChTrans1D4" presStyleIdx="35" presStyleCnt="56"/>
      <dgm:spPr/>
      <dgm:t>
        <a:bodyPr/>
        <a:lstStyle/>
        <a:p>
          <a:endParaRPr lang="en-US"/>
        </a:p>
      </dgm:t>
    </dgm:pt>
    <dgm:pt modelId="{56FA515A-7F70-4308-9BBF-C23994B88279}" type="pres">
      <dgm:prSet presAssocID="{B749FD64-80EB-47E6-A94B-C6465F43956F}" presName="hierRoot2" presStyleCnt="0">
        <dgm:presLayoutVars>
          <dgm:hierBranch val="init"/>
        </dgm:presLayoutVars>
      </dgm:prSet>
      <dgm:spPr/>
    </dgm:pt>
    <dgm:pt modelId="{D3CE7FD3-7C88-46F5-9C85-CCAA741091B4}" type="pres">
      <dgm:prSet presAssocID="{B749FD64-80EB-47E6-A94B-C6465F43956F}" presName="rootComposite" presStyleCnt="0"/>
      <dgm:spPr/>
    </dgm:pt>
    <dgm:pt modelId="{AFAA8B16-5D62-4BFD-951C-DB057C218305}" type="pres">
      <dgm:prSet presAssocID="{B749FD64-80EB-47E6-A94B-C6465F43956F}" presName="rootText" presStyleLbl="node1" presStyleIdx="44" presStyleCnt="68" custLinFactNeighborX="55254" custLinFactNeighborY="2311">
        <dgm:presLayoutVars>
          <dgm:chMax/>
          <dgm:chPref val="3"/>
        </dgm:presLayoutVars>
      </dgm:prSet>
      <dgm:spPr/>
      <dgm:t>
        <a:bodyPr/>
        <a:lstStyle/>
        <a:p>
          <a:endParaRPr lang="en-SG"/>
        </a:p>
      </dgm:t>
    </dgm:pt>
    <dgm:pt modelId="{762A671A-5202-427B-96BC-39E7FEC52646}" type="pres">
      <dgm:prSet presAssocID="{B749FD64-80EB-47E6-A94B-C6465F43956F}" presName="titleText2" presStyleLbl="fgAcc1" presStyleIdx="44" presStyleCnt="68" custScaleY="131895" custLinFactNeighborX="61393" custLinFactNeighborY="6932">
        <dgm:presLayoutVars>
          <dgm:chMax val="0"/>
          <dgm:chPref val="0"/>
        </dgm:presLayoutVars>
      </dgm:prSet>
      <dgm:spPr/>
      <dgm:t>
        <a:bodyPr/>
        <a:lstStyle/>
        <a:p>
          <a:endParaRPr lang="en-SG"/>
        </a:p>
      </dgm:t>
    </dgm:pt>
    <dgm:pt modelId="{0E4125F8-7D69-4694-B3AE-FB9911A2095C}" type="pres">
      <dgm:prSet presAssocID="{B749FD64-80EB-47E6-A94B-C6465F43956F}" presName="rootConnector" presStyleLbl="node4" presStyleIdx="0" presStyleCnt="0"/>
      <dgm:spPr/>
      <dgm:t>
        <a:bodyPr/>
        <a:lstStyle/>
        <a:p>
          <a:endParaRPr lang="en-SG"/>
        </a:p>
      </dgm:t>
    </dgm:pt>
    <dgm:pt modelId="{D3D4E021-1003-40BF-A6A2-048AD67F580A}" type="pres">
      <dgm:prSet presAssocID="{B749FD64-80EB-47E6-A94B-C6465F43956F}" presName="hierChild4" presStyleCnt="0"/>
      <dgm:spPr/>
    </dgm:pt>
    <dgm:pt modelId="{30C41FA2-0389-4B8F-99B1-30A007A5DE0E}" type="pres">
      <dgm:prSet presAssocID="{72D837DF-D785-425D-9EFA-D4CBA6263055}" presName="Name37" presStyleLbl="parChTrans1D4" presStyleIdx="36" presStyleCnt="56"/>
      <dgm:spPr/>
      <dgm:t>
        <a:bodyPr/>
        <a:lstStyle/>
        <a:p>
          <a:endParaRPr lang="en-US"/>
        </a:p>
      </dgm:t>
    </dgm:pt>
    <dgm:pt modelId="{2587568B-2917-45AA-9668-F32D55D9D0E0}" type="pres">
      <dgm:prSet presAssocID="{92D2783A-DF88-4993-87C9-A650B813AB5A}" presName="hierRoot2" presStyleCnt="0">
        <dgm:presLayoutVars>
          <dgm:hierBranch val="init"/>
        </dgm:presLayoutVars>
      </dgm:prSet>
      <dgm:spPr/>
    </dgm:pt>
    <dgm:pt modelId="{0E1DD273-E92A-462B-BEAF-95AD2A8F9290}" type="pres">
      <dgm:prSet presAssocID="{92D2783A-DF88-4993-87C9-A650B813AB5A}" presName="rootComposite" presStyleCnt="0"/>
      <dgm:spPr/>
    </dgm:pt>
    <dgm:pt modelId="{A410C0EF-5060-445D-B8AC-56B47E0537E6}" type="pres">
      <dgm:prSet presAssocID="{92D2783A-DF88-4993-87C9-A650B813AB5A}" presName="rootText" presStyleLbl="node1" presStyleIdx="45" presStyleCnt="68" custLinFactNeighborX="55254" custLinFactNeighborY="2311">
        <dgm:presLayoutVars>
          <dgm:chMax/>
          <dgm:chPref val="3"/>
        </dgm:presLayoutVars>
      </dgm:prSet>
      <dgm:spPr/>
      <dgm:t>
        <a:bodyPr/>
        <a:lstStyle/>
        <a:p>
          <a:endParaRPr lang="en-SG"/>
        </a:p>
      </dgm:t>
    </dgm:pt>
    <dgm:pt modelId="{55CB131F-7B70-4B67-AA8A-843E35C63CFF}" type="pres">
      <dgm:prSet presAssocID="{92D2783A-DF88-4993-87C9-A650B813AB5A}" presName="titleText2" presStyleLbl="fgAcc1" presStyleIdx="45" presStyleCnt="68" custLinFactNeighborX="61393" custLinFactNeighborY="6932">
        <dgm:presLayoutVars>
          <dgm:chMax val="0"/>
          <dgm:chPref val="0"/>
        </dgm:presLayoutVars>
      </dgm:prSet>
      <dgm:spPr/>
      <dgm:t>
        <a:bodyPr/>
        <a:lstStyle/>
        <a:p>
          <a:endParaRPr lang="en-SG"/>
        </a:p>
      </dgm:t>
    </dgm:pt>
    <dgm:pt modelId="{98223A05-055C-46F4-A83E-ED7E75ABDA6B}" type="pres">
      <dgm:prSet presAssocID="{92D2783A-DF88-4993-87C9-A650B813AB5A}" presName="rootConnector" presStyleLbl="node4" presStyleIdx="0" presStyleCnt="0"/>
      <dgm:spPr/>
      <dgm:t>
        <a:bodyPr/>
        <a:lstStyle/>
        <a:p>
          <a:endParaRPr lang="en-SG"/>
        </a:p>
      </dgm:t>
    </dgm:pt>
    <dgm:pt modelId="{53BC4549-A7E7-47F8-8022-8E8C02C4B34A}" type="pres">
      <dgm:prSet presAssocID="{92D2783A-DF88-4993-87C9-A650B813AB5A}" presName="hierChild4" presStyleCnt="0"/>
      <dgm:spPr/>
    </dgm:pt>
    <dgm:pt modelId="{BBF1F096-9C26-46CC-80B6-F1411655806F}" type="pres">
      <dgm:prSet presAssocID="{23BF9350-AAC9-4ADD-BE61-77E267C4CDE4}" presName="Name37" presStyleLbl="parChTrans1D4" presStyleIdx="37" presStyleCnt="56"/>
      <dgm:spPr/>
      <dgm:t>
        <a:bodyPr/>
        <a:lstStyle/>
        <a:p>
          <a:endParaRPr lang="en-US"/>
        </a:p>
      </dgm:t>
    </dgm:pt>
    <dgm:pt modelId="{AE64DEEA-790E-429C-BF01-AD436DC3CA79}" type="pres">
      <dgm:prSet presAssocID="{80E19A72-F5AA-4337-A5C4-ABFB8F9318C5}" presName="hierRoot2" presStyleCnt="0">
        <dgm:presLayoutVars>
          <dgm:hierBranch val="init"/>
        </dgm:presLayoutVars>
      </dgm:prSet>
      <dgm:spPr/>
    </dgm:pt>
    <dgm:pt modelId="{7C324433-725B-48FC-B488-151CB0431CBF}" type="pres">
      <dgm:prSet presAssocID="{80E19A72-F5AA-4337-A5C4-ABFB8F9318C5}" presName="rootComposite" presStyleCnt="0"/>
      <dgm:spPr/>
    </dgm:pt>
    <dgm:pt modelId="{552216FE-4DCC-49E2-ACA8-246E19F1EB70}" type="pres">
      <dgm:prSet presAssocID="{80E19A72-F5AA-4337-A5C4-ABFB8F9318C5}" presName="rootText" presStyleLbl="node1" presStyleIdx="46" presStyleCnt="68" custLinFactNeighborX="38884" custLinFactNeighborY="2311">
        <dgm:presLayoutVars>
          <dgm:chMax/>
          <dgm:chPref val="3"/>
        </dgm:presLayoutVars>
      </dgm:prSet>
      <dgm:spPr/>
      <dgm:t>
        <a:bodyPr/>
        <a:lstStyle/>
        <a:p>
          <a:endParaRPr lang="en-SG"/>
        </a:p>
      </dgm:t>
    </dgm:pt>
    <dgm:pt modelId="{424D536C-87B2-40B5-B119-FD125873559B}" type="pres">
      <dgm:prSet presAssocID="{80E19A72-F5AA-4337-A5C4-ABFB8F9318C5}" presName="titleText2" presStyleLbl="fgAcc1" presStyleIdx="46" presStyleCnt="68" custLinFactNeighborX="30068" custLinFactNeighborY="6932">
        <dgm:presLayoutVars>
          <dgm:chMax val="0"/>
          <dgm:chPref val="0"/>
        </dgm:presLayoutVars>
      </dgm:prSet>
      <dgm:spPr/>
      <dgm:t>
        <a:bodyPr/>
        <a:lstStyle/>
        <a:p>
          <a:endParaRPr lang="en-US"/>
        </a:p>
      </dgm:t>
    </dgm:pt>
    <dgm:pt modelId="{B547A26F-D57E-4B31-A6F3-AD84B974C27F}" type="pres">
      <dgm:prSet presAssocID="{80E19A72-F5AA-4337-A5C4-ABFB8F9318C5}" presName="rootConnector" presStyleLbl="node4" presStyleIdx="0" presStyleCnt="0"/>
      <dgm:spPr/>
      <dgm:t>
        <a:bodyPr/>
        <a:lstStyle/>
        <a:p>
          <a:endParaRPr lang="en-SG"/>
        </a:p>
      </dgm:t>
    </dgm:pt>
    <dgm:pt modelId="{FA321DB7-B747-4E21-A23D-F3630F117A7E}" type="pres">
      <dgm:prSet presAssocID="{80E19A72-F5AA-4337-A5C4-ABFB8F9318C5}" presName="hierChild4" presStyleCnt="0"/>
      <dgm:spPr/>
    </dgm:pt>
    <dgm:pt modelId="{1234A48D-87BD-4BC3-8308-DB7B30929BBA}" type="pres">
      <dgm:prSet presAssocID="{80E19A72-F5AA-4337-A5C4-ABFB8F9318C5}" presName="hierChild5" presStyleCnt="0"/>
      <dgm:spPr/>
    </dgm:pt>
    <dgm:pt modelId="{F5DDA41D-1929-4D8C-9592-BC9A54385200}" type="pres">
      <dgm:prSet presAssocID="{92D2783A-DF88-4993-87C9-A650B813AB5A}" presName="hierChild5" presStyleCnt="0"/>
      <dgm:spPr/>
    </dgm:pt>
    <dgm:pt modelId="{1294BC75-A28A-49D4-8417-35D6F8C4D9CD}" type="pres">
      <dgm:prSet presAssocID="{B749FD64-80EB-47E6-A94B-C6465F43956F}" presName="hierChild5" presStyleCnt="0"/>
      <dgm:spPr/>
    </dgm:pt>
    <dgm:pt modelId="{0F7687D3-6E4B-4165-98FB-4B75557B3210}" type="pres">
      <dgm:prSet presAssocID="{0213513B-3366-4FC0-A7AA-6C6E54AABB1D}" presName="hierChild5" presStyleCnt="0"/>
      <dgm:spPr/>
    </dgm:pt>
    <dgm:pt modelId="{41F8549B-84BA-4901-9259-6302A9A3F179}" type="pres">
      <dgm:prSet presAssocID="{786A09F1-3E89-4EBA-BA7C-18E0D1A0D530}" presName="hierChild5" presStyleCnt="0"/>
      <dgm:spPr/>
    </dgm:pt>
    <dgm:pt modelId="{AC1954C3-AD37-4F9A-B54E-5A0B70BFBBBD}" type="pres">
      <dgm:prSet presAssocID="{A0687F5B-DE54-403E-934A-600254CA62F5}" presName="hierChild5" presStyleCnt="0"/>
      <dgm:spPr/>
    </dgm:pt>
    <dgm:pt modelId="{BE1EE725-4059-4CCC-9E74-B7BFE17F2408}" type="pres">
      <dgm:prSet presAssocID="{422BF86F-303F-4D50-BC5D-137BDFB581AA}" presName="hierChild5" presStyleCnt="0"/>
      <dgm:spPr/>
    </dgm:pt>
    <dgm:pt modelId="{B05C5368-A7B4-45BD-A437-29D888CD27A9}" type="pres">
      <dgm:prSet presAssocID="{FF988127-D1BF-4ADF-9E9E-E650DDC8A7E8}" presName="Name37" presStyleLbl="parChTrans1D2" presStyleIdx="2" presStyleCnt="4"/>
      <dgm:spPr/>
      <dgm:t>
        <a:bodyPr/>
        <a:lstStyle/>
        <a:p>
          <a:endParaRPr lang="en-SG"/>
        </a:p>
      </dgm:t>
    </dgm:pt>
    <dgm:pt modelId="{0ED992E5-4E2D-4EC4-B491-87AFAAABAA6B}" type="pres">
      <dgm:prSet presAssocID="{F0A77262-8184-420A-A0FB-A3DEBDB9B8D9}" presName="hierRoot2" presStyleCnt="0">
        <dgm:presLayoutVars>
          <dgm:hierBranch val="init"/>
        </dgm:presLayoutVars>
      </dgm:prSet>
      <dgm:spPr/>
    </dgm:pt>
    <dgm:pt modelId="{A596E83A-255B-461B-9E1F-871BBB235F1F}" type="pres">
      <dgm:prSet presAssocID="{F0A77262-8184-420A-A0FB-A3DEBDB9B8D9}" presName="rootComposite" presStyleCnt="0"/>
      <dgm:spPr/>
    </dgm:pt>
    <dgm:pt modelId="{5C8221D9-7E45-4262-891B-BAA7F0F62028}" type="pres">
      <dgm:prSet presAssocID="{F0A77262-8184-420A-A0FB-A3DEBDB9B8D9}" presName="rootText" presStyleLbl="node1" presStyleIdx="47" presStyleCnt="68" custAng="0" custScaleX="207485" custLinFactNeighborX="31765" custLinFactNeighborY="4279">
        <dgm:presLayoutVars>
          <dgm:chMax/>
          <dgm:chPref val="3"/>
        </dgm:presLayoutVars>
      </dgm:prSet>
      <dgm:spPr/>
      <dgm:t>
        <a:bodyPr/>
        <a:lstStyle/>
        <a:p>
          <a:endParaRPr lang="en-SG"/>
        </a:p>
      </dgm:t>
    </dgm:pt>
    <dgm:pt modelId="{65BE064A-4B85-45E8-A14A-CD738D5A0FFC}" type="pres">
      <dgm:prSet presAssocID="{F0A77262-8184-420A-A0FB-A3DEBDB9B8D9}" presName="titleText2" presStyleLbl="fgAcc1" presStyleIdx="47" presStyleCnt="68" custScaleX="217967" custLinFactNeighborX="53405" custLinFactNeighborY="12836">
        <dgm:presLayoutVars>
          <dgm:chMax val="0"/>
          <dgm:chPref val="0"/>
        </dgm:presLayoutVars>
      </dgm:prSet>
      <dgm:spPr/>
      <dgm:t>
        <a:bodyPr/>
        <a:lstStyle/>
        <a:p>
          <a:endParaRPr lang="en-SG"/>
        </a:p>
      </dgm:t>
    </dgm:pt>
    <dgm:pt modelId="{9A89C5BC-CCBF-49BA-8478-4343EED86505}" type="pres">
      <dgm:prSet presAssocID="{F0A77262-8184-420A-A0FB-A3DEBDB9B8D9}" presName="rootConnector" presStyleLbl="node2" presStyleIdx="0" presStyleCnt="0"/>
      <dgm:spPr/>
      <dgm:t>
        <a:bodyPr/>
        <a:lstStyle/>
        <a:p>
          <a:endParaRPr lang="en-SG"/>
        </a:p>
      </dgm:t>
    </dgm:pt>
    <dgm:pt modelId="{04996FDE-61FA-4B03-A63B-0C7A21D43409}" type="pres">
      <dgm:prSet presAssocID="{F0A77262-8184-420A-A0FB-A3DEBDB9B8D9}" presName="hierChild4" presStyleCnt="0"/>
      <dgm:spPr/>
    </dgm:pt>
    <dgm:pt modelId="{04F39901-AF2F-4557-AACB-AAC214CE3F8F}" type="pres">
      <dgm:prSet presAssocID="{43F6276E-BBA0-4CD9-8792-B650CD43655C}" presName="Name37" presStyleLbl="parChTrans1D3" presStyleIdx="7" presStyleCnt="9"/>
      <dgm:spPr/>
      <dgm:t>
        <a:bodyPr/>
        <a:lstStyle/>
        <a:p>
          <a:endParaRPr lang="en-SG"/>
        </a:p>
      </dgm:t>
    </dgm:pt>
    <dgm:pt modelId="{236ED3B9-241E-4CCE-A343-8BC7A70D49C2}" type="pres">
      <dgm:prSet presAssocID="{46C6BCB9-7C49-474C-9AE0-90F90E1CA748}" presName="hierRoot2" presStyleCnt="0">
        <dgm:presLayoutVars>
          <dgm:hierBranch val="init"/>
        </dgm:presLayoutVars>
      </dgm:prSet>
      <dgm:spPr/>
    </dgm:pt>
    <dgm:pt modelId="{50F7D795-4F68-452D-ACB3-CBB81244EDFB}" type="pres">
      <dgm:prSet presAssocID="{46C6BCB9-7C49-474C-9AE0-90F90E1CA748}" presName="rootComposite" presStyleCnt="0"/>
      <dgm:spPr/>
    </dgm:pt>
    <dgm:pt modelId="{7A58AA6A-7062-48B7-ADFE-FDED41E29798}" type="pres">
      <dgm:prSet presAssocID="{46C6BCB9-7C49-474C-9AE0-90F90E1CA748}" presName="rootText" presStyleLbl="node1" presStyleIdx="48" presStyleCnt="68" custLinFactNeighborX="48069" custLinFactNeighborY="4279">
        <dgm:presLayoutVars>
          <dgm:chMax/>
          <dgm:chPref val="3"/>
        </dgm:presLayoutVars>
      </dgm:prSet>
      <dgm:spPr/>
      <dgm:t>
        <a:bodyPr/>
        <a:lstStyle/>
        <a:p>
          <a:endParaRPr lang="en-SG"/>
        </a:p>
      </dgm:t>
    </dgm:pt>
    <dgm:pt modelId="{4F432C93-3B4F-401E-9F83-A89BFC891097}" type="pres">
      <dgm:prSet presAssocID="{46C6BCB9-7C49-474C-9AE0-90F90E1CA748}" presName="titleText2" presStyleLbl="fgAcc1" presStyleIdx="48" presStyleCnt="68" custLinFactNeighborX="53405" custLinFactNeighborY="12836">
        <dgm:presLayoutVars>
          <dgm:chMax val="0"/>
          <dgm:chPref val="0"/>
        </dgm:presLayoutVars>
      </dgm:prSet>
      <dgm:spPr/>
      <dgm:t>
        <a:bodyPr/>
        <a:lstStyle/>
        <a:p>
          <a:endParaRPr lang="en-SG"/>
        </a:p>
      </dgm:t>
    </dgm:pt>
    <dgm:pt modelId="{1C47C5C5-DA01-4B92-B3EE-18C548263DA8}" type="pres">
      <dgm:prSet presAssocID="{46C6BCB9-7C49-474C-9AE0-90F90E1CA748}" presName="rootConnector" presStyleLbl="node3" presStyleIdx="0" presStyleCnt="0"/>
      <dgm:spPr/>
      <dgm:t>
        <a:bodyPr/>
        <a:lstStyle/>
        <a:p>
          <a:endParaRPr lang="en-SG"/>
        </a:p>
      </dgm:t>
    </dgm:pt>
    <dgm:pt modelId="{9ED111E4-F9B0-423A-9B8A-9155EBFE47D2}" type="pres">
      <dgm:prSet presAssocID="{46C6BCB9-7C49-474C-9AE0-90F90E1CA748}" presName="hierChild4" presStyleCnt="0"/>
      <dgm:spPr/>
    </dgm:pt>
    <dgm:pt modelId="{B88BD274-7608-414B-8DD4-BB680C071DB5}" type="pres">
      <dgm:prSet presAssocID="{72E6B6CA-C03D-400A-A6F2-2F021EA8F242}" presName="Name37" presStyleLbl="parChTrans1D4" presStyleIdx="38" presStyleCnt="56"/>
      <dgm:spPr/>
      <dgm:t>
        <a:bodyPr/>
        <a:lstStyle/>
        <a:p>
          <a:endParaRPr lang="en-SG"/>
        </a:p>
      </dgm:t>
    </dgm:pt>
    <dgm:pt modelId="{EA94D7B5-711D-4143-BC3E-6EA83052E139}" type="pres">
      <dgm:prSet presAssocID="{45098519-460B-40F9-9141-B04129E0FC51}" presName="hierRoot2" presStyleCnt="0">
        <dgm:presLayoutVars>
          <dgm:hierBranch val="init"/>
        </dgm:presLayoutVars>
      </dgm:prSet>
      <dgm:spPr/>
    </dgm:pt>
    <dgm:pt modelId="{6EEDC7C6-82D0-4680-96E9-00155ED4C263}" type="pres">
      <dgm:prSet presAssocID="{45098519-460B-40F9-9141-B04129E0FC51}" presName="rootComposite" presStyleCnt="0"/>
      <dgm:spPr/>
    </dgm:pt>
    <dgm:pt modelId="{6F6290F0-0CB2-4FC0-A1B0-F8D3E2A826FF}" type="pres">
      <dgm:prSet presAssocID="{45098519-460B-40F9-9141-B04129E0FC51}" presName="rootText" presStyleLbl="node1" presStyleIdx="49" presStyleCnt="68" custLinFactNeighborX="48069" custLinFactNeighborY="4279">
        <dgm:presLayoutVars>
          <dgm:chMax/>
          <dgm:chPref val="3"/>
        </dgm:presLayoutVars>
      </dgm:prSet>
      <dgm:spPr/>
      <dgm:t>
        <a:bodyPr/>
        <a:lstStyle/>
        <a:p>
          <a:endParaRPr lang="en-SG"/>
        </a:p>
      </dgm:t>
    </dgm:pt>
    <dgm:pt modelId="{26DC4883-B8F8-4934-9C03-6B3E98588F4F}" type="pres">
      <dgm:prSet presAssocID="{45098519-460B-40F9-9141-B04129E0FC51}" presName="titleText2" presStyleLbl="fgAcc1" presStyleIdx="49" presStyleCnt="68" custLinFactNeighborX="53405" custLinFactNeighborY="12836">
        <dgm:presLayoutVars>
          <dgm:chMax val="0"/>
          <dgm:chPref val="0"/>
        </dgm:presLayoutVars>
      </dgm:prSet>
      <dgm:spPr/>
      <dgm:t>
        <a:bodyPr/>
        <a:lstStyle/>
        <a:p>
          <a:endParaRPr lang="en-SG"/>
        </a:p>
      </dgm:t>
    </dgm:pt>
    <dgm:pt modelId="{FD36BD43-4CBB-4B70-9E4B-30837A1A0BC5}" type="pres">
      <dgm:prSet presAssocID="{45098519-460B-40F9-9141-B04129E0FC51}" presName="rootConnector" presStyleLbl="node4" presStyleIdx="0" presStyleCnt="0"/>
      <dgm:spPr/>
      <dgm:t>
        <a:bodyPr/>
        <a:lstStyle/>
        <a:p>
          <a:endParaRPr lang="en-SG"/>
        </a:p>
      </dgm:t>
    </dgm:pt>
    <dgm:pt modelId="{AED52EA9-8874-4780-B88B-75848CF33B56}" type="pres">
      <dgm:prSet presAssocID="{45098519-460B-40F9-9141-B04129E0FC51}" presName="hierChild4" presStyleCnt="0"/>
      <dgm:spPr/>
    </dgm:pt>
    <dgm:pt modelId="{934D8CBF-2067-4410-BFF9-6201AAEBC582}" type="pres">
      <dgm:prSet presAssocID="{42E79B6C-D2D1-4791-80C2-D54A09DAA63F}" presName="Name37" presStyleLbl="parChTrans1D4" presStyleIdx="39" presStyleCnt="56"/>
      <dgm:spPr/>
      <dgm:t>
        <a:bodyPr/>
        <a:lstStyle/>
        <a:p>
          <a:endParaRPr lang="en-SG"/>
        </a:p>
      </dgm:t>
    </dgm:pt>
    <dgm:pt modelId="{49BA8E86-F747-4732-B5A6-141C115663F1}" type="pres">
      <dgm:prSet presAssocID="{A00AB027-DB51-41EE-BF98-441408B1CA00}" presName="hierRoot2" presStyleCnt="0">
        <dgm:presLayoutVars>
          <dgm:hierBranch val="init"/>
        </dgm:presLayoutVars>
      </dgm:prSet>
      <dgm:spPr/>
    </dgm:pt>
    <dgm:pt modelId="{CCBB40D1-C57D-4D56-AC66-CA767460371A}" type="pres">
      <dgm:prSet presAssocID="{A00AB027-DB51-41EE-BF98-441408B1CA00}" presName="rootComposite" presStyleCnt="0"/>
      <dgm:spPr/>
    </dgm:pt>
    <dgm:pt modelId="{10092E0D-5659-4BC3-AE85-672896C71913}" type="pres">
      <dgm:prSet presAssocID="{A00AB027-DB51-41EE-BF98-441408B1CA00}" presName="rootText" presStyleLbl="node1" presStyleIdx="50" presStyleCnt="68" custLinFactNeighborX="48069" custLinFactNeighborY="4279">
        <dgm:presLayoutVars>
          <dgm:chMax/>
          <dgm:chPref val="3"/>
        </dgm:presLayoutVars>
      </dgm:prSet>
      <dgm:spPr/>
      <dgm:t>
        <a:bodyPr/>
        <a:lstStyle/>
        <a:p>
          <a:endParaRPr lang="en-SG"/>
        </a:p>
      </dgm:t>
    </dgm:pt>
    <dgm:pt modelId="{CE2A6624-7076-4D35-91AD-024FA8470BAF}" type="pres">
      <dgm:prSet presAssocID="{A00AB027-DB51-41EE-BF98-441408B1CA00}" presName="titleText2" presStyleLbl="fgAcc1" presStyleIdx="50" presStyleCnt="68" custLinFactNeighborX="53405" custLinFactNeighborY="12836">
        <dgm:presLayoutVars>
          <dgm:chMax val="0"/>
          <dgm:chPref val="0"/>
        </dgm:presLayoutVars>
      </dgm:prSet>
      <dgm:spPr/>
      <dgm:t>
        <a:bodyPr/>
        <a:lstStyle/>
        <a:p>
          <a:endParaRPr lang="en-SG"/>
        </a:p>
      </dgm:t>
    </dgm:pt>
    <dgm:pt modelId="{BEC60137-607D-4792-9CC9-F8F2F720364D}" type="pres">
      <dgm:prSet presAssocID="{A00AB027-DB51-41EE-BF98-441408B1CA00}" presName="rootConnector" presStyleLbl="node4" presStyleIdx="0" presStyleCnt="0"/>
      <dgm:spPr/>
      <dgm:t>
        <a:bodyPr/>
        <a:lstStyle/>
        <a:p>
          <a:endParaRPr lang="en-SG"/>
        </a:p>
      </dgm:t>
    </dgm:pt>
    <dgm:pt modelId="{F1268022-2D44-441E-B512-F7C2328A1AB8}" type="pres">
      <dgm:prSet presAssocID="{A00AB027-DB51-41EE-BF98-441408B1CA00}" presName="hierChild4" presStyleCnt="0"/>
      <dgm:spPr/>
    </dgm:pt>
    <dgm:pt modelId="{B20D098A-5C51-419C-BBB5-E51F0B5CBBEA}" type="pres">
      <dgm:prSet presAssocID="{281B74B0-EFF7-417E-83A2-E16C95879E81}" presName="Name37" presStyleLbl="parChTrans1D4" presStyleIdx="40" presStyleCnt="56"/>
      <dgm:spPr/>
      <dgm:t>
        <a:bodyPr/>
        <a:lstStyle/>
        <a:p>
          <a:endParaRPr lang="en-SG"/>
        </a:p>
      </dgm:t>
    </dgm:pt>
    <dgm:pt modelId="{458C8426-A342-4D5C-963B-33455B8198D4}" type="pres">
      <dgm:prSet presAssocID="{3244A1A6-B49C-47D2-BB84-F490C05A073E}" presName="hierRoot2" presStyleCnt="0">
        <dgm:presLayoutVars>
          <dgm:hierBranch val="init"/>
        </dgm:presLayoutVars>
      </dgm:prSet>
      <dgm:spPr/>
    </dgm:pt>
    <dgm:pt modelId="{206CEB68-9928-464C-A796-7AACEC5F3D7C}" type="pres">
      <dgm:prSet presAssocID="{3244A1A6-B49C-47D2-BB84-F490C05A073E}" presName="rootComposite" presStyleCnt="0"/>
      <dgm:spPr/>
    </dgm:pt>
    <dgm:pt modelId="{D57F2214-47EA-46E4-A41D-479290B42ADC}" type="pres">
      <dgm:prSet presAssocID="{3244A1A6-B49C-47D2-BB84-F490C05A073E}" presName="rootText" presStyleLbl="node1" presStyleIdx="51" presStyleCnt="68" custLinFactNeighborX="48069" custLinFactNeighborY="4279">
        <dgm:presLayoutVars>
          <dgm:chMax/>
          <dgm:chPref val="3"/>
        </dgm:presLayoutVars>
      </dgm:prSet>
      <dgm:spPr/>
      <dgm:t>
        <a:bodyPr/>
        <a:lstStyle/>
        <a:p>
          <a:endParaRPr lang="en-SG"/>
        </a:p>
      </dgm:t>
    </dgm:pt>
    <dgm:pt modelId="{FB4FFCEF-5227-4633-8CD0-C974FA77FCBF}" type="pres">
      <dgm:prSet presAssocID="{3244A1A6-B49C-47D2-BB84-F490C05A073E}" presName="titleText2" presStyleLbl="fgAcc1" presStyleIdx="51" presStyleCnt="68" custScaleY="144436" custLinFactNeighborX="53405" custLinFactNeighborY="12836">
        <dgm:presLayoutVars>
          <dgm:chMax val="0"/>
          <dgm:chPref val="0"/>
        </dgm:presLayoutVars>
      </dgm:prSet>
      <dgm:spPr/>
      <dgm:t>
        <a:bodyPr/>
        <a:lstStyle/>
        <a:p>
          <a:endParaRPr lang="en-SG"/>
        </a:p>
      </dgm:t>
    </dgm:pt>
    <dgm:pt modelId="{618B63DC-9688-410D-9DFA-AA19457A29CF}" type="pres">
      <dgm:prSet presAssocID="{3244A1A6-B49C-47D2-BB84-F490C05A073E}" presName="rootConnector" presStyleLbl="node4" presStyleIdx="0" presStyleCnt="0"/>
      <dgm:spPr/>
      <dgm:t>
        <a:bodyPr/>
        <a:lstStyle/>
        <a:p>
          <a:endParaRPr lang="en-SG"/>
        </a:p>
      </dgm:t>
    </dgm:pt>
    <dgm:pt modelId="{74C4A294-FAE1-4E09-8BCC-C7E73E1F0DBD}" type="pres">
      <dgm:prSet presAssocID="{3244A1A6-B49C-47D2-BB84-F490C05A073E}" presName="hierChild4" presStyleCnt="0"/>
      <dgm:spPr/>
    </dgm:pt>
    <dgm:pt modelId="{3C02DF84-CBBC-4F1B-B06A-1644F289EFA7}" type="pres">
      <dgm:prSet presAssocID="{BB53D516-BFE1-4100-90A5-32C6DC42CB50}" presName="Name37" presStyleLbl="parChTrans1D4" presStyleIdx="41" presStyleCnt="56"/>
      <dgm:spPr/>
      <dgm:t>
        <a:bodyPr/>
        <a:lstStyle/>
        <a:p>
          <a:endParaRPr lang="en-SG"/>
        </a:p>
      </dgm:t>
    </dgm:pt>
    <dgm:pt modelId="{2D97D8F3-3D63-4AD1-8676-3E21EF8E2DA7}" type="pres">
      <dgm:prSet presAssocID="{5C62CE09-21E2-4F33-8950-BD8B79AE579E}" presName="hierRoot2" presStyleCnt="0">
        <dgm:presLayoutVars>
          <dgm:hierBranch val="init"/>
        </dgm:presLayoutVars>
      </dgm:prSet>
      <dgm:spPr/>
    </dgm:pt>
    <dgm:pt modelId="{8B0C1EBA-16A3-49D1-B9B9-BD3A5ABE578F}" type="pres">
      <dgm:prSet presAssocID="{5C62CE09-21E2-4F33-8950-BD8B79AE579E}" presName="rootComposite" presStyleCnt="0"/>
      <dgm:spPr/>
    </dgm:pt>
    <dgm:pt modelId="{DD70E13B-C064-4523-A0D3-3C2E3B4D41BD}" type="pres">
      <dgm:prSet presAssocID="{5C62CE09-21E2-4F33-8950-BD8B79AE579E}" presName="rootText" presStyleLbl="node1" presStyleIdx="52" presStyleCnt="68" custLinFactNeighborX="48069" custLinFactNeighborY="4279">
        <dgm:presLayoutVars>
          <dgm:chMax/>
          <dgm:chPref val="3"/>
        </dgm:presLayoutVars>
      </dgm:prSet>
      <dgm:spPr/>
      <dgm:t>
        <a:bodyPr/>
        <a:lstStyle/>
        <a:p>
          <a:endParaRPr lang="en-SG"/>
        </a:p>
      </dgm:t>
    </dgm:pt>
    <dgm:pt modelId="{26DA89D6-0DF5-4B06-B33D-B3CFBBAC97B2}" type="pres">
      <dgm:prSet presAssocID="{5C62CE09-21E2-4F33-8950-BD8B79AE579E}" presName="titleText2" presStyleLbl="fgAcc1" presStyleIdx="52" presStyleCnt="68" custLinFactNeighborX="53405" custLinFactNeighborY="12836">
        <dgm:presLayoutVars>
          <dgm:chMax val="0"/>
          <dgm:chPref val="0"/>
        </dgm:presLayoutVars>
      </dgm:prSet>
      <dgm:spPr/>
      <dgm:t>
        <a:bodyPr/>
        <a:lstStyle/>
        <a:p>
          <a:endParaRPr lang="en-SG"/>
        </a:p>
      </dgm:t>
    </dgm:pt>
    <dgm:pt modelId="{A05A08BD-3AFC-43EE-848F-FB00C9BCA94B}" type="pres">
      <dgm:prSet presAssocID="{5C62CE09-21E2-4F33-8950-BD8B79AE579E}" presName="rootConnector" presStyleLbl="node4" presStyleIdx="0" presStyleCnt="0"/>
      <dgm:spPr/>
      <dgm:t>
        <a:bodyPr/>
        <a:lstStyle/>
        <a:p>
          <a:endParaRPr lang="en-SG"/>
        </a:p>
      </dgm:t>
    </dgm:pt>
    <dgm:pt modelId="{D6EBAFD8-5AC8-4C9F-A4AF-23EC6FF74845}" type="pres">
      <dgm:prSet presAssocID="{5C62CE09-21E2-4F33-8950-BD8B79AE579E}" presName="hierChild4" presStyleCnt="0"/>
      <dgm:spPr/>
    </dgm:pt>
    <dgm:pt modelId="{406C8F21-1529-43A3-A3D9-ED9E6A4E609A}" type="pres">
      <dgm:prSet presAssocID="{6157014A-015A-4E58-8BCC-C81229F055DF}" presName="Name37" presStyleLbl="parChTrans1D4" presStyleIdx="42" presStyleCnt="56"/>
      <dgm:spPr/>
      <dgm:t>
        <a:bodyPr/>
        <a:lstStyle/>
        <a:p>
          <a:endParaRPr lang="en-SG"/>
        </a:p>
      </dgm:t>
    </dgm:pt>
    <dgm:pt modelId="{6554ACFD-C10F-414E-A2B2-5A8DEB54A07C}" type="pres">
      <dgm:prSet presAssocID="{7996A810-87D5-49D4-856C-6531579477AA}" presName="hierRoot2" presStyleCnt="0">
        <dgm:presLayoutVars>
          <dgm:hierBranch val="init"/>
        </dgm:presLayoutVars>
      </dgm:prSet>
      <dgm:spPr/>
    </dgm:pt>
    <dgm:pt modelId="{E9FD883C-278E-455A-8913-17AE1BAEACD5}" type="pres">
      <dgm:prSet presAssocID="{7996A810-87D5-49D4-856C-6531579477AA}" presName="rootComposite" presStyleCnt="0"/>
      <dgm:spPr/>
    </dgm:pt>
    <dgm:pt modelId="{D283B793-FEE0-40CE-AB31-6DDBCB80CEB2}" type="pres">
      <dgm:prSet presAssocID="{7996A810-87D5-49D4-856C-6531579477AA}" presName="rootText" presStyleLbl="node1" presStyleIdx="53" presStyleCnt="68" custLinFactNeighborX="48069" custLinFactNeighborY="4279">
        <dgm:presLayoutVars>
          <dgm:chMax/>
          <dgm:chPref val="3"/>
        </dgm:presLayoutVars>
      </dgm:prSet>
      <dgm:spPr/>
      <dgm:t>
        <a:bodyPr/>
        <a:lstStyle/>
        <a:p>
          <a:endParaRPr lang="en-SG"/>
        </a:p>
      </dgm:t>
    </dgm:pt>
    <dgm:pt modelId="{28735D28-183F-4431-81D3-889405982A94}" type="pres">
      <dgm:prSet presAssocID="{7996A810-87D5-49D4-856C-6531579477AA}" presName="titleText2" presStyleLbl="fgAcc1" presStyleIdx="53" presStyleCnt="68" custLinFactNeighborX="53405" custLinFactNeighborY="12836">
        <dgm:presLayoutVars>
          <dgm:chMax val="0"/>
          <dgm:chPref val="0"/>
        </dgm:presLayoutVars>
      </dgm:prSet>
      <dgm:spPr/>
      <dgm:t>
        <a:bodyPr/>
        <a:lstStyle/>
        <a:p>
          <a:endParaRPr lang="en-SG"/>
        </a:p>
      </dgm:t>
    </dgm:pt>
    <dgm:pt modelId="{8D9CC486-08F0-413E-9014-95C09180440A}" type="pres">
      <dgm:prSet presAssocID="{7996A810-87D5-49D4-856C-6531579477AA}" presName="rootConnector" presStyleLbl="node4" presStyleIdx="0" presStyleCnt="0"/>
      <dgm:spPr/>
      <dgm:t>
        <a:bodyPr/>
        <a:lstStyle/>
        <a:p>
          <a:endParaRPr lang="en-SG"/>
        </a:p>
      </dgm:t>
    </dgm:pt>
    <dgm:pt modelId="{FCD76FE5-31AE-442D-BA67-E6A9CDDB9BAD}" type="pres">
      <dgm:prSet presAssocID="{7996A810-87D5-49D4-856C-6531579477AA}" presName="hierChild4" presStyleCnt="0"/>
      <dgm:spPr/>
    </dgm:pt>
    <dgm:pt modelId="{3B662A80-F6F4-43B9-902A-82872CADE43C}" type="pres">
      <dgm:prSet presAssocID="{7996A810-87D5-49D4-856C-6531579477AA}" presName="hierChild5" presStyleCnt="0"/>
      <dgm:spPr/>
    </dgm:pt>
    <dgm:pt modelId="{C7FA9AC8-5687-4FBC-B373-0D2F81F5B401}" type="pres">
      <dgm:prSet presAssocID="{FDBD1C68-BA3F-490E-96E3-DE1A30BB8D2B}" presName="Name37" presStyleLbl="parChTrans1D4" presStyleIdx="43" presStyleCnt="56"/>
      <dgm:spPr/>
      <dgm:t>
        <a:bodyPr/>
        <a:lstStyle/>
        <a:p>
          <a:endParaRPr lang="en-US"/>
        </a:p>
      </dgm:t>
    </dgm:pt>
    <dgm:pt modelId="{318ABD50-2DFE-4ACF-8636-7F4673B12C13}" type="pres">
      <dgm:prSet presAssocID="{8EDB12B6-0477-41D1-90A4-DBA81A603362}" presName="hierRoot2" presStyleCnt="0">
        <dgm:presLayoutVars>
          <dgm:hierBranch val="init"/>
        </dgm:presLayoutVars>
      </dgm:prSet>
      <dgm:spPr/>
    </dgm:pt>
    <dgm:pt modelId="{7D109008-B7E2-4E27-A83E-32C3D312F513}" type="pres">
      <dgm:prSet presAssocID="{8EDB12B6-0477-41D1-90A4-DBA81A603362}" presName="rootComposite" presStyleCnt="0"/>
      <dgm:spPr/>
    </dgm:pt>
    <dgm:pt modelId="{FDA8C1FA-FDE0-4DA0-AAEC-92792F177966}" type="pres">
      <dgm:prSet presAssocID="{8EDB12B6-0477-41D1-90A4-DBA81A603362}" presName="rootText" presStyleLbl="node1" presStyleIdx="54" presStyleCnt="68" custLinFactNeighborX="52544">
        <dgm:presLayoutVars>
          <dgm:chMax/>
          <dgm:chPref val="3"/>
        </dgm:presLayoutVars>
      </dgm:prSet>
      <dgm:spPr/>
      <dgm:t>
        <a:bodyPr/>
        <a:lstStyle/>
        <a:p>
          <a:endParaRPr lang="en-US"/>
        </a:p>
      </dgm:t>
    </dgm:pt>
    <dgm:pt modelId="{F4E33BC3-2A1D-46C9-A844-1B846E85687B}" type="pres">
      <dgm:prSet presAssocID="{8EDB12B6-0477-41D1-90A4-DBA81A603362}" presName="titleText2" presStyleLbl="fgAcc1" presStyleIdx="54" presStyleCnt="68" custLinFactNeighborX="54656" custLinFactNeighborY="25911">
        <dgm:presLayoutVars>
          <dgm:chMax val="0"/>
          <dgm:chPref val="0"/>
        </dgm:presLayoutVars>
      </dgm:prSet>
      <dgm:spPr/>
      <dgm:t>
        <a:bodyPr/>
        <a:lstStyle/>
        <a:p>
          <a:endParaRPr lang="en-US"/>
        </a:p>
      </dgm:t>
    </dgm:pt>
    <dgm:pt modelId="{E5E4A118-E0A7-4970-9289-0CD1EDE0774E}" type="pres">
      <dgm:prSet presAssocID="{8EDB12B6-0477-41D1-90A4-DBA81A603362}" presName="rootConnector" presStyleLbl="node4" presStyleIdx="0" presStyleCnt="0"/>
      <dgm:spPr/>
      <dgm:t>
        <a:bodyPr/>
        <a:lstStyle/>
        <a:p>
          <a:endParaRPr lang="en-US"/>
        </a:p>
      </dgm:t>
    </dgm:pt>
    <dgm:pt modelId="{564BBFD1-1086-4888-A906-72CBC259B938}" type="pres">
      <dgm:prSet presAssocID="{8EDB12B6-0477-41D1-90A4-DBA81A603362}" presName="hierChild4" presStyleCnt="0"/>
      <dgm:spPr/>
    </dgm:pt>
    <dgm:pt modelId="{732D5C42-240A-45A0-A9C4-678D3C23BC57}" type="pres">
      <dgm:prSet presAssocID="{8EDB12B6-0477-41D1-90A4-DBA81A603362}" presName="hierChild5" presStyleCnt="0"/>
      <dgm:spPr/>
    </dgm:pt>
    <dgm:pt modelId="{A3B0F946-A46A-4028-8332-5A77288D06BA}" type="pres">
      <dgm:prSet presAssocID="{5C62CE09-21E2-4F33-8950-BD8B79AE579E}" presName="hierChild5" presStyleCnt="0"/>
      <dgm:spPr/>
    </dgm:pt>
    <dgm:pt modelId="{F4D95340-51A4-4607-BC79-810CC46B6864}" type="pres">
      <dgm:prSet presAssocID="{3244A1A6-B49C-47D2-BB84-F490C05A073E}" presName="hierChild5" presStyleCnt="0"/>
      <dgm:spPr/>
    </dgm:pt>
    <dgm:pt modelId="{4AEFE65E-544C-44F3-9063-2F9374EFB288}" type="pres">
      <dgm:prSet presAssocID="{A00AB027-DB51-41EE-BF98-441408B1CA00}" presName="hierChild5" presStyleCnt="0"/>
      <dgm:spPr/>
    </dgm:pt>
    <dgm:pt modelId="{AF72C14D-1BF5-41AD-94D2-968E5E960410}" type="pres">
      <dgm:prSet presAssocID="{45098519-460B-40F9-9141-B04129E0FC51}" presName="hierChild5" presStyleCnt="0"/>
      <dgm:spPr/>
    </dgm:pt>
    <dgm:pt modelId="{11B6D688-FFA5-459D-9B13-110B525CE111}" type="pres">
      <dgm:prSet presAssocID="{46C6BCB9-7C49-474C-9AE0-90F90E1CA748}" presName="hierChild5" presStyleCnt="0"/>
      <dgm:spPr/>
    </dgm:pt>
    <dgm:pt modelId="{DD00DC04-033B-450A-9221-CF503003856D}" type="pres">
      <dgm:prSet presAssocID="{8FEC9BCE-1925-41C3-8CE4-6A7B246DFF80}" presName="Name37" presStyleLbl="parChTrans1D3" presStyleIdx="8" presStyleCnt="9"/>
      <dgm:spPr/>
      <dgm:t>
        <a:bodyPr/>
        <a:lstStyle/>
        <a:p>
          <a:endParaRPr lang="en-SG"/>
        </a:p>
      </dgm:t>
    </dgm:pt>
    <dgm:pt modelId="{42AC5641-2303-4CC4-BCA2-3B2D2DA63F41}" type="pres">
      <dgm:prSet presAssocID="{378A3745-9AEB-4388-AC8E-8D7ECEC63E3F}" presName="hierRoot2" presStyleCnt="0">
        <dgm:presLayoutVars>
          <dgm:hierBranch val="init"/>
        </dgm:presLayoutVars>
      </dgm:prSet>
      <dgm:spPr/>
    </dgm:pt>
    <dgm:pt modelId="{1326F92D-146A-474B-9205-A029EC934B71}" type="pres">
      <dgm:prSet presAssocID="{378A3745-9AEB-4388-AC8E-8D7ECEC63E3F}" presName="rootComposite" presStyleCnt="0"/>
      <dgm:spPr/>
    </dgm:pt>
    <dgm:pt modelId="{FAC119BC-D086-4BA4-8F0E-FA1B9A284E42}" type="pres">
      <dgm:prSet presAssocID="{378A3745-9AEB-4388-AC8E-8D7ECEC63E3F}" presName="rootText" presStyleLbl="node1" presStyleIdx="55" presStyleCnt="68" custLinFactNeighborX="48069" custLinFactNeighborY="4279">
        <dgm:presLayoutVars>
          <dgm:chMax/>
          <dgm:chPref val="3"/>
        </dgm:presLayoutVars>
      </dgm:prSet>
      <dgm:spPr/>
      <dgm:t>
        <a:bodyPr/>
        <a:lstStyle/>
        <a:p>
          <a:endParaRPr lang="en-SG"/>
        </a:p>
      </dgm:t>
    </dgm:pt>
    <dgm:pt modelId="{C24C0589-9CFB-4A4A-A30F-EBD4EA02AA10}" type="pres">
      <dgm:prSet presAssocID="{378A3745-9AEB-4388-AC8E-8D7ECEC63E3F}" presName="titleText2" presStyleLbl="fgAcc1" presStyleIdx="55" presStyleCnt="68" custLinFactNeighborX="53405" custLinFactNeighborY="12836">
        <dgm:presLayoutVars>
          <dgm:chMax val="0"/>
          <dgm:chPref val="0"/>
        </dgm:presLayoutVars>
      </dgm:prSet>
      <dgm:spPr/>
      <dgm:t>
        <a:bodyPr/>
        <a:lstStyle/>
        <a:p>
          <a:endParaRPr lang="en-SG"/>
        </a:p>
      </dgm:t>
    </dgm:pt>
    <dgm:pt modelId="{DEFF6FAF-A77F-4AD1-A0FD-D9C37AE82670}" type="pres">
      <dgm:prSet presAssocID="{378A3745-9AEB-4388-AC8E-8D7ECEC63E3F}" presName="rootConnector" presStyleLbl="node3" presStyleIdx="0" presStyleCnt="0"/>
      <dgm:spPr/>
      <dgm:t>
        <a:bodyPr/>
        <a:lstStyle/>
        <a:p>
          <a:endParaRPr lang="en-SG"/>
        </a:p>
      </dgm:t>
    </dgm:pt>
    <dgm:pt modelId="{E0D17CB9-C1DF-4861-BE98-46972062DC47}" type="pres">
      <dgm:prSet presAssocID="{378A3745-9AEB-4388-AC8E-8D7ECEC63E3F}" presName="hierChild4" presStyleCnt="0"/>
      <dgm:spPr/>
    </dgm:pt>
    <dgm:pt modelId="{D0FC012D-1789-43A2-93C2-8FA6FEB8AC0A}" type="pres">
      <dgm:prSet presAssocID="{AA4EFF05-B24B-4610-8293-C7002D784628}" presName="Name37" presStyleLbl="parChTrans1D4" presStyleIdx="44" presStyleCnt="56"/>
      <dgm:spPr/>
      <dgm:t>
        <a:bodyPr/>
        <a:lstStyle/>
        <a:p>
          <a:endParaRPr lang="en-SG"/>
        </a:p>
      </dgm:t>
    </dgm:pt>
    <dgm:pt modelId="{1F37CF74-DD51-481F-A717-9ABCAEACD95C}" type="pres">
      <dgm:prSet presAssocID="{B7416A3D-307A-44D8-8308-5A8EC90122D6}" presName="hierRoot2" presStyleCnt="0">
        <dgm:presLayoutVars>
          <dgm:hierBranch val="init"/>
        </dgm:presLayoutVars>
      </dgm:prSet>
      <dgm:spPr/>
    </dgm:pt>
    <dgm:pt modelId="{3329A5A8-58F0-43A9-A29E-8F16B2218C18}" type="pres">
      <dgm:prSet presAssocID="{B7416A3D-307A-44D8-8308-5A8EC90122D6}" presName="rootComposite" presStyleCnt="0"/>
      <dgm:spPr/>
    </dgm:pt>
    <dgm:pt modelId="{B19D6484-F95D-4D64-ABED-57AC65B3435A}" type="pres">
      <dgm:prSet presAssocID="{B7416A3D-307A-44D8-8308-5A8EC90122D6}" presName="rootText" presStyleLbl="node1" presStyleIdx="56" presStyleCnt="68" custLinFactNeighborX="48069" custLinFactNeighborY="4279">
        <dgm:presLayoutVars>
          <dgm:chMax/>
          <dgm:chPref val="3"/>
        </dgm:presLayoutVars>
      </dgm:prSet>
      <dgm:spPr/>
      <dgm:t>
        <a:bodyPr/>
        <a:lstStyle/>
        <a:p>
          <a:endParaRPr lang="en-SG"/>
        </a:p>
      </dgm:t>
    </dgm:pt>
    <dgm:pt modelId="{A4A9CE39-2A10-448B-BF6C-7DCCDF9927FC}" type="pres">
      <dgm:prSet presAssocID="{B7416A3D-307A-44D8-8308-5A8EC90122D6}" presName="titleText2" presStyleLbl="fgAcc1" presStyleIdx="56" presStyleCnt="68" custLinFactNeighborX="53405" custLinFactNeighborY="12836">
        <dgm:presLayoutVars>
          <dgm:chMax val="0"/>
          <dgm:chPref val="0"/>
        </dgm:presLayoutVars>
      </dgm:prSet>
      <dgm:spPr/>
      <dgm:t>
        <a:bodyPr/>
        <a:lstStyle/>
        <a:p>
          <a:endParaRPr lang="en-SG"/>
        </a:p>
      </dgm:t>
    </dgm:pt>
    <dgm:pt modelId="{127114D1-095C-47CB-A575-22BBBB8DD2F8}" type="pres">
      <dgm:prSet presAssocID="{B7416A3D-307A-44D8-8308-5A8EC90122D6}" presName="rootConnector" presStyleLbl="node4" presStyleIdx="0" presStyleCnt="0"/>
      <dgm:spPr/>
      <dgm:t>
        <a:bodyPr/>
        <a:lstStyle/>
        <a:p>
          <a:endParaRPr lang="en-SG"/>
        </a:p>
      </dgm:t>
    </dgm:pt>
    <dgm:pt modelId="{556EF325-020C-4361-ABC7-4A2CE2FC7C85}" type="pres">
      <dgm:prSet presAssocID="{B7416A3D-307A-44D8-8308-5A8EC90122D6}" presName="hierChild4" presStyleCnt="0"/>
      <dgm:spPr/>
    </dgm:pt>
    <dgm:pt modelId="{6959804E-B471-4224-9DDA-18010FBD22CF}" type="pres">
      <dgm:prSet presAssocID="{D76DE313-4C0D-45A9-9262-0BB16EB64F12}" presName="Name37" presStyleLbl="parChTrans1D4" presStyleIdx="45" presStyleCnt="56"/>
      <dgm:spPr/>
      <dgm:t>
        <a:bodyPr/>
        <a:lstStyle/>
        <a:p>
          <a:endParaRPr lang="en-US"/>
        </a:p>
      </dgm:t>
    </dgm:pt>
    <dgm:pt modelId="{4B90C4FA-9741-455C-B4B7-8EA790E36676}" type="pres">
      <dgm:prSet presAssocID="{53ED2B8A-EE1F-4E33-86BB-6FCEEC98BC9F}" presName="hierRoot2" presStyleCnt="0">
        <dgm:presLayoutVars>
          <dgm:hierBranch val="init"/>
        </dgm:presLayoutVars>
      </dgm:prSet>
      <dgm:spPr/>
    </dgm:pt>
    <dgm:pt modelId="{20D14114-CC2E-47E4-94A5-7E2F29298E22}" type="pres">
      <dgm:prSet presAssocID="{53ED2B8A-EE1F-4E33-86BB-6FCEEC98BC9F}" presName="rootComposite" presStyleCnt="0"/>
      <dgm:spPr/>
    </dgm:pt>
    <dgm:pt modelId="{0566678E-E534-4972-BDCE-6F131A6EF324}" type="pres">
      <dgm:prSet presAssocID="{53ED2B8A-EE1F-4E33-86BB-6FCEEC98BC9F}" presName="rootText" presStyleLbl="node1" presStyleIdx="57" presStyleCnt="68">
        <dgm:presLayoutVars>
          <dgm:chMax/>
          <dgm:chPref val="3"/>
        </dgm:presLayoutVars>
      </dgm:prSet>
      <dgm:spPr/>
      <dgm:t>
        <a:bodyPr/>
        <a:lstStyle/>
        <a:p>
          <a:endParaRPr lang="en-US"/>
        </a:p>
      </dgm:t>
    </dgm:pt>
    <dgm:pt modelId="{5D9A1151-73EE-4F9F-A263-9A3F48DC23CE}" type="pres">
      <dgm:prSet presAssocID="{53ED2B8A-EE1F-4E33-86BB-6FCEEC98BC9F}" presName="titleText2" presStyleLbl="fgAcc1" presStyleIdx="57" presStyleCnt="68">
        <dgm:presLayoutVars>
          <dgm:chMax val="0"/>
          <dgm:chPref val="0"/>
        </dgm:presLayoutVars>
      </dgm:prSet>
      <dgm:spPr/>
      <dgm:t>
        <a:bodyPr/>
        <a:lstStyle/>
        <a:p>
          <a:endParaRPr lang="en-US"/>
        </a:p>
      </dgm:t>
    </dgm:pt>
    <dgm:pt modelId="{43687206-1176-43C1-9188-14B1AA0D33D8}" type="pres">
      <dgm:prSet presAssocID="{53ED2B8A-EE1F-4E33-86BB-6FCEEC98BC9F}" presName="rootConnector" presStyleLbl="node4" presStyleIdx="0" presStyleCnt="0"/>
      <dgm:spPr/>
      <dgm:t>
        <a:bodyPr/>
        <a:lstStyle/>
        <a:p>
          <a:endParaRPr lang="en-US"/>
        </a:p>
      </dgm:t>
    </dgm:pt>
    <dgm:pt modelId="{3BDCD6F1-AAE1-4016-AAFB-382829DAE9ED}" type="pres">
      <dgm:prSet presAssocID="{53ED2B8A-EE1F-4E33-86BB-6FCEEC98BC9F}" presName="hierChild4" presStyleCnt="0"/>
      <dgm:spPr/>
    </dgm:pt>
    <dgm:pt modelId="{4323E999-2DF6-40E5-8B67-A43ACED7A2A4}" type="pres">
      <dgm:prSet presAssocID="{2252F8DD-59F1-4B2B-9D96-7BBF64FF26DF}" presName="Name37" presStyleLbl="parChTrans1D4" presStyleIdx="46" presStyleCnt="56"/>
      <dgm:spPr/>
      <dgm:t>
        <a:bodyPr/>
        <a:lstStyle/>
        <a:p>
          <a:endParaRPr lang="en-SG"/>
        </a:p>
      </dgm:t>
    </dgm:pt>
    <dgm:pt modelId="{62FC1E23-5EF9-4C8F-BAB7-4AC446502648}" type="pres">
      <dgm:prSet presAssocID="{BEA6C4A3-DB6F-4C7B-8331-6C661944C7E2}" presName="hierRoot2" presStyleCnt="0">
        <dgm:presLayoutVars>
          <dgm:hierBranch val="init"/>
        </dgm:presLayoutVars>
      </dgm:prSet>
      <dgm:spPr/>
    </dgm:pt>
    <dgm:pt modelId="{4F8BFCBE-9949-4CCA-8249-7D7EF7E1F4D6}" type="pres">
      <dgm:prSet presAssocID="{BEA6C4A3-DB6F-4C7B-8331-6C661944C7E2}" presName="rootComposite" presStyleCnt="0"/>
      <dgm:spPr/>
    </dgm:pt>
    <dgm:pt modelId="{FCF1B085-C181-4525-9760-E123CD035305}" type="pres">
      <dgm:prSet presAssocID="{BEA6C4A3-DB6F-4C7B-8331-6C661944C7E2}" presName="rootText" presStyleLbl="node1" presStyleIdx="58" presStyleCnt="68" custLinFactNeighborX="48069" custLinFactNeighborY="4279">
        <dgm:presLayoutVars>
          <dgm:chMax/>
          <dgm:chPref val="3"/>
        </dgm:presLayoutVars>
      </dgm:prSet>
      <dgm:spPr/>
      <dgm:t>
        <a:bodyPr/>
        <a:lstStyle/>
        <a:p>
          <a:endParaRPr lang="en-SG"/>
        </a:p>
      </dgm:t>
    </dgm:pt>
    <dgm:pt modelId="{C0079022-C123-40F0-99A9-D62A3FF086B8}" type="pres">
      <dgm:prSet presAssocID="{BEA6C4A3-DB6F-4C7B-8331-6C661944C7E2}" presName="titleText2" presStyleLbl="fgAcc1" presStyleIdx="58" presStyleCnt="68" custLinFactNeighborX="53405" custLinFactNeighborY="12836">
        <dgm:presLayoutVars>
          <dgm:chMax val="0"/>
          <dgm:chPref val="0"/>
        </dgm:presLayoutVars>
      </dgm:prSet>
      <dgm:spPr/>
      <dgm:t>
        <a:bodyPr/>
        <a:lstStyle/>
        <a:p>
          <a:endParaRPr lang="en-SG"/>
        </a:p>
      </dgm:t>
    </dgm:pt>
    <dgm:pt modelId="{ACCFD2F4-3259-49DD-896E-F27E6E2D485B}" type="pres">
      <dgm:prSet presAssocID="{BEA6C4A3-DB6F-4C7B-8331-6C661944C7E2}" presName="rootConnector" presStyleLbl="node4" presStyleIdx="0" presStyleCnt="0"/>
      <dgm:spPr/>
      <dgm:t>
        <a:bodyPr/>
        <a:lstStyle/>
        <a:p>
          <a:endParaRPr lang="en-SG"/>
        </a:p>
      </dgm:t>
    </dgm:pt>
    <dgm:pt modelId="{97DF6665-DFF0-4E1F-AD4A-820E76E49677}" type="pres">
      <dgm:prSet presAssocID="{BEA6C4A3-DB6F-4C7B-8331-6C661944C7E2}" presName="hierChild4" presStyleCnt="0"/>
      <dgm:spPr/>
    </dgm:pt>
    <dgm:pt modelId="{6B1A3D3B-91FE-4F6D-9A94-C4F0E64727EF}" type="pres">
      <dgm:prSet presAssocID="{0A2D4B76-85C0-4E72-BB1B-DAEF50170900}" presName="Name37" presStyleLbl="parChTrans1D4" presStyleIdx="47" presStyleCnt="56"/>
      <dgm:spPr/>
      <dgm:t>
        <a:bodyPr/>
        <a:lstStyle/>
        <a:p>
          <a:endParaRPr lang="en-US"/>
        </a:p>
      </dgm:t>
    </dgm:pt>
    <dgm:pt modelId="{9DB02618-7746-4344-A6C8-5D5DBCFF9BF5}" type="pres">
      <dgm:prSet presAssocID="{819F5FA5-AE58-41D2-82ED-8090A47CBED9}" presName="hierRoot2" presStyleCnt="0">
        <dgm:presLayoutVars>
          <dgm:hierBranch val="init"/>
        </dgm:presLayoutVars>
      </dgm:prSet>
      <dgm:spPr/>
    </dgm:pt>
    <dgm:pt modelId="{AB4AA72F-C43C-4FCF-B596-AB3A64A87BF2}" type="pres">
      <dgm:prSet presAssocID="{819F5FA5-AE58-41D2-82ED-8090A47CBED9}" presName="rootComposite" presStyleCnt="0"/>
      <dgm:spPr/>
    </dgm:pt>
    <dgm:pt modelId="{3E29D6B2-3A71-4798-9AB1-B1F867D9E1F1}" type="pres">
      <dgm:prSet presAssocID="{819F5FA5-AE58-41D2-82ED-8090A47CBED9}" presName="rootText" presStyleLbl="node1" presStyleIdx="59" presStyleCnt="68" custLinFactNeighborX="33539" custLinFactNeighborY="-4983">
        <dgm:presLayoutVars>
          <dgm:chMax/>
          <dgm:chPref val="3"/>
        </dgm:presLayoutVars>
      </dgm:prSet>
      <dgm:spPr/>
      <dgm:t>
        <a:bodyPr/>
        <a:lstStyle/>
        <a:p>
          <a:endParaRPr lang="en-US"/>
        </a:p>
      </dgm:t>
    </dgm:pt>
    <dgm:pt modelId="{C99B34F6-8DFE-4C7D-83F2-440096951D0B}" type="pres">
      <dgm:prSet presAssocID="{819F5FA5-AE58-41D2-82ED-8090A47CBED9}" presName="titleText2" presStyleLbl="fgAcc1" presStyleIdx="59" presStyleCnt="68" custLinFactNeighborX="48732" custLinFactNeighborY="-14949">
        <dgm:presLayoutVars>
          <dgm:chMax val="0"/>
          <dgm:chPref val="0"/>
        </dgm:presLayoutVars>
      </dgm:prSet>
      <dgm:spPr/>
      <dgm:t>
        <a:bodyPr/>
        <a:lstStyle/>
        <a:p>
          <a:endParaRPr lang="en-US"/>
        </a:p>
      </dgm:t>
    </dgm:pt>
    <dgm:pt modelId="{F249EDC3-8E46-4EC9-B2C3-97BEB241133D}" type="pres">
      <dgm:prSet presAssocID="{819F5FA5-AE58-41D2-82ED-8090A47CBED9}" presName="rootConnector" presStyleLbl="node4" presStyleIdx="0" presStyleCnt="0"/>
      <dgm:spPr/>
      <dgm:t>
        <a:bodyPr/>
        <a:lstStyle/>
        <a:p>
          <a:endParaRPr lang="en-US"/>
        </a:p>
      </dgm:t>
    </dgm:pt>
    <dgm:pt modelId="{5E796C27-0E5C-4E83-8AA3-10050316618E}" type="pres">
      <dgm:prSet presAssocID="{819F5FA5-AE58-41D2-82ED-8090A47CBED9}" presName="hierChild4" presStyleCnt="0"/>
      <dgm:spPr/>
    </dgm:pt>
    <dgm:pt modelId="{1BB0F72B-5C4B-4B01-BE8A-82383C55EA35}" type="pres">
      <dgm:prSet presAssocID="{8C0CCAF1-BB5A-45B4-8F4C-C2BC1ECA6016}" presName="Name37" presStyleLbl="parChTrans1D4" presStyleIdx="48" presStyleCnt="56"/>
      <dgm:spPr/>
      <dgm:t>
        <a:bodyPr/>
        <a:lstStyle/>
        <a:p>
          <a:endParaRPr lang="en-US"/>
        </a:p>
      </dgm:t>
    </dgm:pt>
    <dgm:pt modelId="{DDF9179D-B1CB-4F16-99B1-2D324A8E22C9}" type="pres">
      <dgm:prSet presAssocID="{63BD28F4-837F-4DCF-8D87-D602F29121B0}" presName="hierRoot2" presStyleCnt="0">
        <dgm:presLayoutVars>
          <dgm:hierBranch val="init"/>
        </dgm:presLayoutVars>
      </dgm:prSet>
      <dgm:spPr/>
    </dgm:pt>
    <dgm:pt modelId="{69C0FC34-29D5-46EB-8B9E-0C476C752A32}" type="pres">
      <dgm:prSet presAssocID="{63BD28F4-837F-4DCF-8D87-D602F29121B0}" presName="rootComposite" presStyleCnt="0"/>
      <dgm:spPr/>
    </dgm:pt>
    <dgm:pt modelId="{81D7F4A2-D5ED-4BCE-8BFC-6F0E5B15FDA9}" type="pres">
      <dgm:prSet presAssocID="{63BD28F4-837F-4DCF-8D87-D602F29121B0}" presName="rootText" presStyleLbl="node1" presStyleIdx="60" presStyleCnt="68" custLinFactNeighborX="24509" custLinFactNeighborY="-14949">
        <dgm:presLayoutVars>
          <dgm:chMax/>
          <dgm:chPref val="3"/>
        </dgm:presLayoutVars>
      </dgm:prSet>
      <dgm:spPr/>
      <dgm:t>
        <a:bodyPr/>
        <a:lstStyle/>
        <a:p>
          <a:endParaRPr lang="en-US"/>
        </a:p>
      </dgm:t>
    </dgm:pt>
    <dgm:pt modelId="{DAEC0570-0C88-4988-A273-F2BA53B8370E}" type="pres">
      <dgm:prSet presAssocID="{63BD28F4-837F-4DCF-8D87-D602F29121B0}" presName="titleText2" presStyleLbl="fgAcc1" presStyleIdx="60" presStyleCnt="68" custLinFactNeighborX="24366">
        <dgm:presLayoutVars>
          <dgm:chMax val="0"/>
          <dgm:chPref val="0"/>
        </dgm:presLayoutVars>
      </dgm:prSet>
      <dgm:spPr/>
      <dgm:t>
        <a:bodyPr/>
        <a:lstStyle/>
        <a:p>
          <a:endParaRPr lang="en-US"/>
        </a:p>
      </dgm:t>
    </dgm:pt>
    <dgm:pt modelId="{11204B5A-862A-47A7-B92C-69C4EBF8520E}" type="pres">
      <dgm:prSet presAssocID="{63BD28F4-837F-4DCF-8D87-D602F29121B0}" presName="rootConnector" presStyleLbl="node4" presStyleIdx="0" presStyleCnt="0"/>
      <dgm:spPr/>
      <dgm:t>
        <a:bodyPr/>
        <a:lstStyle/>
        <a:p>
          <a:endParaRPr lang="en-US"/>
        </a:p>
      </dgm:t>
    </dgm:pt>
    <dgm:pt modelId="{1C3BA236-B8A1-4AF9-A0F5-A0D0BB7656C6}" type="pres">
      <dgm:prSet presAssocID="{63BD28F4-837F-4DCF-8D87-D602F29121B0}" presName="hierChild4" presStyleCnt="0"/>
      <dgm:spPr/>
    </dgm:pt>
    <dgm:pt modelId="{CEB73F81-B6C5-4F7E-A0F5-F555878E17F8}" type="pres">
      <dgm:prSet presAssocID="{63BD28F4-837F-4DCF-8D87-D602F29121B0}" presName="hierChild5" presStyleCnt="0"/>
      <dgm:spPr/>
    </dgm:pt>
    <dgm:pt modelId="{40A27227-DD0D-4A66-B1A8-2433965DD391}" type="pres">
      <dgm:prSet presAssocID="{819F5FA5-AE58-41D2-82ED-8090A47CBED9}" presName="hierChild5" presStyleCnt="0"/>
      <dgm:spPr/>
    </dgm:pt>
    <dgm:pt modelId="{72F56931-B30E-4A9A-A4F4-776B37C8332B}" type="pres">
      <dgm:prSet presAssocID="{BEA6C4A3-DB6F-4C7B-8331-6C661944C7E2}" presName="hierChild5" presStyleCnt="0"/>
      <dgm:spPr/>
    </dgm:pt>
    <dgm:pt modelId="{FEA3D869-48D2-41E7-AAA9-013BFD734BD1}" type="pres">
      <dgm:prSet presAssocID="{00FF40FE-10D3-4364-BD64-776E551BF081}" presName="Name37" presStyleLbl="parChTrans1D4" presStyleIdx="49" presStyleCnt="56"/>
      <dgm:spPr/>
      <dgm:t>
        <a:bodyPr/>
        <a:lstStyle/>
        <a:p>
          <a:endParaRPr lang="en-US"/>
        </a:p>
      </dgm:t>
    </dgm:pt>
    <dgm:pt modelId="{322E5ACB-556F-4AA3-A0F0-7FA65434F958}" type="pres">
      <dgm:prSet presAssocID="{8DC5FB62-E338-45F3-9FDE-B1442579966C}" presName="hierRoot2" presStyleCnt="0">
        <dgm:presLayoutVars>
          <dgm:hierBranch val="init"/>
        </dgm:presLayoutVars>
      </dgm:prSet>
      <dgm:spPr/>
    </dgm:pt>
    <dgm:pt modelId="{774DDD19-869F-4EE7-AD8D-1C3D9BDA7061}" type="pres">
      <dgm:prSet presAssocID="{8DC5FB62-E338-45F3-9FDE-B1442579966C}" presName="rootComposite" presStyleCnt="0"/>
      <dgm:spPr/>
    </dgm:pt>
    <dgm:pt modelId="{6B9A51EE-F9BB-42FF-AB98-A54F7BBAB753}" type="pres">
      <dgm:prSet presAssocID="{8DC5FB62-E338-45F3-9FDE-B1442579966C}" presName="rootText" presStyleLbl="node1" presStyleIdx="61" presStyleCnt="68" custLinFactNeighborX="43660" custLinFactNeighborY="4279">
        <dgm:presLayoutVars>
          <dgm:chMax/>
          <dgm:chPref val="3"/>
        </dgm:presLayoutVars>
      </dgm:prSet>
      <dgm:spPr/>
      <dgm:t>
        <a:bodyPr/>
        <a:lstStyle/>
        <a:p>
          <a:endParaRPr lang="en-US"/>
        </a:p>
      </dgm:t>
    </dgm:pt>
    <dgm:pt modelId="{88AE2D57-0331-4F8F-B478-0DED7F751DCD}" type="pres">
      <dgm:prSet presAssocID="{8DC5FB62-E338-45F3-9FDE-B1442579966C}" presName="titleText2" presStyleLbl="fgAcc1" presStyleIdx="61" presStyleCnt="68" custLinFactNeighborX="48862" custLinFactNeighborY="11582">
        <dgm:presLayoutVars>
          <dgm:chMax val="0"/>
          <dgm:chPref val="0"/>
        </dgm:presLayoutVars>
      </dgm:prSet>
      <dgm:spPr/>
      <dgm:t>
        <a:bodyPr/>
        <a:lstStyle/>
        <a:p>
          <a:endParaRPr lang="en-US"/>
        </a:p>
      </dgm:t>
    </dgm:pt>
    <dgm:pt modelId="{5EC5D802-8A35-4299-AD75-D7F52DD0D689}" type="pres">
      <dgm:prSet presAssocID="{8DC5FB62-E338-45F3-9FDE-B1442579966C}" presName="rootConnector" presStyleLbl="node4" presStyleIdx="0" presStyleCnt="0"/>
      <dgm:spPr/>
      <dgm:t>
        <a:bodyPr/>
        <a:lstStyle/>
        <a:p>
          <a:endParaRPr lang="en-US"/>
        </a:p>
      </dgm:t>
    </dgm:pt>
    <dgm:pt modelId="{48F6FC45-DE65-4023-806F-EDC43C979229}" type="pres">
      <dgm:prSet presAssocID="{8DC5FB62-E338-45F3-9FDE-B1442579966C}" presName="hierChild4" presStyleCnt="0"/>
      <dgm:spPr/>
    </dgm:pt>
    <dgm:pt modelId="{CD6BCD19-53E4-43C2-AF17-BFF15E0AB73D}" type="pres">
      <dgm:prSet presAssocID="{EDDEBCC9-C43D-4C54-BD64-AF774712B604}" presName="Name37" presStyleLbl="parChTrans1D4" presStyleIdx="50" presStyleCnt="56"/>
      <dgm:spPr/>
      <dgm:t>
        <a:bodyPr/>
        <a:lstStyle/>
        <a:p>
          <a:endParaRPr lang="en-SG"/>
        </a:p>
      </dgm:t>
    </dgm:pt>
    <dgm:pt modelId="{05DAA59E-EC84-4A35-8E5C-E39D18088A8A}" type="pres">
      <dgm:prSet presAssocID="{54345E7E-C449-4D77-A061-AB8470AD58E6}" presName="hierRoot2" presStyleCnt="0">
        <dgm:presLayoutVars>
          <dgm:hierBranch val="init"/>
        </dgm:presLayoutVars>
      </dgm:prSet>
      <dgm:spPr/>
    </dgm:pt>
    <dgm:pt modelId="{9B283AD0-74FC-47B8-A2C2-5B20BED71C3C}" type="pres">
      <dgm:prSet presAssocID="{54345E7E-C449-4D77-A061-AB8470AD58E6}" presName="rootComposite" presStyleCnt="0"/>
      <dgm:spPr/>
    </dgm:pt>
    <dgm:pt modelId="{D6791594-E9D3-4D8C-9F5C-10ABFF4879D5}" type="pres">
      <dgm:prSet presAssocID="{54345E7E-C449-4D77-A061-AB8470AD58E6}" presName="rootText" presStyleLbl="node1" presStyleIdx="62" presStyleCnt="68" custLinFactNeighborX="48069" custLinFactNeighborY="4279">
        <dgm:presLayoutVars>
          <dgm:chMax/>
          <dgm:chPref val="3"/>
        </dgm:presLayoutVars>
      </dgm:prSet>
      <dgm:spPr/>
      <dgm:t>
        <a:bodyPr/>
        <a:lstStyle/>
        <a:p>
          <a:endParaRPr lang="en-SG"/>
        </a:p>
      </dgm:t>
    </dgm:pt>
    <dgm:pt modelId="{5AC4D3E3-B039-430D-9B45-790EDB3B3FF6}" type="pres">
      <dgm:prSet presAssocID="{54345E7E-C449-4D77-A061-AB8470AD58E6}" presName="titleText2" presStyleLbl="fgAcc1" presStyleIdx="62" presStyleCnt="68" custScaleY="77639" custLinFactNeighborX="53405" custLinFactNeighborY="12836">
        <dgm:presLayoutVars>
          <dgm:chMax val="0"/>
          <dgm:chPref val="0"/>
        </dgm:presLayoutVars>
      </dgm:prSet>
      <dgm:spPr/>
      <dgm:t>
        <a:bodyPr/>
        <a:lstStyle/>
        <a:p>
          <a:endParaRPr lang="en-SG"/>
        </a:p>
      </dgm:t>
    </dgm:pt>
    <dgm:pt modelId="{00090258-C9B4-4B45-A7D5-F64014D7F306}" type="pres">
      <dgm:prSet presAssocID="{54345E7E-C449-4D77-A061-AB8470AD58E6}" presName="rootConnector" presStyleLbl="node4" presStyleIdx="0" presStyleCnt="0"/>
      <dgm:spPr/>
      <dgm:t>
        <a:bodyPr/>
        <a:lstStyle/>
        <a:p>
          <a:endParaRPr lang="en-SG"/>
        </a:p>
      </dgm:t>
    </dgm:pt>
    <dgm:pt modelId="{53637ED7-03EE-469E-9F38-54A99836AE0C}" type="pres">
      <dgm:prSet presAssocID="{54345E7E-C449-4D77-A061-AB8470AD58E6}" presName="hierChild4" presStyleCnt="0"/>
      <dgm:spPr/>
    </dgm:pt>
    <dgm:pt modelId="{63445290-5252-4075-854E-F44AC382318D}" type="pres">
      <dgm:prSet presAssocID="{438890CF-090E-431A-9300-C99AFB5C028D}" presName="Name37" presStyleLbl="parChTrans1D4" presStyleIdx="51" presStyleCnt="56"/>
      <dgm:spPr/>
      <dgm:t>
        <a:bodyPr/>
        <a:lstStyle/>
        <a:p>
          <a:endParaRPr lang="en-SG"/>
        </a:p>
      </dgm:t>
    </dgm:pt>
    <dgm:pt modelId="{77913FF2-31F9-44AC-B427-9CBC8137FA55}" type="pres">
      <dgm:prSet presAssocID="{4821E27E-4AAA-487C-99EE-01162829B3B8}" presName="hierRoot2" presStyleCnt="0">
        <dgm:presLayoutVars>
          <dgm:hierBranch val="init"/>
        </dgm:presLayoutVars>
      </dgm:prSet>
      <dgm:spPr/>
    </dgm:pt>
    <dgm:pt modelId="{E63D5D8A-9DDC-4D1E-AE77-27DF9FB5565F}" type="pres">
      <dgm:prSet presAssocID="{4821E27E-4AAA-487C-99EE-01162829B3B8}" presName="rootComposite" presStyleCnt="0"/>
      <dgm:spPr/>
    </dgm:pt>
    <dgm:pt modelId="{BB038CB2-B28C-4AAF-818A-1DFEAEF1B8F8}" type="pres">
      <dgm:prSet presAssocID="{4821E27E-4AAA-487C-99EE-01162829B3B8}" presName="rootText" presStyleLbl="node1" presStyleIdx="63" presStyleCnt="68" custLinFactNeighborX="35393" custLinFactNeighborY="4279">
        <dgm:presLayoutVars>
          <dgm:chMax/>
          <dgm:chPref val="3"/>
        </dgm:presLayoutVars>
      </dgm:prSet>
      <dgm:spPr/>
      <dgm:t>
        <a:bodyPr/>
        <a:lstStyle/>
        <a:p>
          <a:endParaRPr lang="en-SG"/>
        </a:p>
      </dgm:t>
    </dgm:pt>
    <dgm:pt modelId="{11D6BA7B-C233-490D-9D16-C9AAAD4F3BE6}" type="pres">
      <dgm:prSet presAssocID="{4821E27E-4AAA-487C-99EE-01162829B3B8}" presName="titleText2" presStyleLbl="fgAcc1" presStyleIdx="63" presStyleCnt="68" custScaleX="83399" custScaleY="142007" custLinFactNeighborX="39321" custLinFactNeighborY="12836">
        <dgm:presLayoutVars>
          <dgm:chMax val="0"/>
          <dgm:chPref val="0"/>
        </dgm:presLayoutVars>
      </dgm:prSet>
      <dgm:spPr/>
      <dgm:t>
        <a:bodyPr/>
        <a:lstStyle/>
        <a:p>
          <a:endParaRPr lang="en-SG"/>
        </a:p>
      </dgm:t>
    </dgm:pt>
    <dgm:pt modelId="{F1C9FFDD-04E0-4851-BE0E-72776D3A4C5C}" type="pres">
      <dgm:prSet presAssocID="{4821E27E-4AAA-487C-99EE-01162829B3B8}" presName="rootConnector" presStyleLbl="node4" presStyleIdx="0" presStyleCnt="0"/>
      <dgm:spPr/>
      <dgm:t>
        <a:bodyPr/>
        <a:lstStyle/>
        <a:p>
          <a:endParaRPr lang="en-SG"/>
        </a:p>
      </dgm:t>
    </dgm:pt>
    <dgm:pt modelId="{75AB8FB0-6566-42C9-A544-D0C7A857635F}" type="pres">
      <dgm:prSet presAssocID="{4821E27E-4AAA-487C-99EE-01162829B3B8}" presName="hierChild4" presStyleCnt="0"/>
      <dgm:spPr/>
    </dgm:pt>
    <dgm:pt modelId="{4E05EE92-DFD8-4292-BC54-C640C6DDC60C}" type="pres">
      <dgm:prSet presAssocID="{4821E27E-4AAA-487C-99EE-01162829B3B8}" presName="hierChild5" presStyleCnt="0"/>
      <dgm:spPr/>
    </dgm:pt>
    <dgm:pt modelId="{26AD5A8D-DB5E-40C5-8962-40E367F6C106}" type="pres">
      <dgm:prSet presAssocID="{B2B61145-C7AD-45A8-8685-BD06AE583208}" presName="Name37" presStyleLbl="parChTrans1D4" presStyleIdx="52" presStyleCnt="56"/>
      <dgm:spPr/>
      <dgm:t>
        <a:bodyPr/>
        <a:lstStyle/>
        <a:p>
          <a:endParaRPr lang="en-US"/>
        </a:p>
      </dgm:t>
    </dgm:pt>
    <dgm:pt modelId="{C7D61F4C-88D6-4DDA-A548-74CB611BF28F}" type="pres">
      <dgm:prSet presAssocID="{1042D332-4005-42D9-AA1F-B3D0CF0AB5DF}" presName="hierRoot2" presStyleCnt="0">
        <dgm:presLayoutVars>
          <dgm:hierBranch val="init"/>
        </dgm:presLayoutVars>
      </dgm:prSet>
      <dgm:spPr/>
    </dgm:pt>
    <dgm:pt modelId="{05C1E6F0-90AE-448A-9F56-7930E7EBF806}" type="pres">
      <dgm:prSet presAssocID="{1042D332-4005-42D9-AA1F-B3D0CF0AB5DF}" presName="rootComposite" presStyleCnt="0"/>
      <dgm:spPr/>
    </dgm:pt>
    <dgm:pt modelId="{77B47E30-D81E-4F17-9407-57378D73A330}" type="pres">
      <dgm:prSet presAssocID="{1042D332-4005-42D9-AA1F-B3D0CF0AB5DF}" presName="rootText" presStyleLbl="node1" presStyleIdx="64" presStyleCnt="68" custLinFactNeighborX="28939" custLinFactNeighborY="-2329">
        <dgm:presLayoutVars>
          <dgm:chMax/>
          <dgm:chPref val="3"/>
        </dgm:presLayoutVars>
      </dgm:prSet>
      <dgm:spPr/>
      <dgm:t>
        <a:bodyPr/>
        <a:lstStyle/>
        <a:p>
          <a:endParaRPr lang="en-US"/>
        </a:p>
      </dgm:t>
    </dgm:pt>
    <dgm:pt modelId="{119CAEC3-8FA5-40A0-BFD8-B2945A59A516}" type="pres">
      <dgm:prSet presAssocID="{1042D332-4005-42D9-AA1F-B3D0CF0AB5DF}" presName="titleText2" presStyleLbl="fgAcc1" presStyleIdx="64" presStyleCnt="68" custLinFactNeighborX="25455" custLinFactNeighborY="-13973">
        <dgm:presLayoutVars>
          <dgm:chMax val="0"/>
          <dgm:chPref val="0"/>
        </dgm:presLayoutVars>
      </dgm:prSet>
      <dgm:spPr/>
      <dgm:t>
        <a:bodyPr/>
        <a:lstStyle/>
        <a:p>
          <a:endParaRPr lang="en-US"/>
        </a:p>
      </dgm:t>
    </dgm:pt>
    <dgm:pt modelId="{D002D937-50A7-4CEE-B531-9528B40E206C}" type="pres">
      <dgm:prSet presAssocID="{1042D332-4005-42D9-AA1F-B3D0CF0AB5DF}" presName="rootConnector" presStyleLbl="node4" presStyleIdx="0" presStyleCnt="0"/>
      <dgm:spPr/>
      <dgm:t>
        <a:bodyPr/>
        <a:lstStyle/>
        <a:p>
          <a:endParaRPr lang="en-US"/>
        </a:p>
      </dgm:t>
    </dgm:pt>
    <dgm:pt modelId="{608C5B9B-E35A-4BF2-8E63-0E850B1D6567}" type="pres">
      <dgm:prSet presAssocID="{1042D332-4005-42D9-AA1F-B3D0CF0AB5DF}" presName="hierChild4" presStyleCnt="0"/>
      <dgm:spPr/>
    </dgm:pt>
    <dgm:pt modelId="{B29E9937-2DD0-4EDE-BECA-ECB48A7E5654}" type="pres">
      <dgm:prSet presAssocID="{B6D9C901-4FD9-49B3-9166-1BC5D0C7EF39}" presName="Name37" presStyleLbl="parChTrans1D4" presStyleIdx="53" presStyleCnt="56"/>
      <dgm:spPr/>
      <dgm:t>
        <a:bodyPr/>
        <a:lstStyle/>
        <a:p>
          <a:endParaRPr lang="en-US"/>
        </a:p>
      </dgm:t>
    </dgm:pt>
    <dgm:pt modelId="{BB61CAE6-3A54-400A-B44D-15C438D0E6CF}" type="pres">
      <dgm:prSet presAssocID="{A79BA5AB-C54F-4829-8984-9684556F7908}" presName="hierRoot2" presStyleCnt="0">
        <dgm:presLayoutVars>
          <dgm:hierBranch val="init"/>
        </dgm:presLayoutVars>
      </dgm:prSet>
      <dgm:spPr/>
    </dgm:pt>
    <dgm:pt modelId="{479D2B92-C1E1-4BC6-80DC-AF54DE9276E0}" type="pres">
      <dgm:prSet presAssocID="{A79BA5AB-C54F-4829-8984-9684556F7908}" presName="rootComposite" presStyleCnt="0"/>
      <dgm:spPr/>
    </dgm:pt>
    <dgm:pt modelId="{63218DCF-E1FE-4FA4-933C-F1A6BF147BD3}" type="pres">
      <dgm:prSet presAssocID="{A79BA5AB-C54F-4829-8984-9684556F7908}" presName="rootText" presStyleLbl="node1" presStyleIdx="65" presStyleCnt="68" custLinFactNeighborX="48069" custLinFactNeighborY="4279">
        <dgm:presLayoutVars>
          <dgm:chMax/>
          <dgm:chPref val="3"/>
        </dgm:presLayoutVars>
      </dgm:prSet>
      <dgm:spPr/>
      <dgm:t>
        <a:bodyPr/>
        <a:lstStyle/>
        <a:p>
          <a:endParaRPr lang="en-US"/>
        </a:p>
      </dgm:t>
    </dgm:pt>
    <dgm:pt modelId="{4A8633E6-1D81-48D2-80B1-16DAB5A9E49A}" type="pres">
      <dgm:prSet presAssocID="{A79BA5AB-C54F-4829-8984-9684556F7908}" presName="titleText2" presStyleLbl="fgAcc1" presStyleIdx="65" presStyleCnt="68" custLinFactNeighborX="42006" custLinFactNeighborY="-9956">
        <dgm:presLayoutVars>
          <dgm:chMax val="0"/>
          <dgm:chPref val="0"/>
        </dgm:presLayoutVars>
      </dgm:prSet>
      <dgm:spPr/>
      <dgm:t>
        <a:bodyPr/>
        <a:lstStyle/>
        <a:p>
          <a:endParaRPr lang="en-US"/>
        </a:p>
      </dgm:t>
    </dgm:pt>
    <dgm:pt modelId="{76498E60-0252-4054-9BC9-D2FF1EE6B173}" type="pres">
      <dgm:prSet presAssocID="{A79BA5AB-C54F-4829-8984-9684556F7908}" presName="rootConnector" presStyleLbl="node4" presStyleIdx="0" presStyleCnt="0"/>
      <dgm:spPr/>
      <dgm:t>
        <a:bodyPr/>
        <a:lstStyle/>
        <a:p>
          <a:endParaRPr lang="en-US"/>
        </a:p>
      </dgm:t>
    </dgm:pt>
    <dgm:pt modelId="{C7455DC9-A631-41A4-A69B-13228EA24B01}" type="pres">
      <dgm:prSet presAssocID="{A79BA5AB-C54F-4829-8984-9684556F7908}" presName="hierChild4" presStyleCnt="0"/>
      <dgm:spPr/>
    </dgm:pt>
    <dgm:pt modelId="{0960281E-5743-404C-81ED-96DF5A3BF46D}" type="pres">
      <dgm:prSet presAssocID="{A79BA5AB-C54F-4829-8984-9684556F7908}" presName="hierChild5" presStyleCnt="0"/>
      <dgm:spPr/>
    </dgm:pt>
    <dgm:pt modelId="{88D9DEAC-5B4E-4108-B952-3D7ACEA311E6}" type="pres">
      <dgm:prSet presAssocID="{46980691-2E8A-4155-BACC-5F1C95DC8564}" presName="Name37" presStyleLbl="parChTrans1D4" presStyleIdx="54" presStyleCnt="56"/>
      <dgm:spPr/>
      <dgm:t>
        <a:bodyPr/>
        <a:lstStyle/>
        <a:p>
          <a:endParaRPr lang="en-US"/>
        </a:p>
      </dgm:t>
    </dgm:pt>
    <dgm:pt modelId="{0950F0E1-BB74-41B6-8C90-95B7BFB659A6}" type="pres">
      <dgm:prSet presAssocID="{6A6D91A0-6DAC-4A2B-910E-C587190BD919}" presName="hierRoot2" presStyleCnt="0">
        <dgm:presLayoutVars>
          <dgm:hierBranch val="init"/>
        </dgm:presLayoutVars>
      </dgm:prSet>
      <dgm:spPr/>
    </dgm:pt>
    <dgm:pt modelId="{43D266A5-F2CB-487A-8FE4-102631E089B4}" type="pres">
      <dgm:prSet presAssocID="{6A6D91A0-6DAC-4A2B-910E-C587190BD919}" presName="rootComposite" presStyleCnt="0"/>
      <dgm:spPr/>
    </dgm:pt>
    <dgm:pt modelId="{0BF48751-B5F9-4CCB-8617-942B5CC0DEFA}" type="pres">
      <dgm:prSet presAssocID="{6A6D91A0-6DAC-4A2B-910E-C587190BD919}" presName="rootText" presStyleLbl="node1" presStyleIdx="66" presStyleCnt="68" custLinFactNeighborX="22339" custLinFactNeighborY="6638">
        <dgm:presLayoutVars>
          <dgm:chMax/>
          <dgm:chPref val="3"/>
        </dgm:presLayoutVars>
      </dgm:prSet>
      <dgm:spPr/>
      <dgm:t>
        <a:bodyPr/>
        <a:lstStyle/>
        <a:p>
          <a:endParaRPr lang="en-US"/>
        </a:p>
      </dgm:t>
    </dgm:pt>
    <dgm:pt modelId="{CEF5608A-08FB-498E-8835-798931F399DC}" type="pres">
      <dgm:prSet presAssocID="{6A6D91A0-6DAC-4A2B-910E-C587190BD919}" presName="titleText2" presStyleLbl="fgAcc1" presStyleIdx="66" presStyleCnt="68" custLinFactNeighborX="20048" custLinFactNeighborY="4979">
        <dgm:presLayoutVars>
          <dgm:chMax val="0"/>
          <dgm:chPref val="0"/>
        </dgm:presLayoutVars>
      </dgm:prSet>
      <dgm:spPr/>
      <dgm:t>
        <a:bodyPr/>
        <a:lstStyle/>
        <a:p>
          <a:endParaRPr lang="en-US"/>
        </a:p>
      </dgm:t>
    </dgm:pt>
    <dgm:pt modelId="{9D98B848-EE98-4A76-A615-DF475C8EACA8}" type="pres">
      <dgm:prSet presAssocID="{6A6D91A0-6DAC-4A2B-910E-C587190BD919}" presName="rootConnector" presStyleLbl="node4" presStyleIdx="0" presStyleCnt="0"/>
      <dgm:spPr/>
      <dgm:t>
        <a:bodyPr/>
        <a:lstStyle/>
        <a:p>
          <a:endParaRPr lang="en-US"/>
        </a:p>
      </dgm:t>
    </dgm:pt>
    <dgm:pt modelId="{F835CBD3-3049-444C-B172-BFDED433F94D}" type="pres">
      <dgm:prSet presAssocID="{6A6D91A0-6DAC-4A2B-910E-C587190BD919}" presName="hierChild4" presStyleCnt="0"/>
      <dgm:spPr/>
    </dgm:pt>
    <dgm:pt modelId="{B638CB27-84C9-4D5B-BAB0-0935C2A7173D}" type="pres">
      <dgm:prSet presAssocID="{6A6D91A0-6DAC-4A2B-910E-C587190BD919}" presName="hierChild5" presStyleCnt="0"/>
      <dgm:spPr/>
    </dgm:pt>
    <dgm:pt modelId="{F895AC57-B57A-4877-85A3-3E566D0F459B}" type="pres">
      <dgm:prSet presAssocID="{1042D332-4005-42D9-AA1F-B3D0CF0AB5DF}" presName="hierChild5" presStyleCnt="0"/>
      <dgm:spPr/>
    </dgm:pt>
    <dgm:pt modelId="{5CBF0B90-0FCD-4255-B998-29D5097C6ED9}" type="pres">
      <dgm:prSet presAssocID="{FDA49442-82F6-4174-8EFD-FE2B3A95975E}" presName="Name37" presStyleLbl="parChTrans1D4" presStyleIdx="55" presStyleCnt="56"/>
      <dgm:spPr/>
      <dgm:t>
        <a:bodyPr/>
        <a:lstStyle/>
        <a:p>
          <a:endParaRPr lang="en-SG"/>
        </a:p>
      </dgm:t>
    </dgm:pt>
    <dgm:pt modelId="{F69F8D76-63CD-40AE-8F19-86E3C93D2270}" type="pres">
      <dgm:prSet presAssocID="{23A51483-6CEC-4CDC-A837-1096EFC3BC3B}" presName="hierRoot2" presStyleCnt="0">
        <dgm:presLayoutVars>
          <dgm:hierBranch val="init"/>
        </dgm:presLayoutVars>
      </dgm:prSet>
      <dgm:spPr/>
    </dgm:pt>
    <dgm:pt modelId="{882870AD-661E-4FF3-9625-36E26C3F11BC}" type="pres">
      <dgm:prSet presAssocID="{23A51483-6CEC-4CDC-A837-1096EFC3BC3B}" presName="rootComposite" presStyleCnt="0"/>
      <dgm:spPr/>
    </dgm:pt>
    <dgm:pt modelId="{42EAAC15-4E8C-446B-99F3-B39FF7E44024}" type="pres">
      <dgm:prSet presAssocID="{23A51483-6CEC-4CDC-A837-1096EFC3BC3B}" presName="rootText" presStyleLbl="node1" presStyleIdx="67" presStyleCnt="68" custLinFactNeighborX="20678" custLinFactNeighborY="2655">
        <dgm:presLayoutVars>
          <dgm:chMax/>
          <dgm:chPref val="3"/>
        </dgm:presLayoutVars>
      </dgm:prSet>
      <dgm:spPr/>
      <dgm:t>
        <a:bodyPr/>
        <a:lstStyle/>
        <a:p>
          <a:endParaRPr lang="en-SG"/>
        </a:p>
      </dgm:t>
    </dgm:pt>
    <dgm:pt modelId="{114A6F19-7DA2-4C3A-BF59-90B3C1F03F10}" type="pres">
      <dgm:prSet presAssocID="{23A51483-6CEC-4CDC-A837-1096EFC3BC3B}" presName="titleText2" presStyleLbl="fgAcc1" presStyleIdx="67" presStyleCnt="68" custScaleY="137857" custLinFactNeighborX="11864" custLinFactNeighborY="7964">
        <dgm:presLayoutVars>
          <dgm:chMax val="0"/>
          <dgm:chPref val="0"/>
        </dgm:presLayoutVars>
      </dgm:prSet>
      <dgm:spPr/>
      <dgm:t>
        <a:bodyPr/>
        <a:lstStyle/>
        <a:p>
          <a:endParaRPr lang="en-SG"/>
        </a:p>
      </dgm:t>
    </dgm:pt>
    <dgm:pt modelId="{4B94060C-5EA2-434C-A9F4-2351E689DA30}" type="pres">
      <dgm:prSet presAssocID="{23A51483-6CEC-4CDC-A837-1096EFC3BC3B}" presName="rootConnector" presStyleLbl="node4" presStyleIdx="0" presStyleCnt="0"/>
      <dgm:spPr/>
      <dgm:t>
        <a:bodyPr/>
        <a:lstStyle/>
        <a:p>
          <a:endParaRPr lang="en-SG"/>
        </a:p>
      </dgm:t>
    </dgm:pt>
    <dgm:pt modelId="{65D67C74-E364-4E9D-8F4E-08145CB4197E}" type="pres">
      <dgm:prSet presAssocID="{23A51483-6CEC-4CDC-A837-1096EFC3BC3B}" presName="hierChild4" presStyleCnt="0"/>
      <dgm:spPr/>
    </dgm:pt>
    <dgm:pt modelId="{FF05DF19-E529-4D7B-B043-829ACAD55C9A}" type="pres">
      <dgm:prSet presAssocID="{23A51483-6CEC-4CDC-A837-1096EFC3BC3B}" presName="hierChild5" presStyleCnt="0"/>
      <dgm:spPr/>
    </dgm:pt>
    <dgm:pt modelId="{B69D0A7D-D57F-4A9F-9707-DA441A99F643}" type="pres">
      <dgm:prSet presAssocID="{54345E7E-C449-4D77-A061-AB8470AD58E6}" presName="hierChild5" presStyleCnt="0"/>
      <dgm:spPr/>
    </dgm:pt>
    <dgm:pt modelId="{F9EF04C9-575B-4980-9069-9C13BD469153}" type="pres">
      <dgm:prSet presAssocID="{8DC5FB62-E338-45F3-9FDE-B1442579966C}" presName="hierChild5" presStyleCnt="0"/>
      <dgm:spPr/>
    </dgm:pt>
    <dgm:pt modelId="{3AE48756-D951-4CD6-9A0D-81B723E75C5E}" type="pres">
      <dgm:prSet presAssocID="{53ED2B8A-EE1F-4E33-86BB-6FCEEC98BC9F}" presName="hierChild5" presStyleCnt="0"/>
      <dgm:spPr/>
    </dgm:pt>
    <dgm:pt modelId="{AFD71BB5-E44A-4262-A7FC-C11DFD0C2B03}" type="pres">
      <dgm:prSet presAssocID="{B7416A3D-307A-44D8-8308-5A8EC90122D6}" presName="hierChild5" presStyleCnt="0"/>
      <dgm:spPr/>
    </dgm:pt>
    <dgm:pt modelId="{18046174-34BA-44B2-A5B6-37E0800941FF}" type="pres">
      <dgm:prSet presAssocID="{378A3745-9AEB-4388-AC8E-8D7ECEC63E3F}" presName="hierChild5" presStyleCnt="0"/>
      <dgm:spPr/>
    </dgm:pt>
    <dgm:pt modelId="{0F4564C5-B972-4653-A28E-AB3F57B32080}" type="pres">
      <dgm:prSet presAssocID="{F0A77262-8184-420A-A0FB-A3DEBDB9B8D9}" presName="hierChild5" presStyleCnt="0"/>
      <dgm:spPr/>
    </dgm:pt>
    <dgm:pt modelId="{2624D2AC-3F1A-421A-8FD7-4824DA7B8697}" type="pres">
      <dgm:prSet presAssocID="{0DBDC849-BDBB-4C49-94BB-CF8AEE70CCEE}" presName="hierChild3" presStyleCnt="0"/>
      <dgm:spPr/>
    </dgm:pt>
    <dgm:pt modelId="{E58B1CB7-8B72-4174-B0FA-C60B924D99D5}" type="pres">
      <dgm:prSet presAssocID="{9DC9C4B7-EDAB-4EAF-B2E0-6A2538BF91D0}" presName="Name96" presStyleLbl="parChTrans1D2" presStyleIdx="3" presStyleCnt="4"/>
      <dgm:spPr/>
      <dgm:t>
        <a:bodyPr/>
        <a:lstStyle/>
        <a:p>
          <a:endParaRPr lang="en-SG"/>
        </a:p>
      </dgm:t>
    </dgm:pt>
    <dgm:pt modelId="{E7BB3AAF-68B1-45A5-9377-3DE556788472}" type="pres">
      <dgm:prSet presAssocID="{F0A08B22-41BF-4E2E-B8B2-E5F8ECCC6390}" presName="hierRoot3" presStyleCnt="0">
        <dgm:presLayoutVars>
          <dgm:hierBranch val="init"/>
        </dgm:presLayoutVars>
      </dgm:prSet>
      <dgm:spPr/>
    </dgm:pt>
    <dgm:pt modelId="{47F2DFBD-8E49-4A85-B1BB-9E05D3554446}" type="pres">
      <dgm:prSet presAssocID="{F0A08B22-41BF-4E2E-B8B2-E5F8ECCC6390}" presName="rootComposite3" presStyleCnt="0"/>
      <dgm:spPr/>
    </dgm:pt>
    <dgm:pt modelId="{139C0D1E-C044-42ED-BB62-3E2000853087}" type="pres">
      <dgm:prSet presAssocID="{F0A08B22-41BF-4E2E-B8B2-E5F8ECCC6390}" presName="rootText3" presStyleLbl="asst1" presStyleIdx="0" presStyleCnt="1" custScaleX="207453" custLinFactNeighborX="42973" custLinFactNeighborY="1448">
        <dgm:presLayoutVars>
          <dgm:chPref val="3"/>
        </dgm:presLayoutVars>
      </dgm:prSet>
      <dgm:spPr/>
      <dgm:t>
        <a:bodyPr/>
        <a:lstStyle/>
        <a:p>
          <a:endParaRPr lang="en-SG"/>
        </a:p>
      </dgm:t>
    </dgm:pt>
    <dgm:pt modelId="{C9DF9438-F1D4-4E88-911D-045FE6B29C33}" type="pres">
      <dgm:prSet presAssocID="{F0A08B22-41BF-4E2E-B8B2-E5F8ECCC6390}" presName="titleText3" presStyleLbl="fgAcc2" presStyleIdx="0" presStyleCnt="1" custScaleX="150207" custLinFactNeighborX="61393" custLinFactNeighborY="6932">
        <dgm:presLayoutVars>
          <dgm:chMax val="0"/>
          <dgm:chPref val="0"/>
        </dgm:presLayoutVars>
      </dgm:prSet>
      <dgm:spPr/>
      <dgm:t>
        <a:bodyPr/>
        <a:lstStyle/>
        <a:p>
          <a:endParaRPr lang="en-SG"/>
        </a:p>
      </dgm:t>
    </dgm:pt>
    <dgm:pt modelId="{07CC1E5E-B70C-49CD-8387-9C0DB3BC9EB4}" type="pres">
      <dgm:prSet presAssocID="{F0A08B22-41BF-4E2E-B8B2-E5F8ECCC6390}" presName="rootConnector3" presStyleLbl="asst1" presStyleIdx="0" presStyleCnt="1"/>
      <dgm:spPr/>
      <dgm:t>
        <a:bodyPr/>
        <a:lstStyle/>
        <a:p>
          <a:endParaRPr lang="en-SG"/>
        </a:p>
      </dgm:t>
    </dgm:pt>
    <dgm:pt modelId="{5B0B508E-B6DF-4A02-95FA-33F85C7A3BE6}" type="pres">
      <dgm:prSet presAssocID="{F0A08B22-41BF-4E2E-B8B2-E5F8ECCC6390}" presName="hierChild6" presStyleCnt="0"/>
      <dgm:spPr/>
    </dgm:pt>
    <dgm:pt modelId="{CE381410-0579-42E8-BB34-4B1850881CE8}" type="pres">
      <dgm:prSet presAssocID="{F0A08B22-41BF-4E2E-B8B2-E5F8ECCC6390}" presName="hierChild7" presStyleCnt="0"/>
      <dgm:spPr/>
    </dgm:pt>
  </dgm:ptLst>
  <dgm:cxnLst>
    <dgm:cxn modelId="{0F6F7079-CB2B-4B58-9DD8-CCED95878EE5}" srcId="{D82FF28D-39FD-45AC-8D15-CDA8948DA492}" destId="{36C909F5-E6C5-4E20-92FB-9B843E266CFF}" srcOrd="0" destOrd="0" parTransId="{5F133CC8-FC3F-4144-9834-CAD16CCAC8CA}" sibTransId="{2E00D8EE-2202-4C81-8175-A6ABAFAC5535}"/>
    <dgm:cxn modelId="{A086481B-EB2E-42C1-BDCD-C3BD829453DA}" srcId="{087A59A6-261B-4899-A0A0-362A410944A2}" destId="{3A84117B-88A2-4DCE-B25E-6E427D7C2873}" srcOrd="1" destOrd="0" parTransId="{8909F75C-B96C-4C4F-A36A-F1CD20A8AE82}" sibTransId="{C2F26FF7-E1EF-43C6-B114-FB5F10AB9C7C}"/>
    <dgm:cxn modelId="{3DA5C403-3129-427F-B63C-CBCFD7D2C3B4}" type="presOf" srcId="{0123A9FE-BFFA-4400-A6F8-F85B2607896E}" destId="{BFF13EE2-DC85-41DE-B386-5E4F6A6DEB35}" srcOrd="1" destOrd="0" presId="urn:microsoft.com/office/officeart/2008/layout/NameandTitleOrganizationalChart"/>
    <dgm:cxn modelId="{E907F033-0C6C-47FB-8B37-00C34E394B7B}" type="presOf" srcId="{131F22DE-479B-40FB-9392-820CE10FD3F7}" destId="{B4ED156E-3CFF-4EB8-A744-813F7A88BFE1}" srcOrd="1" destOrd="0" presId="urn:microsoft.com/office/officeart/2008/layout/NameandTitleOrganizationalChart"/>
    <dgm:cxn modelId="{78237710-4F74-435B-A55A-3FC7541B8EE7}" type="presOf" srcId="{8FEC9BCE-1925-41C3-8CE4-6A7B246DFF80}" destId="{DD00DC04-033B-450A-9221-CF503003856D}" srcOrd="0" destOrd="0" presId="urn:microsoft.com/office/officeart/2008/layout/NameandTitleOrganizationalChart"/>
    <dgm:cxn modelId="{9776CDB9-BB90-4FF4-BC38-9B534FB1EF3F}" srcId="{FB538157-FB19-4453-B592-5338041891D5}" destId="{36742881-FA78-4BC8-8AB2-35F81D959BB2}" srcOrd="0" destOrd="0" parTransId="{7B6D80DC-E851-41C2-837D-D055210FEF25}" sibTransId="{C3D7C5DF-B563-435A-9442-F763E82ABDE7}"/>
    <dgm:cxn modelId="{C45A36FD-5363-4B8A-92E8-EA69C24DAAFF}" type="presOf" srcId="{34605E8C-EA65-4BA3-A23F-E1B00C7B4840}" destId="{D8F0D73B-948C-43E6-B918-4393B1CF84AC}" srcOrd="1" destOrd="0" presId="urn:microsoft.com/office/officeart/2008/layout/NameandTitleOrganizationalChart"/>
    <dgm:cxn modelId="{77BEADB4-2544-4949-ACBE-C4F4C42A1F76}" type="presOf" srcId="{C475B884-F21A-4239-823C-45CDAE4BFA29}" destId="{63402D58-715D-4A86-8CD0-C25E3F315D5B}" srcOrd="0" destOrd="0" presId="urn:microsoft.com/office/officeart/2008/layout/NameandTitleOrganizationalChart"/>
    <dgm:cxn modelId="{37E7F25C-681D-4E0C-AB46-A5DC0D1CAD2F}" type="presOf" srcId="{9DC9C4B7-EDAB-4EAF-B2E0-6A2538BF91D0}" destId="{E58B1CB7-8B72-4174-B0FA-C60B924D99D5}" srcOrd="0" destOrd="0" presId="urn:microsoft.com/office/officeart/2008/layout/NameandTitleOrganizationalChart"/>
    <dgm:cxn modelId="{9EB3926D-73BF-4C17-B896-65FDBF0A044A}" type="presOf" srcId="{DFFE0041-33FD-4C3B-B47E-09112EC49A52}" destId="{88C58BEE-3235-4CD3-B8D7-3DD15C290385}" srcOrd="0" destOrd="0" presId="urn:microsoft.com/office/officeart/2008/layout/NameandTitleOrganizationalChart"/>
    <dgm:cxn modelId="{8F264B72-C662-4359-AFD1-F967DFC4DB39}" type="presOf" srcId="{F6DE5CFC-BB87-4CD1-B843-DB9E919F8E84}" destId="{D1911F85-81DE-4E41-B2F5-69133ABE2735}" srcOrd="0" destOrd="0" presId="urn:microsoft.com/office/officeart/2008/layout/NameandTitleOrganizationalChart"/>
    <dgm:cxn modelId="{C79E38E1-E1CD-4A46-81E5-3EA8C3EAF362}" srcId="{8DC5FB62-E338-45F3-9FDE-B1442579966C}" destId="{54345E7E-C449-4D77-A061-AB8470AD58E6}" srcOrd="0" destOrd="0" parTransId="{EDDEBCC9-C43D-4C54-BD64-AF774712B604}" sibTransId="{C763542C-B0AA-4385-9ACE-CFEEB65B3B5E}"/>
    <dgm:cxn modelId="{62635571-9DDE-4B82-85D1-67F3871340DC}" type="presOf" srcId="{54345E7E-C449-4D77-A061-AB8470AD58E6}" destId="{00090258-C9B4-4B45-A7D5-F64014D7F306}" srcOrd="1" destOrd="0" presId="urn:microsoft.com/office/officeart/2008/layout/NameandTitleOrganizationalChart"/>
    <dgm:cxn modelId="{53601121-3373-434A-9ED4-5FCFEB041058}" type="presOf" srcId="{AA4EFF05-B24B-4610-8293-C7002D784628}" destId="{D0FC012D-1789-43A2-93C2-8FA6FEB8AC0A}" srcOrd="0" destOrd="0" presId="urn:microsoft.com/office/officeart/2008/layout/NameandTitleOrganizationalChart"/>
    <dgm:cxn modelId="{5C78A825-CB33-49FA-84E4-6AB23C036B0C}" type="presOf" srcId="{D4ECB387-C2D9-4B84-8F69-1EF9B32600FD}" destId="{28735D28-183F-4431-81D3-889405982A94}" srcOrd="0" destOrd="0" presId="urn:microsoft.com/office/officeart/2008/layout/NameandTitleOrganizationalChart"/>
    <dgm:cxn modelId="{861D1D32-6298-4FE3-B0A3-0963AB6A8091}" srcId="{087A59A6-261B-4899-A0A0-362A410944A2}" destId="{55FCCF87-EAE7-4EF4-9EE2-54BE83CB913F}" srcOrd="0" destOrd="0" parTransId="{F2C80A2A-10CB-4F00-9C2D-FDB248CB0F4D}" sibTransId="{2784ECA4-C1FD-46DD-AAF2-966F66D97A41}"/>
    <dgm:cxn modelId="{D216427B-5121-4411-88A4-C3BA89496930}" srcId="{3244A1A6-B49C-47D2-BB84-F490C05A073E}" destId="{5C62CE09-21E2-4F33-8950-BD8B79AE579E}" srcOrd="0" destOrd="0" parTransId="{BB53D516-BFE1-4100-90A5-32C6DC42CB50}" sibTransId="{21F1E30C-E9C9-47AC-A207-1B6074EC9A77}"/>
    <dgm:cxn modelId="{2459A30E-91CD-489A-A8DB-B81B805400D7}" type="presOf" srcId="{4A5A0E13-3C52-4EB3-9908-A1B3DA6C05C7}" destId="{02491E88-32D2-4132-95EF-73E1FC1F0436}" srcOrd="0" destOrd="0" presId="urn:microsoft.com/office/officeart/2008/layout/NameandTitleOrganizationalChart"/>
    <dgm:cxn modelId="{C2D37DE9-D34E-49D1-BD7F-954C445D5F74}" srcId="{53ED2B8A-EE1F-4E33-86BB-6FCEEC98BC9F}" destId="{8DC5FB62-E338-45F3-9FDE-B1442579966C}" srcOrd="1" destOrd="0" parTransId="{00FF40FE-10D3-4364-BD64-776E551BF081}" sibTransId="{54357051-B519-49F4-AEDE-12BBF2A47E67}"/>
    <dgm:cxn modelId="{8899C186-C7F4-47A2-AB5F-6BBF20F561D9}" type="presOf" srcId="{4F6FA6E1-34BB-4991-9A62-24D3A5DF34A9}" destId="{991FB48E-3C34-441E-B1AC-F84B4A865542}" srcOrd="0" destOrd="0" presId="urn:microsoft.com/office/officeart/2008/layout/NameandTitleOrganizationalChart"/>
    <dgm:cxn modelId="{1F9D4DF0-A427-46C7-9D15-C709698B4363}" srcId="{B5C3938C-8EEC-4DB1-92DB-EE700F24C113}" destId="{94B3F0FE-CFEC-4DB0-85CA-BF56F270BD38}" srcOrd="0" destOrd="0" parTransId="{A7585D4C-CE1F-4140-889E-405C56EA165D}" sibTransId="{E4EEC120-AF0F-449F-9722-659C59873F94}"/>
    <dgm:cxn modelId="{2B9EBD4B-F54E-4127-B031-63EB9DE4C3D4}" srcId="{0DBDC849-BDBB-4C49-94BB-CF8AEE70CCEE}" destId="{F0A08B22-41BF-4E2E-B8B2-E5F8ECCC6390}" srcOrd="0" destOrd="0" parTransId="{9DC9C4B7-EDAB-4EAF-B2E0-6A2538BF91D0}" sibTransId="{71B14A17-EF27-43F0-A3F4-D781F2607921}"/>
    <dgm:cxn modelId="{0F710EA9-8FD4-4DEA-BB01-AADF5E458199}" type="presOf" srcId="{C41DDD7A-DAB5-4EED-A2A7-46DB5FD5C847}" destId="{CDF3DD38-0845-4522-A19F-E4E98486351E}" srcOrd="0" destOrd="0" presId="urn:microsoft.com/office/officeart/2008/layout/NameandTitleOrganizationalChart"/>
    <dgm:cxn modelId="{645194BC-D7D6-4BDD-AA55-739FFFCAC5BE}" type="presOf" srcId="{5C62CE09-21E2-4F33-8950-BD8B79AE579E}" destId="{DD70E13B-C064-4523-A0D3-3C2E3B4D41BD}" srcOrd="0" destOrd="0" presId="urn:microsoft.com/office/officeart/2008/layout/NameandTitleOrganizationalChart"/>
    <dgm:cxn modelId="{55ADDC60-C3F9-407B-B2A0-D0E2E9985F0C}" type="presOf" srcId="{786A09F1-3E89-4EBA-BA7C-18E0D1A0D530}" destId="{8C19B9D6-8059-4627-82E6-AA90BBF4D87F}" srcOrd="0" destOrd="0" presId="urn:microsoft.com/office/officeart/2008/layout/NameandTitleOrganizationalChart"/>
    <dgm:cxn modelId="{D275C690-1066-45EE-A3D9-B48698BEBFEB}" type="presOf" srcId="{819F5FA5-AE58-41D2-82ED-8090A47CBED9}" destId="{F249EDC3-8E46-4EC9-B2C3-97BEB241133D}" srcOrd="1" destOrd="0" presId="urn:microsoft.com/office/officeart/2008/layout/NameandTitleOrganizationalChart"/>
    <dgm:cxn modelId="{AF5B828A-B420-43A5-A93A-E13E8586DAA0}" srcId="{EF8DB139-DADE-4743-B72D-1087CEF50D4F}" destId="{FA15C79D-3CA0-4031-9D8E-050CAD68F80E}" srcOrd="0" destOrd="0" parTransId="{DE3E08CE-AD99-4744-BC12-D01A6CD0217B}" sibTransId="{7B09125F-F024-4D5E-AB6D-3E1D933EA834}"/>
    <dgm:cxn modelId="{A59A674B-3C76-466A-A891-20A69BC0EA24}" type="presOf" srcId="{21F1E30C-E9C9-47AC-A207-1B6074EC9A77}" destId="{26DA89D6-0DF5-4B06-B33D-B3CFBBAC97B2}" srcOrd="0" destOrd="0" presId="urn:microsoft.com/office/officeart/2008/layout/NameandTitleOrganizationalChart"/>
    <dgm:cxn modelId="{A51C6D94-AB92-4499-AC64-6A6E981A3C28}" type="presOf" srcId="{131F22DE-479B-40FB-9392-820CE10FD3F7}" destId="{1B1CAA74-2DEA-4D00-807B-DF33637B7768}" srcOrd="0" destOrd="0" presId="urn:microsoft.com/office/officeart/2008/layout/NameandTitleOrganizationalChart"/>
    <dgm:cxn modelId="{DE32C805-556B-453D-ACC2-26C319ADC917}" type="presOf" srcId="{D82FF28D-39FD-45AC-8D15-CDA8948DA492}" destId="{BA185457-142A-4AB9-9630-55537D061488}" srcOrd="0" destOrd="0" presId="urn:microsoft.com/office/officeart/2008/layout/NameandTitleOrganizationalChart"/>
    <dgm:cxn modelId="{525E80ED-DCFA-48F5-A474-4E811DDEF4A2}" type="presOf" srcId="{36C909F5-E6C5-4E20-92FB-9B843E266CFF}" destId="{C2CA939A-889A-4E63-8636-C471C2655A51}" srcOrd="1" destOrd="0" presId="urn:microsoft.com/office/officeart/2008/layout/NameandTitleOrganizationalChart"/>
    <dgm:cxn modelId="{676843B1-8989-4744-B3C1-4DE154619A29}" type="presOf" srcId="{B01DFDC5-EB77-4882-91A3-72E3303AAC8F}" destId="{BC6E1FBB-4113-4680-8062-811D877566EA}" srcOrd="0" destOrd="0" presId="urn:microsoft.com/office/officeart/2008/layout/NameandTitleOrganizationalChart"/>
    <dgm:cxn modelId="{42DA7A53-493E-42C6-BEE8-602A1BAEFA6F}" srcId="{17EDFF82-23AB-48EA-8519-AD849180308B}" destId="{EF8DB139-DADE-4743-B72D-1087CEF50D4F}" srcOrd="0" destOrd="0" parTransId="{6B677C8F-9672-4B97-83F1-99994AE2A7C6}" sibTransId="{A552D5AE-7369-47BA-AE42-9F5C983E51F4}"/>
    <dgm:cxn modelId="{BB696E56-0BCB-4185-8F58-73CE8F933713}" type="presOf" srcId="{6BED69E3-3EA4-43B1-9F3B-F73491BD7842}" destId="{CC9C00C4-01CD-4F9D-B356-16494C4AF0B2}" srcOrd="1" destOrd="0" presId="urn:microsoft.com/office/officeart/2008/layout/NameandTitleOrganizationalChart"/>
    <dgm:cxn modelId="{90679432-B7A5-4DBD-B6CF-B70066E0F7E3}" type="presOf" srcId="{3CB41FC9-E917-46B3-A8D9-0E00D63840FF}" destId="{4F432C93-3B4F-401E-9F83-A89BFC891097}" srcOrd="0" destOrd="0" presId="urn:microsoft.com/office/officeart/2008/layout/NameandTitleOrganizationalChart"/>
    <dgm:cxn modelId="{31D1AC1C-3C2A-4076-B438-F1DAD3C3B8EC}" srcId="{B23E2C18-4FD0-4CB4-896A-EDA7869C997E}" destId="{1B01F970-301C-4AFD-B4FF-0D019B6DCB6C}" srcOrd="0" destOrd="0" parTransId="{5B2D79B5-4E83-42A0-AEFB-B8A5965D935A}" sibTransId="{022E7D11-A169-4FAF-AE87-8FAAAB2E0B25}"/>
    <dgm:cxn modelId="{55F75C3F-675F-487A-84B5-FCFD8B1B2EBF}" type="presOf" srcId="{DB5D156B-9AD8-43B0-9A00-D28E12FDB262}" destId="{B9E542FB-1A47-4645-BFE4-4E5C77DEBBEC}" srcOrd="0" destOrd="0" presId="urn:microsoft.com/office/officeart/2008/layout/NameandTitleOrganizationalChart"/>
    <dgm:cxn modelId="{41A846FF-2EA1-4DBA-A83D-159F872FA8E9}" srcId="{C4FBE58F-C6D4-4F9F-8A04-F66A0A525463}" destId="{098C3B73-E68C-4F43-AEED-D59C25BB1E8B}" srcOrd="1" destOrd="0" parTransId="{01118030-56A2-456F-990E-C550AC677DD1}" sibTransId="{B2BA154D-D61E-450C-83BA-84CD26AA6789}"/>
    <dgm:cxn modelId="{EE6F66D0-CFA6-4D82-AAA2-B290EDD4D2DC}" type="presOf" srcId="{A79BA5AB-C54F-4829-8984-9684556F7908}" destId="{76498E60-0252-4054-9BC9-D2FF1EE6B173}" srcOrd="1" destOrd="0" presId="urn:microsoft.com/office/officeart/2008/layout/NameandTitleOrganizationalChart"/>
    <dgm:cxn modelId="{CC48BCC5-92F9-489F-BECE-3E4D56A6AFA7}" type="presOf" srcId="{C7D8D655-12B6-49FE-8FE9-60131CB9C915}" destId="{CE2A6624-7076-4D35-91AD-024FA8470BAF}" srcOrd="0" destOrd="0" presId="urn:microsoft.com/office/officeart/2008/layout/NameandTitleOrganizationalChart"/>
    <dgm:cxn modelId="{DC7BE366-7D25-4AE8-B71E-6CAA7C8B1D8A}" srcId="{14A1DE13-C49E-48C5-81F9-D0C375F0310F}" destId="{88A39611-EA92-4AFF-AAC7-2CE78D095C0E}" srcOrd="0" destOrd="0" parTransId="{D50B1F02-CC35-4D72-9669-708E0890C39D}" sibTransId="{22201534-7B68-4545-BA0B-D9BEBCD71F31}"/>
    <dgm:cxn modelId="{A13C1C29-9DD9-4FE8-ACA2-5D5170E5A45E}" srcId="{0DBDC849-BDBB-4C49-94BB-CF8AEE70CCEE}" destId="{34605E8C-EA65-4BA3-A23F-E1B00C7B4840}" srcOrd="1" destOrd="0" parTransId="{0DFE678E-7CAD-4EEE-A817-9F8A5D3071F1}" sibTransId="{AB201703-2ED5-4CE2-8803-5EDED272BD11}"/>
    <dgm:cxn modelId="{C81A2D91-B31B-4466-A144-79F099BE1DAD}" type="presOf" srcId="{0DBDC849-BDBB-4C49-94BB-CF8AEE70CCEE}" destId="{4C7F7C34-5350-4CF8-B9FF-D7EC4D98206D}" srcOrd="1" destOrd="0" presId="urn:microsoft.com/office/officeart/2008/layout/NameandTitleOrganizationalChart"/>
    <dgm:cxn modelId="{B910597E-268C-4735-8395-58C312B548D8}" type="presOf" srcId="{0123A9FE-BFFA-4400-A6F8-F85B2607896E}" destId="{55B2E6B6-4DD6-4858-9D29-DF76EA7F2EDB}" srcOrd="0" destOrd="0" presId="urn:microsoft.com/office/officeart/2008/layout/NameandTitleOrganizationalChart"/>
    <dgm:cxn modelId="{89928D53-0B0D-46F8-B47B-DA6F9252B08A}" srcId="{C4FBE58F-C6D4-4F9F-8A04-F66A0A525463}" destId="{131F22DE-479B-40FB-9392-820CE10FD3F7}" srcOrd="0" destOrd="0" parTransId="{C93A8A5A-4677-4F99-A189-A9868C86E0F8}" sibTransId="{13BA00BD-ABBE-4E60-9755-3FEF57FF1800}"/>
    <dgm:cxn modelId="{DE248614-86F1-43E8-A920-E4ECFFDBAA8E}" type="presOf" srcId="{64EDBCB2-4A27-4D0B-92DC-7E0516B0FBF7}" destId="{7B36F0EC-B36B-4EB9-BCAA-3965EBB41174}" srcOrd="0" destOrd="0" presId="urn:microsoft.com/office/officeart/2008/layout/NameandTitleOrganizationalChart"/>
    <dgm:cxn modelId="{A871A5FD-816F-480C-9CAF-AA24C96BE873}" type="presOf" srcId="{542CBC86-9496-4A5B-95DD-62003325AF36}" destId="{4A2734E2-DEBA-4F47-8FC5-8EAF4AAE51FA}" srcOrd="0" destOrd="0" presId="urn:microsoft.com/office/officeart/2008/layout/NameandTitleOrganizationalChart"/>
    <dgm:cxn modelId="{DAC3A082-BE27-42E3-9015-38E98FAB02D8}" type="presOf" srcId="{B6D9C901-4FD9-49B3-9166-1BC5D0C7EF39}" destId="{B29E9937-2DD0-4EDE-BECA-ECB48A7E5654}" srcOrd="0" destOrd="0" presId="urn:microsoft.com/office/officeart/2008/layout/NameandTitleOrganizationalChart"/>
    <dgm:cxn modelId="{80E4C830-21D6-4CE4-A16D-4532DC97E72B}" type="presOf" srcId="{9D7D1DBA-E0B6-4100-BEC1-AE9CC7F48A34}" destId="{BFA2476A-8000-4168-860F-6CCAFC17199E}" srcOrd="0" destOrd="0" presId="urn:microsoft.com/office/officeart/2008/layout/NameandTitleOrganizationalChart"/>
    <dgm:cxn modelId="{0B9A19BD-AAB4-47C2-9DF9-CAC7D9DC48FF}" type="presOf" srcId="{786A09F1-3E89-4EBA-BA7C-18E0D1A0D530}" destId="{E4EEED0A-A4F5-4BA0-9A89-2A9445EA95DF}" srcOrd="1" destOrd="0" presId="urn:microsoft.com/office/officeart/2008/layout/NameandTitleOrganizationalChart"/>
    <dgm:cxn modelId="{5F888BE6-B3C3-42D6-B27A-484FCE8465C3}" type="presOf" srcId="{23A51483-6CEC-4CDC-A837-1096EFC3BC3B}" destId="{4B94060C-5EA2-434C-A9F4-2351E689DA30}" srcOrd="1" destOrd="0" presId="urn:microsoft.com/office/officeart/2008/layout/NameandTitleOrganizationalChart"/>
    <dgm:cxn modelId="{8F428884-1624-4C92-8C97-CA30DCA5E811}" type="presOf" srcId="{FB538157-FB19-4453-B592-5338041891D5}" destId="{73547B04-1518-441C-8E10-D7BA7A97DB77}" srcOrd="0" destOrd="0" presId="urn:microsoft.com/office/officeart/2008/layout/NameandTitleOrganizationalChart"/>
    <dgm:cxn modelId="{ED6191F0-7D28-4083-A9AE-54839F068092}" type="presOf" srcId="{8EDB12B6-0477-41D1-90A4-DBA81A603362}" destId="{E5E4A118-E0A7-4970-9289-0CD1EDE0774E}" srcOrd="1" destOrd="0" presId="urn:microsoft.com/office/officeart/2008/layout/NameandTitleOrganizationalChart"/>
    <dgm:cxn modelId="{BCB12EE9-A1A2-4E42-8FF2-B19650E79AAA}" type="presOf" srcId="{4B42CEAB-85DF-4AE8-B41B-1EA9394A5034}" destId="{3B90E90B-23CB-4846-B4EC-025AAF383C6D}" srcOrd="0" destOrd="0" presId="urn:microsoft.com/office/officeart/2008/layout/NameandTitleOrganizationalChart"/>
    <dgm:cxn modelId="{1C59C7EF-6AE1-441F-A9B7-0786EA1DABED}" srcId="{9308B17F-EFAA-4FA5-9567-66A08BA0123D}" destId="{F1C8A047-09C4-40CC-A49C-4E0A335BF79F}" srcOrd="0" destOrd="0" parTransId="{37BAFD77-F543-47F9-BCF1-C7544B5EBC26}" sibTransId="{B01DFDC5-EB77-4882-91A3-72E3303AAC8F}"/>
    <dgm:cxn modelId="{E6226C4F-6CDE-415A-8C3E-A2D5C8786D9C}" type="presOf" srcId="{BEA11907-D691-4CD7-AACF-03D53A4EC196}" destId="{3A468A45-46C8-4982-9301-0B521373BFCC}" srcOrd="0" destOrd="0" presId="urn:microsoft.com/office/officeart/2008/layout/NameandTitleOrganizationalChart"/>
    <dgm:cxn modelId="{98521EE0-2D78-4353-895D-F830828FE197}" type="presOf" srcId="{80E19A72-F5AA-4337-A5C4-ABFB8F9318C5}" destId="{552216FE-4DCC-49E2-ACA8-246E19F1EB70}" srcOrd="0" destOrd="0" presId="urn:microsoft.com/office/officeart/2008/layout/NameandTitleOrganizationalChart"/>
    <dgm:cxn modelId="{98E8A5CC-64A5-4963-995D-D20E9AC8FF99}" type="presOf" srcId="{022E7D11-A169-4FAF-AE87-8FAAAB2E0B25}" destId="{57C2D6B2-A5EE-45CD-9CAE-F9EAD3F57F23}" srcOrd="0" destOrd="0" presId="urn:microsoft.com/office/officeart/2008/layout/NameandTitleOrganizationalChart"/>
    <dgm:cxn modelId="{E1C10CEB-DD7E-4FD0-AE09-33B65AE52F17}" type="presOf" srcId="{CB376D3A-184E-4CC3-B346-348493BCDB2D}" destId="{F8925381-84B4-49DE-9036-5EA2B6574300}" srcOrd="1" destOrd="0" presId="urn:microsoft.com/office/officeart/2008/layout/NameandTitleOrganizationalChart"/>
    <dgm:cxn modelId="{5EA19E20-F8F6-4133-8F8D-6A6A0B63202F}" type="presOf" srcId="{EEC8CC81-E3FF-4899-97B2-34607670D186}" destId="{72101718-88FF-4C6B-B7D0-D67303AC0CBC}" srcOrd="0" destOrd="0" presId="urn:microsoft.com/office/officeart/2008/layout/NameandTitleOrganizationalChart"/>
    <dgm:cxn modelId="{292A7B01-335D-47EC-A122-814F40850868}" type="presOf" srcId="{2E977094-ADAA-4096-9A88-8FEF08A7F21B}" destId="{9259E9DC-2A32-44FA-9F71-ED8D0DFE9EB4}" srcOrd="0" destOrd="0" presId="urn:microsoft.com/office/officeart/2008/layout/NameandTitleOrganizationalChart"/>
    <dgm:cxn modelId="{8E52D1C3-330C-4619-A5BC-8C61F39A441E}" srcId="{F1C8A047-09C4-40CC-A49C-4E0A335BF79F}" destId="{1C22CA57-AA64-4D14-B85B-BD57D6DE09CD}" srcOrd="0" destOrd="0" parTransId="{99663586-4532-4858-BCA7-A9025108089A}" sibTransId="{64EDBCB2-4A27-4D0B-92DC-7E0516B0FBF7}"/>
    <dgm:cxn modelId="{8C26C048-9C81-4C8B-B9EE-7E576811802F}" type="presOf" srcId="{B8A644D7-BCEC-45EB-8CC0-93E33D0CFF78}" destId="{D8ADE4ED-D25A-4F42-B842-F2AC7EAD3C33}" srcOrd="1" destOrd="0" presId="urn:microsoft.com/office/officeart/2008/layout/NameandTitleOrganizationalChart"/>
    <dgm:cxn modelId="{5C5647F8-FB26-49D0-A0CD-EAF7C3E683A8}" type="presOf" srcId="{973E98DF-580C-47FB-9D7F-9C26FA662292}" destId="{7B30E651-BE85-4F05-8F05-9803B96BDD55}" srcOrd="0" destOrd="0" presId="urn:microsoft.com/office/officeart/2008/layout/NameandTitleOrganizationalChart"/>
    <dgm:cxn modelId="{38CE39D7-085D-4ABF-A419-AC2C71878489}" type="presOf" srcId="{0B49E81E-6D43-4D2B-9B1F-CE0CF2EE4941}" destId="{82D653A8-B225-4F98-B651-A7808900C349}" srcOrd="0" destOrd="0" presId="urn:microsoft.com/office/officeart/2008/layout/NameandTitleOrganizationalChart"/>
    <dgm:cxn modelId="{5A469AD2-8DCB-412A-B255-96B7B6DD0359}" type="presOf" srcId="{14A1DE13-C49E-48C5-81F9-D0C375F0310F}" destId="{C072D273-2782-4737-806A-7BADDE43627A}" srcOrd="0" destOrd="0" presId="urn:microsoft.com/office/officeart/2008/layout/NameandTitleOrganizationalChart"/>
    <dgm:cxn modelId="{A8C39B55-ACD2-41AD-A671-29C79B7FD939}" srcId="{54345E7E-C449-4D77-A061-AB8470AD58E6}" destId="{4821E27E-4AAA-487C-99EE-01162829B3B8}" srcOrd="0" destOrd="0" parTransId="{438890CF-090E-431A-9300-C99AFB5C028D}" sibTransId="{8800F2CC-CBC5-4A5E-A63A-CCE240DD2188}"/>
    <dgm:cxn modelId="{064AD963-CF6C-4BFD-B7F0-86BB34F33D22}" type="presOf" srcId="{866EBE11-6464-4F14-9FB3-EA0D63F4EFA0}" destId="{26DC4883-B8F8-4934-9C03-6B3E98588F4F}" srcOrd="0" destOrd="0" presId="urn:microsoft.com/office/officeart/2008/layout/NameandTitleOrganizationalChart"/>
    <dgm:cxn modelId="{E91ECC4C-0C56-45AA-9560-3FBDAC7D84EC}" type="presOf" srcId="{0F2711EF-5EA0-4CC2-A22A-634203F57AD5}" destId="{738164AF-5E28-4BC0-A621-4267520628A0}" srcOrd="0" destOrd="0" presId="urn:microsoft.com/office/officeart/2008/layout/NameandTitleOrganizationalChart"/>
    <dgm:cxn modelId="{34E4DFB1-949D-41CB-A651-42D534D31AC6}" type="presOf" srcId="{3E0D27B1-678C-41CC-AD64-301FC33904D0}" destId="{C02A8589-FFB7-458B-83C8-E71B993943E7}" srcOrd="0" destOrd="0" presId="urn:microsoft.com/office/officeart/2008/layout/NameandTitleOrganizationalChart"/>
    <dgm:cxn modelId="{9D098261-EE8C-459B-8970-4CC238607D93}" type="presOf" srcId="{378A3745-9AEB-4388-AC8E-8D7ECEC63E3F}" destId="{FAC119BC-D086-4BA4-8F0E-FA1B9A284E42}" srcOrd="0" destOrd="0" presId="urn:microsoft.com/office/officeart/2008/layout/NameandTitleOrganizationalChart"/>
    <dgm:cxn modelId="{82FE3569-0D1E-4796-8193-8AC73B0BF906}" type="presOf" srcId="{F0A08B22-41BF-4E2E-B8B2-E5F8ECCC6390}" destId="{139C0D1E-C044-42ED-BB62-3E2000853087}" srcOrd="0" destOrd="0" presId="urn:microsoft.com/office/officeart/2008/layout/NameandTitleOrganizationalChart"/>
    <dgm:cxn modelId="{FFCEEC8B-AE0B-4D3E-8957-D3C3EC3FEFE3}" type="presOf" srcId="{ED00272A-1369-42E2-9EF9-935A2D68E497}" destId="{28775E5F-E3C1-44CE-A943-9C8D7245C17F}" srcOrd="0" destOrd="0" presId="urn:microsoft.com/office/officeart/2008/layout/NameandTitleOrganizationalChart"/>
    <dgm:cxn modelId="{E1AEB024-3231-4638-960B-2033B9F2CBED}" type="presOf" srcId="{4821E27E-4AAA-487C-99EE-01162829B3B8}" destId="{BB038CB2-B28C-4AAF-818A-1DFEAEF1B8F8}" srcOrd="0" destOrd="0" presId="urn:microsoft.com/office/officeart/2008/layout/NameandTitleOrganizationalChart"/>
    <dgm:cxn modelId="{B7B7EE7E-A9B3-4D64-A5FD-88BF22CDCAF7}" type="presOf" srcId="{A00AB027-DB51-41EE-BF98-441408B1CA00}" destId="{10092E0D-5659-4BC3-AE85-672896C71913}" srcOrd="0" destOrd="0" presId="urn:microsoft.com/office/officeart/2008/layout/NameandTitleOrganizationalChart"/>
    <dgm:cxn modelId="{C1E093BF-E622-4C45-949B-743C3004F83A}" srcId="{36742881-FA78-4BC8-8AB2-35F81D959BB2}" destId="{2E977094-ADAA-4096-9A88-8FEF08A7F21B}" srcOrd="0" destOrd="0" parTransId="{26D60ABC-3E69-4516-B23B-F1BF8A47AD2B}" sibTransId="{C475B884-F21A-4239-823C-45CDAE4BFA29}"/>
    <dgm:cxn modelId="{CEB64C72-7B17-49FB-BB4F-29544F0A188A}" srcId="{45098519-460B-40F9-9141-B04129E0FC51}" destId="{A00AB027-DB51-41EE-BF98-441408B1CA00}" srcOrd="0" destOrd="0" parTransId="{42E79B6C-D2D1-4791-80C2-D54A09DAA63F}" sibTransId="{C7D8D655-12B6-49FE-8FE9-60131CB9C915}"/>
    <dgm:cxn modelId="{062C082D-0ADC-4141-977D-7044951CEF03}" type="presOf" srcId="{6A6D91A0-6DAC-4A2B-910E-C587190BD919}" destId="{0BF48751-B5F9-4CCB-8617-942B5CC0DEFA}" srcOrd="0" destOrd="0" presId="urn:microsoft.com/office/officeart/2008/layout/NameandTitleOrganizationalChart"/>
    <dgm:cxn modelId="{06B6C5E9-EF59-449C-8849-4499D01CB9F7}" type="presOf" srcId="{4CEA0F43-17D1-4244-9C32-E08E66999300}" destId="{E2C5FB36-B1B9-4944-9EA9-260DD3B2C856}" srcOrd="0" destOrd="0" presId="urn:microsoft.com/office/officeart/2008/layout/NameandTitleOrganizationalChart"/>
    <dgm:cxn modelId="{4D9D4A73-6DAA-42D6-A58F-FD03FB85E30A}" srcId="{F6DE5CFC-BB87-4CD1-B843-DB9E919F8E84}" destId="{71F28352-59EE-48F8-9371-7A7D94D422BD}" srcOrd="0" destOrd="0" parTransId="{B868EA32-CED0-4B6E-962A-8295984C5852}" sibTransId="{7BB986AF-C7FF-4F18-B6C5-909A9006BC81}"/>
    <dgm:cxn modelId="{A70F6B59-D969-4DD1-960A-09EE44C12E91}" type="presOf" srcId="{69B096EA-2729-4367-B8E2-415CC7F510BB}" destId="{FEC51113-705B-4D79-9D9C-9D848061C3D1}" srcOrd="0" destOrd="0" presId="urn:microsoft.com/office/officeart/2008/layout/NameandTitleOrganizationalChart"/>
    <dgm:cxn modelId="{031B3A0E-7731-46F1-94C3-C5AF2820E8BB}" type="presOf" srcId="{F0A77262-8184-420A-A0FB-A3DEBDB9B8D9}" destId="{5C8221D9-7E45-4262-891B-BAA7F0F62028}" srcOrd="0" destOrd="0" presId="urn:microsoft.com/office/officeart/2008/layout/NameandTitleOrganizationalChart"/>
    <dgm:cxn modelId="{E4947C74-366C-40F6-AD48-A9D4F1637E84}" type="presOf" srcId="{2784ECA4-C1FD-46DD-AAF2-966F66D97A41}" destId="{0736F6FD-5DC2-4C7C-840C-E58C7B9A465D}" srcOrd="0" destOrd="0" presId="urn:microsoft.com/office/officeart/2008/layout/NameandTitleOrganizationalChart"/>
    <dgm:cxn modelId="{8D78FBA2-229D-4E19-95C6-BD3DFF7B0FF8}" type="presOf" srcId="{378A3745-9AEB-4388-AC8E-8D7ECEC63E3F}" destId="{DEFF6FAF-A77F-4AD1-A0FD-D9C37AE82670}" srcOrd="1" destOrd="0" presId="urn:microsoft.com/office/officeart/2008/layout/NameandTitleOrganizationalChart"/>
    <dgm:cxn modelId="{6699405A-FFCE-4DA4-81F4-712C0BDBF8A4}" srcId="{B749FD64-80EB-47E6-A94B-C6465F43956F}" destId="{92D2783A-DF88-4993-87C9-A650B813AB5A}" srcOrd="0" destOrd="0" parTransId="{72D837DF-D785-425D-9EFA-D4CBA6263055}" sibTransId="{5A21913A-17AF-4223-B412-86DDC025DB5D}"/>
    <dgm:cxn modelId="{CE6A63EC-B6CC-4802-9BCD-09B807839288}" type="presOf" srcId="{46C6BCB9-7C49-474C-9AE0-90F90E1CA748}" destId="{7A58AA6A-7062-48B7-ADFE-FDED41E29798}" srcOrd="0" destOrd="0" presId="urn:microsoft.com/office/officeart/2008/layout/NameandTitleOrganizationalChart"/>
    <dgm:cxn modelId="{E8245F11-7EB7-40B8-8F50-94D1FA428D0D}" type="presOf" srcId="{1042D332-4005-42D9-AA1F-B3D0CF0AB5DF}" destId="{77B47E30-D81E-4F17-9407-57378D73A330}" srcOrd="0" destOrd="0" presId="urn:microsoft.com/office/officeart/2008/layout/NameandTitleOrganizationalChart"/>
    <dgm:cxn modelId="{8336432F-37B8-4BED-B0DD-BF1288F05F80}" srcId="{F0A77262-8184-420A-A0FB-A3DEBDB9B8D9}" destId="{378A3745-9AEB-4388-AC8E-8D7ECEC63E3F}" srcOrd="1" destOrd="0" parTransId="{8FEC9BCE-1925-41C3-8CE4-6A7B246DFF80}" sibTransId="{28396FC2-0BF2-4FB5-A0CB-10BF6CC132BB}"/>
    <dgm:cxn modelId="{38EBBCFE-AEFC-4000-BD03-060F40080DCC}" srcId="{88A39611-EA92-4AFF-AAC7-2CE78D095C0E}" destId="{AECB0003-BDA0-4AFB-A92B-56D9FC870690}" srcOrd="0" destOrd="0" parTransId="{E6988586-5792-40DE-A07E-79785A265E2F}" sibTransId="{763CEEA9-8E40-424D-8D70-E4E3B0D82910}"/>
    <dgm:cxn modelId="{2E88E4E0-A337-4B16-A1F2-7DC4DFAA4D75}" srcId="{36C909F5-E6C5-4E20-92FB-9B843E266CFF}" destId="{14A1DE13-C49E-48C5-81F9-D0C375F0310F}" srcOrd="0" destOrd="0" parTransId="{9D7D1DBA-E0B6-4100-BEC1-AE9CC7F48A34}" sibTransId="{3769A537-F63D-474F-A86D-439D6D956B67}"/>
    <dgm:cxn modelId="{F27D2BDC-AA7E-4462-93C4-FFF115EBDDC9}" type="presOf" srcId="{71F28352-59EE-48F8-9371-7A7D94D422BD}" destId="{F97F2CE7-AC89-4ED6-ADE1-95BC7DC51FAD}" srcOrd="1" destOrd="0" presId="urn:microsoft.com/office/officeart/2008/layout/NameandTitleOrganizationalChart"/>
    <dgm:cxn modelId="{C9D32447-8D45-43B0-93F3-0EA62D120CCB}" type="presOf" srcId="{3244A1A6-B49C-47D2-BB84-F490C05A073E}" destId="{618B63DC-9688-410D-9DFA-AA19457A29CF}" srcOrd="1" destOrd="0" presId="urn:microsoft.com/office/officeart/2008/layout/NameandTitleOrganizationalChart"/>
    <dgm:cxn modelId="{F90BB370-21B8-40EE-9833-7316B2AAB3D0}" type="presOf" srcId="{FF988127-D1BF-4ADF-9E9E-E650DDC8A7E8}" destId="{B05C5368-A7B4-45BD-A437-29D888CD27A9}" srcOrd="0" destOrd="0" presId="urn:microsoft.com/office/officeart/2008/layout/NameandTitleOrganizationalChart"/>
    <dgm:cxn modelId="{4E66ADA9-9283-4969-BC38-F2C095F8BF8A}" type="presOf" srcId="{B0D96502-9011-443D-B596-E60218C7ACFD}" destId="{1CBF9896-75E0-4148-8145-8CD017F81C1F}" srcOrd="0" destOrd="0" presId="urn:microsoft.com/office/officeart/2008/layout/NameandTitleOrganizationalChart"/>
    <dgm:cxn modelId="{B7E9A04E-6F95-439E-874A-B63CC92EE76B}" type="presOf" srcId="{B868EA32-CED0-4B6E-962A-8295984C5852}" destId="{C99114C8-0F8D-4A79-8349-2B5C3568A2D8}" srcOrd="0" destOrd="0" presId="urn:microsoft.com/office/officeart/2008/layout/NameandTitleOrganizationalChart"/>
    <dgm:cxn modelId="{E1FB6810-A929-4347-BB07-DEB31C6AB96B}" type="presOf" srcId="{3A84117B-88A2-4DCE-B25E-6E427D7C2873}" destId="{3A594A21-EC23-40F5-A14D-3112A85CE2AF}" srcOrd="1" destOrd="0" presId="urn:microsoft.com/office/officeart/2008/layout/NameandTitleOrganizationalChart"/>
    <dgm:cxn modelId="{0324AE5D-BADD-4AB7-8FB1-B6480CF678C8}" type="presOf" srcId="{763CEEA9-8E40-424D-8D70-E4E3B0D82910}" destId="{7E36EADC-C738-4ED2-AEF0-6DC2073F0030}" srcOrd="0" destOrd="0" presId="urn:microsoft.com/office/officeart/2008/layout/NameandTitleOrganizationalChart"/>
    <dgm:cxn modelId="{149AD345-2E09-4D92-A8AC-0A0654459BBF}" type="presOf" srcId="{BD6CCF3C-9A97-4F4D-A87C-F3FD01A9D352}" destId="{259F89CE-0254-4684-B730-7D50CD09A986}" srcOrd="0" destOrd="0" presId="urn:microsoft.com/office/officeart/2008/layout/NameandTitleOrganizationalChart"/>
    <dgm:cxn modelId="{7D9B062C-8CAD-4EFB-A0B3-2E120E732F10}" type="presOf" srcId="{B5C3938C-8EEC-4DB1-92DB-EE700F24C113}" destId="{C8BB9AEC-E1C9-4483-AF66-5F01A5F96CD1}" srcOrd="1" destOrd="0" presId="urn:microsoft.com/office/officeart/2008/layout/NameandTitleOrganizationalChart"/>
    <dgm:cxn modelId="{30355ACD-3A6D-45FB-BAB9-A48278541469}" type="presOf" srcId="{A7585D4C-CE1F-4140-889E-405C56EA165D}" destId="{697C1EA9-1BFE-4CF6-8484-162268C1ADB9}" srcOrd="0" destOrd="0" presId="urn:microsoft.com/office/officeart/2008/layout/NameandTitleOrganizationalChart"/>
    <dgm:cxn modelId="{63B6B443-0077-40B0-B52F-43A845AEAC88}" type="presOf" srcId="{53ED2B8A-EE1F-4E33-86BB-6FCEEC98BC9F}" destId="{0566678E-E534-4972-BDCE-6F131A6EF324}" srcOrd="0" destOrd="0" presId="urn:microsoft.com/office/officeart/2008/layout/NameandTitleOrganizationalChart"/>
    <dgm:cxn modelId="{4B182D15-DD5E-452B-8E7C-9D3BD50DC7CD}" type="presOf" srcId="{1B01F970-301C-4AFD-B4FF-0D019B6DCB6C}" destId="{88DD8099-9935-4015-B5E2-03CECB9D4F79}" srcOrd="0" destOrd="0" presId="urn:microsoft.com/office/officeart/2008/layout/NameandTitleOrganizationalChart"/>
    <dgm:cxn modelId="{2D0E38B9-55C8-4194-888B-8F980AAECC4B}" type="presOf" srcId="{77492DD0-1D51-48EB-B7A5-1D1D001EAC95}" destId="{5CB3CE5F-D7C1-4F1F-972B-F0F1C7F64356}" srcOrd="0" destOrd="0" presId="urn:microsoft.com/office/officeart/2008/layout/NameandTitleOrganizationalChart"/>
    <dgm:cxn modelId="{DF4EF7EB-1497-428E-8B79-766059BE0C8A}" type="presOf" srcId="{B23E2C18-4FD0-4CB4-896A-EDA7869C997E}" destId="{863D3FEF-9732-40CE-80FD-78512B18A043}" srcOrd="1" destOrd="0" presId="urn:microsoft.com/office/officeart/2008/layout/NameandTitleOrganizationalChart"/>
    <dgm:cxn modelId="{FD650127-1230-41F6-86E1-F1705FEA9394}" type="presOf" srcId="{EAD30744-786E-48CB-A089-2D2D0CAB5559}" destId="{CBB20F74-53DC-409C-9F25-720FB540D6D2}" srcOrd="0" destOrd="0" presId="urn:microsoft.com/office/officeart/2008/layout/NameandTitleOrganizationalChart"/>
    <dgm:cxn modelId="{FFA3FEE5-E9B6-49DB-84BE-3C4E50E042D5}" srcId="{B8A644D7-BCEC-45EB-8CC0-93E33D0CFF78}" destId="{087A59A6-261B-4899-A0A0-362A410944A2}" srcOrd="0" destOrd="0" parTransId="{B98A44FF-A623-4F9C-BDE2-691A9B26BEC3}" sibTransId="{DB0EBAE0-B947-4E24-9B36-5D11AB37F7AD}"/>
    <dgm:cxn modelId="{15F13D4C-58E6-4480-B1A9-68A276650593}" type="presOf" srcId="{AECB0003-BDA0-4AFB-A92B-56D9FC870690}" destId="{4D91CE5E-A808-489F-904B-172C26C3332C}" srcOrd="0" destOrd="0" presId="urn:microsoft.com/office/officeart/2008/layout/NameandTitleOrganizationalChart"/>
    <dgm:cxn modelId="{0F721670-6C60-46B4-A823-6757EBDD78B1}" type="presOf" srcId="{C44F72F8-15BE-45FF-B735-96E63CB953BD}" destId="{3329AB9F-2AE0-4851-B9A3-6CBD695F53AE}" srcOrd="0" destOrd="0" presId="urn:microsoft.com/office/officeart/2008/layout/NameandTitleOrganizationalChart"/>
    <dgm:cxn modelId="{804726F2-8990-4CD0-A3A8-966F13690DF4}" type="presOf" srcId="{EF8DB139-DADE-4743-B72D-1087CEF50D4F}" destId="{B06D27DE-8A46-4101-87CC-A2595A9E55E6}" srcOrd="1" destOrd="0" presId="urn:microsoft.com/office/officeart/2008/layout/NameandTitleOrganizationalChart"/>
    <dgm:cxn modelId="{996B5E33-0C71-4E53-81A9-9C65D04BF589}" type="presOf" srcId="{FA15C79D-3CA0-4031-9D8E-050CAD68F80E}" destId="{90AB964A-86C1-4D6B-84C9-30149475808C}" srcOrd="1" destOrd="0" presId="urn:microsoft.com/office/officeart/2008/layout/NameandTitleOrganizationalChart"/>
    <dgm:cxn modelId="{3C10F1D0-74AA-4709-B2A8-89C386835E56}" type="presOf" srcId="{10E35010-B5BC-4931-8230-DAED99ED8265}" destId="{AF852255-F861-460E-AB59-1F6C3F736CBD}" srcOrd="1" destOrd="0" presId="urn:microsoft.com/office/officeart/2008/layout/NameandTitleOrganizationalChart"/>
    <dgm:cxn modelId="{8CB17E89-9A8E-436D-9B6E-A378CF756A3A}" srcId="{819F5FA5-AE58-41D2-82ED-8090A47CBED9}" destId="{63BD28F4-837F-4DCF-8D87-D602F29121B0}" srcOrd="0" destOrd="0" parTransId="{8C0CCAF1-BB5A-45B4-8F4C-C2BC1ECA6016}" sibTransId="{EE0E35A6-7903-4E68-B057-1EEC29EC2904}"/>
    <dgm:cxn modelId="{AE69DB24-EBB6-4D18-A2E1-E5988F9C315D}" type="presOf" srcId="{0B49E81E-6D43-4D2B-9B1F-CE0CF2EE4941}" destId="{2226C7D0-D3AA-48D3-8859-3055A903C1BF}" srcOrd="1" destOrd="0" presId="urn:microsoft.com/office/officeart/2008/layout/NameandTitleOrganizationalChart"/>
    <dgm:cxn modelId="{127B71FE-925D-4E42-B963-AA0DA3DD64AB}" type="presOf" srcId="{7B09125F-F024-4D5E-AB6D-3E1D933EA834}" destId="{011D18A6-68F5-405C-89E9-47711BB5CE60}" srcOrd="0" destOrd="0" presId="urn:microsoft.com/office/officeart/2008/layout/NameandTitleOrganizationalChart"/>
    <dgm:cxn modelId="{BC402193-B21E-4FBE-AA7C-61815B46EF26}" type="presOf" srcId="{A00AB027-DB51-41EE-BF98-441408B1CA00}" destId="{BEC60137-607D-4792-9CC9-F8F2F720364D}" srcOrd="1" destOrd="0" presId="urn:microsoft.com/office/officeart/2008/layout/NameandTitleOrganizationalChart"/>
    <dgm:cxn modelId="{589E6431-18A0-4924-8DF2-677751C0E254}" type="presOf" srcId="{6157014A-015A-4E58-8BCC-C81229F055DF}" destId="{406C8F21-1529-43A3-A3D9-ED9E6A4E609A}" srcOrd="0" destOrd="0" presId="urn:microsoft.com/office/officeart/2008/layout/NameandTitleOrganizationalChart"/>
    <dgm:cxn modelId="{B65FB753-5D9A-4165-9EE9-566B96234F11}" type="presOf" srcId="{B6AAE813-DC80-43F4-B9A0-4C4DC1F32ACA}" destId="{424D536C-87B2-40B5-B119-FD125873559B}" srcOrd="0" destOrd="0" presId="urn:microsoft.com/office/officeart/2008/layout/NameandTitleOrganizationalChart"/>
    <dgm:cxn modelId="{565ECB3D-6311-4C7B-98A4-DE493D56574C}" type="presOf" srcId="{55FCCF87-EAE7-4EF4-9EE2-54BE83CB913F}" destId="{DA76919A-58F3-4FCF-8B29-88F69F7573C0}" srcOrd="0" destOrd="0" presId="urn:microsoft.com/office/officeart/2008/layout/NameandTitleOrganizationalChart"/>
    <dgm:cxn modelId="{1FC68357-A4B2-4FAC-972F-9F4A8AEC5C1B}" type="presOf" srcId="{422BF86F-303F-4D50-BC5D-137BDFB581AA}" destId="{35199361-E410-46AB-BA2E-C615BA8D21B3}" srcOrd="1" destOrd="0" presId="urn:microsoft.com/office/officeart/2008/layout/NameandTitleOrganizationalChart"/>
    <dgm:cxn modelId="{93A8D67A-689B-48C5-905E-18A98E4BBD9A}" srcId="{BEA11907-D691-4CD7-AACF-03D53A4EC196}" destId="{0DBDC849-BDBB-4C49-94BB-CF8AEE70CCEE}" srcOrd="0" destOrd="0" parTransId="{AB3A1D70-0685-4DDC-ADF0-91738B0AD467}" sibTransId="{68DCD7CE-21B9-4D04-9D60-AE264F4F7412}"/>
    <dgm:cxn modelId="{0B6B8D02-FE38-4EA4-BA11-B26D190B2A6B}" type="presOf" srcId="{1010B677-A124-4309-9425-BA46B8D01597}" destId="{2CB274BA-956C-4748-AC0D-00728C9663C0}" srcOrd="1" destOrd="0" presId="urn:microsoft.com/office/officeart/2008/layout/NameandTitleOrganizationalChart"/>
    <dgm:cxn modelId="{EAFCD860-CB69-4560-A7F7-80E00901DFF5}" type="presOf" srcId="{2252F8DD-59F1-4B2B-9D96-7BBF64FF26DF}" destId="{4323E999-2DF6-40E5-8B67-A43ACED7A2A4}" srcOrd="0" destOrd="0" presId="urn:microsoft.com/office/officeart/2008/layout/NameandTitleOrganizationalChart"/>
    <dgm:cxn modelId="{36CA7E4D-CD56-4E2B-AC81-E2F079D22E2A}" type="presOf" srcId="{88A39611-EA92-4AFF-AAC7-2CE78D095C0E}" destId="{DF246BF9-87A8-4C99-B114-E3199F1FD709}" srcOrd="1" destOrd="0" presId="urn:microsoft.com/office/officeart/2008/layout/NameandTitleOrganizationalChart"/>
    <dgm:cxn modelId="{F31F1CDA-FA6A-4809-851F-6D065FA8BB2C}" type="presOf" srcId="{B5C3938C-8EEC-4DB1-92DB-EE700F24C113}" destId="{54478735-5C20-4308-9A20-5DAE2E88C537}" srcOrd="0" destOrd="0" presId="urn:microsoft.com/office/officeart/2008/layout/NameandTitleOrganizationalChart"/>
    <dgm:cxn modelId="{1403959D-EB2A-419E-B599-17AFCC2F3A76}" type="presOf" srcId="{92D2783A-DF88-4993-87C9-A650B813AB5A}" destId="{A410C0EF-5060-445D-B8AC-56B47E0537E6}" srcOrd="0" destOrd="0" presId="urn:microsoft.com/office/officeart/2008/layout/NameandTitleOrganizationalChart"/>
    <dgm:cxn modelId="{521C592B-C99A-4432-9A6B-7CE3D9DF2F3C}" type="presOf" srcId="{422BF86F-303F-4D50-BC5D-137BDFB581AA}" destId="{F155E75F-52F6-42D7-94B8-D0B597C46BC2}" srcOrd="0" destOrd="0" presId="urn:microsoft.com/office/officeart/2008/layout/NameandTitleOrganizationalChart"/>
    <dgm:cxn modelId="{DBA49AE7-DBE8-40DD-A3F3-9A92F0A7DC44}" srcId="{F0A77262-8184-420A-A0FB-A3DEBDB9B8D9}" destId="{46C6BCB9-7C49-474C-9AE0-90F90E1CA748}" srcOrd="0" destOrd="0" parTransId="{43F6276E-BBA0-4CD9-8792-B650CD43655C}" sibTransId="{3CB41FC9-E917-46B3-A8D9-0E00D63840FF}"/>
    <dgm:cxn modelId="{CA17F24C-E31F-49BE-BEBF-74CE26055AD5}" type="presOf" srcId="{1C22CA57-AA64-4D14-B85B-BD57D6DE09CD}" destId="{FEEA702E-93CE-4AF1-B8C0-6150A01E1569}" srcOrd="0" destOrd="0" presId="urn:microsoft.com/office/officeart/2008/layout/NameandTitleOrganizationalChart"/>
    <dgm:cxn modelId="{5C14CEF9-B2C1-4CBE-980A-FAC63FF3324E}" type="presOf" srcId="{37BAFD77-F543-47F9-BCF1-C7544B5EBC26}" destId="{6EE7F57F-8E31-48CB-9EF0-DF0F8371EAAA}" srcOrd="0" destOrd="0" presId="urn:microsoft.com/office/officeart/2008/layout/NameandTitleOrganizationalChart"/>
    <dgm:cxn modelId="{3BB1A9C2-6DF5-4510-A2A8-147FB857AD87}" srcId="{422BF86F-303F-4D50-BC5D-137BDFB581AA}" destId="{D82FF28D-39FD-45AC-8D15-CDA8948DA492}" srcOrd="1" destOrd="0" parTransId="{CE4215E9-EF86-433E-9C57-C40604064086}" sibTransId="{0183D118-6A8A-4C7F-BE09-F056CCB029B2}"/>
    <dgm:cxn modelId="{D83CE9E9-FFE8-47BB-9ED6-A5778B29BC89}" type="presOf" srcId="{71F28352-59EE-48F8-9371-7A7D94D422BD}" destId="{F00325A3-5E4B-45C7-8BD5-D20AB41BC9E2}" srcOrd="0" destOrd="0" presId="urn:microsoft.com/office/officeart/2008/layout/NameandTitleOrganizationalChart"/>
    <dgm:cxn modelId="{16AD1D98-34DD-470C-8C79-6323736BB867}" type="presOf" srcId="{281B74B0-EFF7-417E-83A2-E16C95879E81}" destId="{B20D098A-5C51-419C-BBB5-E51F0B5CBBEA}" srcOrd="0" destOrd="0" presId="urn:microsoft.com/office/officeart/2008/layout/NameandTitleOrganizationalChart"/>
    <dgm:cxn modelId="{54917AFA-C640-4A82-8610-866FDA5B6A65}" type="presOf" srcId="{8BD79B9A-B3DB-4BE8-A1B4-F63BB4258E75}" destId="{5A2A8592-425A-4ABE-878F-C51E0DB68C38}" srcOrd="0" destOrd="0" presId="urn:microsoft.com/office/officeart/2008/layout/NameandTitleOrganizationalChart"/>
    <dgm:cxn modelId="{AEDA3650-A67A-4DEF-97B3-8981F1194A09}" type="presOf" srcId="{1C2EA40D-9E6B-4508-B696-BF5F604ECB41}" destId="{3C46E12B-259B-43EF-85F7-808C8261FA79}" srcOrd="1" destOrd="0" presId="urn:microsoft.com/office/officeart/2008/layout/NameandTitleOrganizationalChart"/>
    <dgm:cxn modelId="{09C0E538-A8FA-4012-BD16-1EFAA2E3FAE1}" srcId="{5C62CE09-21E2-4F33-8950-BD8B79AE579E}" destId="{7996A810-87D5-49D4-856C-6531579477AA}" srcOrd="0" destOrd="0" parTransId="{6157014A-015A-4E58-8BCC-C81229F055DF}" sibTransId="{D4ECB387-C2D9-4B84-8F69-1EF9B32600FD}"/>
    <dgm:cxn modelId="{824690E7-6B58-4540-A222-055274E1F59D}" type="presOf" srcId="{2E977094-ADAA-4096-9A88-8FEF08A7F21B}" destId="{2AE16D42-483C-40FC-B096-729EFC8254FD}" srcOrd="1" destOrd="0" presId="urn:microsoft.com/office/officeart/2008/layout/NameandTitleOrganizationalChart"/>
    <dgm:cxn modelId="{6539DA72-FE36-4B3C-BE72-4E001007C70F}" type="presOf" srcId="{D584BA57-9600-4E10-8AAB-EC095A576CDE}" destId="{E181C29E-5E56-43C8-BEE0-A51A2D94655D}" srcOrd="0" destOrd="0" presId="urn:microsoft.com/office/officeart/2008/layout/NameandTitleOrganizationalChart"/>
    <dgm:cxn modelId="{0A2D3D30-63EC-4F72-BC84-1F31D36EFC02}" type="presOf" srcId="{C93A8A5A-4677-4F99-A189-A9868C86E0F8}" destId="{218B97E3-3D8E-4DEA-A86D-04036E6576EA}" srcOrd="0" destOrd="0" presId="urn:microsoft.com/office/officeart/2008/layout/NameandTitleOrganizationalChart"/>
    <dgm:cxn modelId="{BE99072B-1228-48DB-A790-9AADB1D8E3A5}" type="presOf" srcId="{B0E2A46F-2ED3-4EA6-BBF0-205E3BBF0D33}" destId="{C0079022-C123-40F0-99A9-D62A3FF086B8}" srcOrd="0" destOrd="0" presId="urn:microsoft.com/office/officeart/2008/layout/NameandTitleOrganizationalChart"/>
    <dgm:cxn modelId="{E3A142BD-8B96-4D0D-B724-A897B640331A}" type="presOf" srcId="{4821E27E-4AAA-487C-99EE-01162829B3B8}" destId="{F1C9FFDD-04E0-4851-BE0E-72776D3A4C5C}" srcOrd="1" destOrd="0" presId="urn:microsoft.com/office/officeart/2008/layout/NameandTitleOrganizationalChart"/>
    <dgm:cxn modelId="{EDEDC2F8-429A-4EF6-8A35-018C6DBAAE05}" type="presOf" srcId="{AB201703-2ED5-4CE2-8803-5EDED272BD11}" destId="{924974C5-ADB4-4402-8111-909FBD0E3C9F}" srcOrd="0" destOrd="0" presId="urn:microsoft.com/office/officeart/2008/layout/NameandTitleOrganizationalChart"/>
    <dgm:cxn modelId="{F8EE0164-1E9E-4047-93C4-8A884A80CA38}" type="presOf" srcId="{C2F26FF7-E1EF-43C6-B114-FB5F10AB9C7C}" destId="{5B10EFD7-693D-480D-9FC8-4964591ED49C}" srcOrd="0" destOrd="0" presId="urn:microsoft.com/office/officeart/2008/layout/NameandTitleOrganizationalChart"/>
    <dgm:cxn modelId="{464F8BF0-5D3B-46B4-9D4B-8800A3750FAA}" type="presOf" srcId="{273110E1-C84F-4584-BCC1-2E8FCF4668B9}" destId="{D30C1A51-0A51-4075-A30E-CDE252731CBA}" srcOrd="0" destOrd="0" presId="urn:microsoft.com/office/officeart/2008/layout/NameandTitleOrganizationalChart"/>
    <dgm:cxn modelId="{46EEA41A-846A-4C15-9F69-E701B30398CF}" type="presOf" srcId="{8800F2CC-CBC5-4A5E-A63A-CCE240DD2188}" destId="{11D6BA7B-C233-490D-9D16-C9AAAD4F3BE6}" srcOrd="0" destOrd="0" presId="urn:microsoft.com/office/officeart/2008/layout/NameandTitleOrganizationalChart"/>
    <dgm:cxn modelId="{DDF4083E-06EC-43A2-A398-83A0C155914D}" srcId="{54345E7E-C449-4D77-A061-AB8470AD58E6}" destId="{1042D332-4005-42D9-AA1F-B3D0CF0AB5DF}" srcOrd="1" destOrd="0" parTransId="{B2B61145-C7AD-45A8-8685-BD06AE583208}" sibTransId="{6654CBE3-A58E-4D66-B3B9-326B047070AC}"/>
    <dgm:cxn modelId="{84D18F52-BFF2-44B8-A9CB-7AEBD2019343}" type="presOf" srcId="{F2C80A2A-10CB-4F00-9C2D-FDB248CB0F4D}" destId="{F565D553-A001-47EA-8E5B-E66A71B05351}" srcOrd="0" destOrd="0" presId="urn:microsoft.com/office/officeart/2008/layout/NameandTitleOrganizationalChart"/>
    <dgm:cxn modelId="{DD5FA2B2-F43D-4E75-9F73-A52967B95F49}" type="presOf" srcId="{D8B5F1F4-9C4E-4AF0-B807-1E0EB3921A92}" destId="{D587060B-91BA-4E3E-949A-BC610B23D541}" srcOrd="1" destOrd="0" presId="urn:microsoft.com/office/officeart/2008/layout/NameandTitleOrganizationalChart"/>
    <dgm:cxn modelId="{A20E7D46-7759-4F05-BB48-6F548B12CE4B}" type="presOf" srcId="{1042D332-4005-42D9-AA1F-B3D0CF0AB5DF}" destId="{D002D937-50A7-4CEE-B531-9528B40E206C}" srcOrd="1" destOrd="0" presId="urn:microsoft.com/office/officeart/2008/layout/NameandTitleOrganizationalChart"/>
    <dgm:cxn modelId="{A1C6F720-BC73-44EB-BE9E-88466B43BA7A}" type="presOf" srcId="{66576122-D19B-46C8-8C6C-C4945D0F0161}" destId="{4F3B09F9-0219-44BA-AE25-1DEF7952D699}" srcOrd="0" destOrd="0" presId="urn:microsoft.com/office/officeart/2008/layout/NameandTitleOrganizationalChart"/>
    <dgm:cxn modelId="{CD76AAEC-D5D1-4465-9E60-C731F0F5213B}" type="presOf" srcId="{8909F75C-B96C-4C4F-A36A-F1CD20A8AE82}" destId="{053954C2-6A5C-48CA-949C-67581654662B}" srcOrd="0" destOrd="0" presId="urn:microsoft.com/office/officeart/2008/layout/NameandTitleOrganizationalChart"/>
    <dgm:cxn modelId="{2BAA20AA-4885-4212-B08A-30857921A8BB}" type="presOf" srcId="{B2B61145-C7AD-45A8-8685-BD06AE583208}" destId="{26AD5A8D-DB5E-40C5-8962-40E367F6C106}" srcOrd="0" destOrd="0" presId="urn:microsoft.com/office/officeart/2008/layout/NameandTitleOrganizationalChart"/>
    <dgm:cxn modelId="{18D2184C-2AA9-4921-9526-B90E12C30476}" srcId="{46C6BCB9-7C49-474C-9AE0-90F90E1CA748}" destId="{45098519-460B-40F9-9141-B04129E0FC51}" srcOrd="0" destOrd="0" parTransId="{72E6B6CA-C03D-400A-A6F2-2F021EA8F242}" sibTransId="{866EBE11-6464-4F14-9FB3-EA0D63F4EFA0}"/>
    <dgm:cxn modelId="{949D63CD-7307-47FC-8E67-ABFFE91D2924}" type="presOf" srcId="{D50B1F02-CC35-4D72-9669-708E0890C39D}" destId="{2CC222E6-1154-4AA9-B8E8-B388F5A61F23}" srcOrd="0" destOrd="0" presId="urn:microsoft.com/office/officeart/2008/layout/NameandTitleOrganizationalChart"/>
    <dgm:cxn modelId="{2A4C8BCF-4951-47F8-8752-87C5FD2FABE5}" type="presOf" srcId="{746C1599-5903-461F-BEC8-787B4BBD2DF9}" destId="{E37E4832-3214-4CBE-9454-94720FE2E68A}" srcOrd="0" destOrd="0" presId="urn:microsoft.com/office/officeart/2008/layout/NameandTitleOrganizationalChart"/>
    <dgm:cxn modelId="{21692603-2F70-4380-8C14-633A0D553033}" type="presOf" srcId="{CE4215E9-EF86-433E-9C57-C40604064086}" destId="{4B0B9279-11F2-4321-BCE6-F486564C09C7}" srcOrd="0" destOrd="0" presId="urn:microsoft.com/office/officeart/2008/layout/NameandTitleOrganizationalChart"/>
    <dgm:cxn modelId="{7EB676DF-DB1D-40FE-A530-048D64A9E96D}" type="presOf" srcId="{FB538157-FB19-4453-B592-5338041891D5}" destId="{17912B47-5370-40A1-8504-48B37A51863C}" srcOrd="1" destOrd="0" presId="urn:microsoft.com/office/officeart/2008/layout/NameandTitleOrganizationalChart"/>
    <dgm:cxn modelId="{6ACD7962-3FC5-460F-A68F-7791D81FC9D4}" type="presOf" srcId="{0A2D4B76-85C0-4E72-BB1B-DAEF50170900}" destId="{6B1A3D3B-91FE-4F6D-9A94-C4F0E64727EF}" srcOrd="0" destOrd="0" presId="urn:microsoft.com/office/officeart/2008/layout/NameandTitleOrganizationalChart"/>
    <dgm:cxn modelId="{7CDCE9BA-78C1-4539-ACEE-751010D6C1E0}" type="presOf" srcId="{F6DE5CFC-BB87-4CD1-B843-DB9E919F8E84}" destId="{C9CAB2F7-AD3D-49E3-AB43-0A70F077C4EC}" srcOrd="1" destOrd="0" presId="urn:microsoft.com/office/officeart/2008/layout/NameandTitleOrganizationalChart"/>
    <dgm:cxn modelId="{7B5FBC8B-8067-460B-8A18-B4541DA63B4B}" srcId="{54345E7E-C449-4D77-A061-AB8470AD58E6}" destId="{23A51483-6CEC-4CDC-A837-1096EFC3BC3B}" srcOrd="2" destOrd="0" parTransId="{FDA49442-82F6-4174-8EFD-FE2B3A95975E}" sibTransId="{1ECF26C4-17C3-4C01-B8C6-B2504FEC2F71}"/>
    <dgm:cxn modelId="{C81D0F67-441F-4E71-AEBE-812AD6630935}" type="presOf" srcId="{22201534-7B68-4545-BA0B-D9BEBCD71F31}" destId="{F78EC1A7-AF3B-472C-A9EA-EDB2A922A70A}" srcOrd="0" destOrd="0" presId="urn:microsoft.com/office/officeart/2008/layout/NameandTitleOrganizationalChart"/>
    <dgm:cxn modelId="{AAD45450-B534-4B7C-BA93-8C7BE395DCF6}" type="presOf" srcId="{EAD30744-786E-48CB-A089-2D2D0CAB5559}" destId="{5AE41AA8-F178-4414-8918-F1E6A066B337}" srcOrd="1" destOrd="0" presId="urn:microsoft.com/office/officeart/2008/layout/NameandTitleOrganizationalChart"/>
    <dgm:cxn modelId="{9DECB61C-5677-4FBF-8464-5E5B36EB055F}" type="presOf" srcId="{AECB0003-BDA0-4AFB-A92B-56D9FC870690}" destId="{350CCA6E-8CEB-4BD0-849D-F917A55B5A9A}" srcOrd="1" destOrd="0" presId="urn:microsoft.com/office/officeart/2008/layout/NameandTitleOrganizationalChart"/>
    <dgm:cxn modelId="{48FE952D-31A6-4CE5-BD2C-5B79C209EB19}" type="presOf" srcId="{36C909F5-E6C5-4E20-92FB-9B843E266CFF}" destId="{9E68D088-3773-4676-96A9-5FDAFF3EE309}" srcOrd="0" destOrd="0" presId="urn:microsoft.com/office/officeart/2008/layout/NameandTitleOrganizationalChart"/>
    <dgm:cxn modelId="{E4B26FE8-55C4-473D-A42D-08FB7BD68AE6}" type="presOf" srcId="{76E7EDC7-02D7-479D-B2D9-E275908A552E}" destId="{71D2D063-F9AB-4FBA-9DE3-34C8787E00DF}" srcOrd="0" destOrd="0" presId="urn:microsoft.com/office/officeart/2008/layout/NameandTitleOrganizationalChart"/>
    <dgm:cxn modelId="{D3E6852E-FB3B-4424-9E3D-F96185E030AF}" type="presOf" srcId="{3769A537-F63D-474F-A86D-439D6D956B67}" destId="{0D015C79-5529-4A5B-886A-3A0F032F9FA2}" srcOrd="0" destOrd="0" presId="urn:microsoft.com/office/officeart/2008/layout/NameandTitleOrganizationalChart"/>
    <dgm:cxn modelId="{6FF92EC1-1481-4E35-A6AA-E204E9934C4E}" type="presOf" srcId="{A0687F5B-DE54-403E-934A-600254CA62F5}" destId="{C9A4A326-EDBE-4612-8B68-A9A6AA3C59C0}" srcOrd="0" destOrd="0" presId="urn:microsoft.com/office/officeart/2008/layout/NameandTitleOrganizationalChart"/>
    <dgm:cxn modelId="{A5163713-EE8A-42E3-9BA2-A86474BAEBF3}" type="presOf" srcId="{42E79B6C-D2D1-4791-80C2-D54A09DAA63F}" destId="{934D8CBF-2067-4410-BFF9-6201AAEBC582}" srcOrd="0" destOrd="0" presId="urn:microsoft.com/office/officeart/2008/layout/NameandTitleOrganizationalChart"/>
    <dgm:cxn modelId="{147ECF61-5A7D-4EBB-AA35-D37B8EC30A15}" type="presOf" srcId="{FD85CDD4-6603-4E53-86F3-278555B17E35}" destId="{5F241DC3-25BE-4AFA-8C1D-197C0328CA62}" srcOrd="0" destOrd="0" presId="urn:microsoft.com/office/officeart/2008/layout/NameandTitleOrganizationalChart"/>
    <dgm:cxn modelId="{FB900B0E-A70E-436B-BE35-BF06AA405720}" srcId="{A00AB027-DB51-41EE-BF98-441408B1CA00}" destId="{3244A1A6-B49C-47D2-BB84-F490C05A073E}" srcOrd="0" destOrd="0" parTransId="{281B74B0-EFF7-417E-83A2-E16C95879E81}" sibTransId="{E0635178-9F03-4D18-83A6-003A4C624261}"/>
    <dgm:cxn modelId="{6A00632F-115E-4498-8D62-6D8E9C4F2A05}" srcId="{53ED2B8A-EE1F-4E33-86BB-6FCEEC98BC9F}" destId="{BEA6C4A3-DB6F-4C7B-8331-6C661944C7E2}" srcOrd="0" destOrd="0" parTransId="{2252F8DD-59F1-4B2B-9D96-7BBF64FF26DF}" sibTransId="{B0E2A46F-2ED3-4EA6-BBF0-205E3BBF0D33}"/>
    <dgm:cxn modelId="{28A2CECD-9E97-4DF4-8F23-47AF3E0CDE9E}" type="presOf" srcId="{79CBE907-DCE6-4BEC-9DC8-87F151CA9B86}" destId="{CEF5608A-08FB-498E-8835-798931F399DC}" srcOrd="0" destOrd="0" presId="urn:microsoft.com/office/officeart/2008/layout/NameandTitleOrganizationalChart"/>
    <dgm:cxn modelId="{CFF0AAC9-C05B-402E-B810-D34D8DDE9A52}" srcId="{0DBDC849-BDBB-4C49-94BB-CF8AEE70CCEE}" destId="{422BF86F-303F-4D50-BC5D-137BDFB581AA}" srcOrd="2" destOrd="0" parTransId="{8DC9C906-27F2-4891-8CFC-B6D8B12B15C4}" sibTransId="{69B096EA-2729-4367-B8E2-415CC7F510BB}"/>
    <dgm:cxn modelId="{A4F21489-63BA-4E65-80AF-E70E690C8BF5}" srcId="{3569F31A-CA9A-4457-9EBE-57DBC05B93A9}" destId="{0123A9FE-BFFA-4400-A6F8-F85B2607896E}" srcOrd="0" destOrd="0" parTransId="{0F2711EF-5EA0-4CC2-A22A-634203F57AD5}" sibTransId="{A37E4689-CF17-4D73-B862-21ED9AD4CDF5}"/>
    <dgm:cxn modelId="{C98CB1CB-6F50-4322-982F-16E1125F6957}" srcId="{422BF86F-303F-4D50-BC5D-137BDFB581AA}" destId="{2E70C2CA-EA83-45DD-8CD5-BE9DA972D412}" srcOrd="2" destOrd="0" parTransId="{8BD79B9A-B3DB-4BE8-A1B4-F63BB4258E75}" sibTransId="{F11689CF-6A83-4166-95B1-5EB99048C5A7}"/>
    <dgm:cxn modelId="{D8DA44CD-E269-4841-B1BB-D22E92D81B9D}" type="presOf" srcId="{5C62CE09-21E2-4F33-8950-BD8B79AE579E}" destId="{A05A08BD-3AFC-43EE-848F-FB00C9BCA94B}" srcOrd="1" destOrd="0" presId="urn:microsoft.com/office/officeart/2008/layout/NameandTitleOrganizationalChart"/>
    <dgm:cxn modelId="{475EA7C1-1575-40DD-B45B-CFF8F09E81F8}" type="presOf" srcId="{F0A08B22-41BF-4E2E-B8B2-E5F8ECCC6390}" destId="{07CC1E5E-B70C-49CD-8387-9C0DB3BC9EB4}" srcOrd="1" destOrd="0" presId="urn:microsoft.com/office/officeart/2008/layout/NameandTitleOrganizationalChart"/>
    <dgm:cxn modelId="{7B952DA3-6796-44DF-B753-6F298303951B}" type="presOf" srcId="{1C2EA40D-9E6B-4508-B696-BF5F604ECB41}" destId="{5E666837-B45E-45B9-95F2-AE4E19B1ADA4}" srcOrd="0" destOrd="0" presId="urn:microsoft.com/office/officeart/2008/layout/NameandTitleOrganizationalChart"/>
    <dgm:cxn modelId="{27ACD7CF-D46E-4E81-87A2-A4FEDC00DE23}" type="presOf" srcId="{3569F31A-CA9A-4457-9EBE-57DBC05B93A9}" destId="{1DC0B2E6-3A89-48AB-BEA0-D31CF2CE58B3}" srcOrd="0" destOrd="0" presId="urn:microsoft.com/office/officeart/2008/layout/NameandTitleOrganizationalChart"/>
    <dgm:cxn modelId="{7DBE4ADB-C7A8-4F1B-8417-41F93A8C61C9}" type="presOf" srcId="{8DC5FB62-E338-45F3-9FDE-B1442579966C}" destId="{6B9A51EE-F9BB-42FF-AB98-A54F7BBAB753}" srcOrd="0" destOrd="0" presId="urn:microsoft.com/office/officeart/2008/layout/NameandTitleOrganizationalChart"/>
    <dgm:cxn modelId="{71772F0A-A942-411E-AFBD-9084D7F203B0}" srcId="{2E70C2CA-EA83-45DD-8CD5-BE9DA972D412}" destId="{1010B677-A124-4309-9425-BA46B8D01597}" srcOrd="0" destOrd="0" parTransId="{542CBC86-9496-4A5B-95DD-62003325AF36}" sibTransId="{273110E1-C84F-4584-BCC1-2E8FCF4668B9}"/>
    <dgm:cxn modelId="{7BCBDCF8-6073-45B9-B77C-C85BF3765152}" srcId="{3A84117B-88A2-4DCE-B25E-6E427D7C2873}" destId="{C4FBE58F-C6D4-4F9F-8A04-F66A0A525463}" srcOrd="0" destOrd="0" parTransId="{3E0D27B1-678C-41CC-AD64-301FC33904D0}" sibTransId="{4B42CEAB-85DF-4AE8-B41B-1EA9394A5034}"/>
    <dgm:cxn modelId="{5316977D-9FDC-480A-AC3F-8DD30665E018}" srcId="{FA15C79D-3CA0-4031-9D8E-050CAD68F80E}" destId="{EAD30744-786E-48CB-A089-2D2D0CAB5559}" srcOrd="0" destOrd="0" parTransId="{DFFE0041-33FD-4C3B-B47E-09112EC49A52}" sibTransId="{EEC8CC81-E3FF-4899-97B2-34607670D186}"/>
    <dgm:cxn modelId="{53279E1D-C58B-4265-9D64-0E87893FDA22}" srcId="{34605E8C-EA65-4BA3-A23F-E1B00C7B4840}" destId="{FB538157-FB19-4453-B592-5338041891D5}" srcOrd="1" destOrd="0" parTransId="{76E7EDC7-02D7-479D-B2D9-E275908A552E}" sibTransId="{FD85CDD4-6603-4E53-86F3-278555B17E35}"/>
    <dgm:cxn modelId="{B00329E3-9B16-4B02-97CF-1EA85D0D8866}" type="presOf" srcId="{087A59A6-261B-4899-A0A0-362A410944A2}" destId="{0F22B9B8-D058-4A75-A9F6-F3E62FA8E397}" srcOrd="0" destOrd="0" presId="urn:microsoft.com/office/officeart/2008/layout/NameandTitleOrganizationalChart"/>
    <dgm:cxn modelId="{AD2A358F-663D-422F-AB8A-152CC75FCCA3}" type="presOf" srcId="{9D65EAF3-55BF-42C7-AB29-E4101529ABD5}" destId="{53D1C075-0C0B-4C72-819D-DE00793011BA}" srcOrd="0" destOrd="0" presId="urn:microsoft.com/office/officeart/2008/layout/NameandTitleOrganizationalChart"/>
    <dgm:cxn modelId="{F0A1D21E-D04E-4ED0-9E65-85B19CA426BF}" type="presOf" srcId="{1010B677-A124-4309-9425-BA46B8D01597}" destId="{C2A58C23-7A3A-4AA3-8DF0-F4B8EFA1F8C3}" srcOrd="0" destOrd="0" presId="urn:microsoft.com/office/officeart/2008/layout/NameandTitleOrganizationalChart"/>
    <dgm:cxn modelId="{D0EB5804-C852-406C-A814-E7F3A67E3AED}" type="presOf" srcId="{28396FC2-0BF2-4FB5-A0CB-10BF6CC132BB}" destId="{C24C0589-9CFB-4A4A-A30F-EBD4EA02AA10}" srcOrd="0" destOrd="0" presId="urn:microsoft.com/office/officeart/2008/layout/NameandTitleOrganizationalChart"/>
    <dgm:cxn modelId="{DB201219-0FFA-4A22-AE6D-21FDCAFAB57D}" type="presOf" srcId="{8EDB12B6-0477-41D1-90A4-DBA81A603362}" destId="{FDA8C1FA-FDE0-4DA0-AAEC-92792F177966}" srcOrd="0" destOrd="0" presId="urn:microsoft.com/office/officeart/2008/layout/NameandTitleOrganizationalChart"/>
    <dgm:cxn modelId="{B31FB958-13EF-41ED-A41E-31CA17940181}" type="presOf" srcId="{17EDFF82-23AB-48EA-8519-AD849180308B}" destId="{9D15AD87-9578-4311-B5C9-6A67D1D9E514}" srcOrd="0" destOrd="0" presId="urn:microsoft.com/office/officeart/2008/layout/NameandTitleOrganizationalChart"/>
    <dgm:cxn modelId="{E5853F50-567E-4B0E-8555-45BC1AD84493}" type="presOf" srcId="{CB376D3A-184E-4CC3-B346-348493BCDB2D}" destId="{BE3EB238-A359-43A8-A94C-E62229395B9B}" srcOrd="0" destOrd="0" presId="urn:microsoft.com/office/officeart/2008/layout/NameandTitleOrganizationalChart"/>
    <dgm:cxn modelId="{AD86DD36-CC06-4C4C-A4D8-95586FE0D5CD}" type="presOf" srcId="{7996A810-87D5-49D4-856C-6531579477AA}" destId="{8D9CC486-08F0-413E-9014-95C09180440A}" srcOrd="1" destOrd="0" presId="urn:microsoft.com/office/officeart/2008/layout/NameandTitleOrganizationalChart"/>
    <dgm:cxn modelId="{CDCB450C-1C7D-4D90-A671-346EE540BEDE}" type="presOf" srcId="{F0BBAC9F-48E2-46F1-9591-799DAD8E7E7A}" destId="{5D9A1151-73EE-4F9F-A263-9A3F48DC23CE}" srcOrd="0" destOrd="0" presId="urn:microsoft.com/office/officeart/2008/layout/NameandTitleOrganizationalChart"/>
    <dgm:cxn modelId="{7FB7EBD5-B02A-4E17-9A1A-AFA258F67DDB}" srcId="{1042D332-4005-42D9-AA1F-B3D0CF0AB5DF}" destId="{A79BA5AB-C54F-4829-8984-9684556F7908}" srcOrd="0" destOrd="0" parTransId="{B6D9C901-4FD9-49B3-9166-1BC5D0C7EF39}" sibTransId="{644A77C3-6137-476A-84A0-A813110E28E5}"/>
    <dgm:cxn modelId="{58E62EF8-F129-400C-9E9D-F44C9AE7E40C}" type="presOf" srcId="{A552D5AE-7369-47BA-AE42-9F5C983E51F4}" destId="{FF3A0D50-1281-4B85-BF8D-021FB3474308}" srcOrd="0" destOrd="0" presId="urn:microsoft.com/office/officeart/2008/layout/NameandTitleOrganizationalChart"/>
    <dgm:cxn modelId="{E82803BE-BE5F-457F-A144-147D85C7B619}" type="presOf" srcId="{3A84117B-88A2-4DCE-B25E-6E427D7C2873}" destId="{81E14BB5-20FC-479B-942D-9A0DA5B344E6}" srcOrd="0" destOrd="0" presId="urn:microsoft.com/office/officeart/2008/layout/NameandTitleOrganizationalChart"/>
    <dgm:cxn modelId="{4F33A95A-BA21-49D7-AB74-38A64AB7FBEC}" type="presOf" srcId="{B07CFC45-AB19-4442-810A-0B37EE8CFEFF}" destId="{33AFAAFB-A485-4D55-8E83-BC3FD6301783}" srcOrd="0" destOrd="0" presId="urn:microsoft.com/office/officeart/2008/layout/NameandTitleOrganizationalChart"/>
    <dgm:cxn modelId="{B158615B-DDD9-4562-9A0C-E3490FE2B259}" type="presOf" srcId="{F0A77262-8184-420A-A0FB-A3DEBDB9B8D9}" destId="{9A89C5BC-CCBF-49BA-8478-4343EED86505}" srcOrd="1" destOrd="0" presId="urn:microsoft.com/office/officeart/2008/layout/NameandTitleOrganizationalChart"/>
    <dgm:cxn modelId="{E614EEDE-16FD-4959-9607-F67C64929A13}" type="presOf" srcId="{E6988586-5792-40DE-A07E-79785A265E2F}" destId="{A577355F-B7F6-4930-A88D-1684942BA649}" srcOrd="0" destOrd="0" presId="urn:microsoft.com/office/officeart/2008/layout/NameandTitleOrganizationalChart"/>
    <dgm:cxn modelId="{5B4CA722-1C9C-4C9B-A1DC-83EEDFA9BBDE}" type="presOf" srcId="{76079DEB-68B6-4A70-92FC-9B1B488C08F2}" destId="{F4E33BC3-2A1D-46C9-A844-1B846E85687B}" srcOrd="0" destOrd="0" presId="urn:microsoft.com/office/officeart/2008/layout/NameandTitleOrganizationalChart"/>
    <dgm:cxn modelId="{2E4D4505-1CDB-4242-92C7-80275B0B8509}" type="presOf" srcId="{B749FD64-80EB-47E6-A94B-C6465F43956F}" destId="{AFAA8B16-5D62-4BFD-951C-DB057C218305}" srcOrd="0" destOrd="0" presId="urn:microsoft.com/office/officeart/2008/layout/NameandTitleOrganizationalChart"/>
    <dgm:cxn modelId="{0F7B2810-9A19-44E4-8472-DD112302064F}" type="presOf" srcId="{B23E2C18-4FD0-4CB4-896A-EDA7869C997E}" destId="{2A3DE114-6A2C-442C-96A3-1C1ACB01DBD8}" srcOrd="0" destOrd="0" presId="urn:microsoft.com/office/officeart/2008/layout/NameandTitleOrganizationalChart"/>
    <dgm:cxn modelId="{EC871A0E-C1CA-461E-9816-B2B3574C2A0C}" type="presOf" srcId="{EDDEBCC9-C43D-4C54-BD64-AF774712B604}" destId="{CD6BCD19-53E4-43C2-AF17-BFF15E0AB73D}" srcOrd="0" destOrd="0" presId="urn:microsoft.com/office/officeart/2008/layout/NameandTitleOrganizationalChart"/>
    <dgm:cxn modelId="{A96CF021-2411-4060-9AA0-D0B05B80D234}" srcId="{B7416A3D-307A-44D8-8308-5A8EC90122D6}" destId="{53ED2B8A-EE1F-4E33-86BB-6FCEEC98BC9F}" srcOrd="0" destOrd="0" parTransId="{D76DE313-4C0D-45A9-9262-0BB16EB64F12}" sibTransId="{F0BBAC9F-48E2-46F1-9591-799DAD8E7E7A}"/>
    <dgm:cxn modelId="{A2BDC595-F1A9-45D1-A22D-6FE2DB4FB997}" type="presOf" srcId="{C4FBE58F-C6D4-4F9F-8A04-F66A0A525463}" destId="{D708F806-AA99-4068-8C4A-55D8964C9581}" srcOrd="1" destOrd="0" presId="urn:microsoft.com/office/officeart/2008/layout/NameandTitleOrganizationalChart"/>
    <dgm:cxn modelId="{C4101E55-46DF-4630-8C28-19ECD40C271C}" type="presOf" srcId="{819F5FA5-AE58-41D2-82ED-8090A47CBED9}" destId="{3E29D6B2-3A71-4798-9AB1-B1F867D9E1F1}" srcOrd="0" destOrd="0" presId="urn:microsoft.com/office/officeart/2008/layout/NameandTitleOrganizationalChart"/>
    <dgm:cxn modelId="{1B2250D9-F919-44F7-AE6E-CDC2FF7C6537}" srcId="{1042D332-4005-42D9-AA1F-B3D0CF0AB5DF}" destId="{6A6D91A0-6DAC-4A2B-910E-C587190BD919}" srcOrd="1" destOrd="0" parTransId="{46980691-2E8A-4155-BACC-5F1C95DC8564}" sibTransId="{79CBE907-DCE6-4BEC-9DC8-87F151CA9B86}"/>
    <dgm:cxn modelId="{F26408B8-320F-4E98-825C-2EA826224191}" type="presOf" srcId="{A5A24F03-483A-40CF-B5A2-8758E10552B1}" destId="{EB65AE57-3F48-4BE0-93DE-16A181DC5113}" srcOrd="0" destOrd="0" presId="urn:microsoft.com/office/officeart/2008/layout/NameandTitleOrganizationalChart"/>
    <dgm:cxn modelId="{7CFD29A9-E8AE-400D-959C-5203DAE1B753}" type="presOf" srcId="{7B6D80DC-E851-41C2-837D-D055210FEF25}" destId="{8D28C641-2F21-43F2-BF88-B2234DD49CF8}" srcOrd="0" destOrd="0" presId="urn:microsoft.com/office/officeart/2008/layout/NameandTitleOrganizationalChart"/>
    <dgm:cxn modelId="{71EE21D1-C8EA-47AF-87FE-104E10FAFE79}" type="presOf" srcId="{0C93125E-865F-4454-BF50-865C5491F032}" destId="{3EFE5E0E-4125-4931-8B2F-946E5A7C3B81}" srcOrd="0" destOrd="0" presId="urn:microsoft.com/office/officeart/2008/layout/NameandTitleOrganizationalChart"/>
    <dgm:cxn modelId="{2947BFEC-F3F1-4830-803A-61EE4614CD68}" srcId="{0123A9FE-BFFA-4400-A6F8-F85B2607896E}" destId="{CB376D3A-184E-4CC3-B346-348493BCDB2D}" srcOrd="1" destOrd="0" parTransId="{77492DD0-1D51-48EB-B7A5-1D1D001EAC95}" sibTransId="{9BFE4642-B4C0-4381-94E5-289D6951AE67}"/>
    <dgm:cxn modelId="{830668B3-81FF-4828-987F-CCD555BFFC41}" type="presOf" srcId="{D8B5F1F4-9C4E-4AF0-B807-1E0EB3921A92}" destId="{39D514DF-9623-457B-AD09-08F87D5DB5F2}" srcOrd="0" destOrd="0" presId="urn:microsoft.com/office/officeart/2008/layout/NameandTitleOrganizationalChart"/>
    <dgm:cxn modelId="{61BEBE8C-0107-4221-AEB0-44D89C19AC74}" srcId="{AECB0003-BDA0-4AFB-A92B-56D9FC870690}" destId="{6BED69E3-3EA4-43B1-9F3B-F73491BD7842}" srcOrd="0" destOrd="0" parTransId="{4B981B90-ECAA-4BBF-99E3-7CBD3A5716CC}" sibTransId="{973E98DF-580C-47FB-9D7F-9C26FA662292}"/>
    <dgm:cxn modelId="{39C4DDAD-D2CD-4149-898C-6DD5188159A6}" type="presOf" srcId="{8DC9C906-27F2-4891-8CFC-B6D8B12B15C4}" destId="{DB89F2A2-7029-49FF-A344-AA6BF0C50C76}" srcOrd="0" destOrd="0" presId="urn:microsoft.com/office/officeart/2008/layout/NameandTitleOrganizationalChart"/>
    <dgm:cxn modelId="{76A37BDB-F3D8-488A-BB2D-DBDA5B1FAF7B}" type="presOf" srcId="{E0635178-9F03-4D18-83A6-003A4C624261}" destId="{FB4FFCEF-5227-4633-8CD0-C974FA77FCBF}" srcOrd="0" destOrd="0" presId="urn:microsoft.com/office/officeart/2008/layout/NameandTitleOrganizationalChart"/>
    <dgm:cxn modelId="{848EC3E9-509C-4F7A-96FE-163294DBE8BD}" type="presOf" srcId="{A79BA5AB-C54F-4829-8984-9684556F7908}" destId="{63218DCF-E1FE-4FA4-933C-F1A6BF147BD3}" srcOrd="0" destOrd="0" presId="urn:microsoft.com/office/officeart/2008/layout/NameandTitleOrganizationalChart"/>
    <dgm:cxn modelId="{F0DA773F-070D-4EA5-9D19-0933C2C3964E}" type="presOf" srcId="{8C0CCAF1-BB5A-45B4-8F4C-C2BC1ECA6016}" destId="{1BB0F72B-5C4B-4B01-BE8A-82383C55EA35}" srcOrd="0" destOrd="0" presId="urn:microsoft.com/office/officeart/2008/layout/NameandTitleOrganizationalChart"/>
    <dgm:cxn modelId="{29EC297E-D3C8-4516-BF0D-A9FE981AFAA9}" type="presOf" srcId="{B7416A3D-307A-44D8-8308-5A8EC90122D6}" destId="{127114D1-095C-47CB-A575-22BBBB8DD2F8}" srcOrd="1" destOrd="0" presId="urn:microsoft.com/office/officeart/2008/layout/NameandTitleOrganizationalChart"/>
    <dgm:cxn modelId="{655BA0D8-16EC-4B51-B10F-FAC7F8EEEC5C}" type="presOf" srcId="{10E35010-B5BC-4931-8230-DAED99ED8265}" destId="{94F105C3-2CBA-49AD-9435-0C4AD5EBE3ED}" srcOrd="0" destOrd="0" presId="urn:microsoft.com/office/officeart/2008/layout/NameandTitleOrganizationalChart"/>
    <dgm:cxn modelId="{2FA657C8-FF77-4E30-9968-07C980E063A0}" type="presOf" srcId="{54345E7E-C449-4D77-A061-AB8470AD58E6}" destId="{D6791594-E9D3-4D8C-9F5C-10ABFF4879D5}" srcOrd="0" destOrd="0" presId="urn:microsoft.com/office/officeart/2008/layout/NameandTitleOrganizationalChart"/>
    <dgm:cxn modelId="{C09D7347-3D87-4AF3-B0F2-3C41B1C7BE1A}" type="presOf" srcId="{99663586-4532-4858-BCA7-A9025108089A}" destId="{557D7C44-0A35-43E2-8B4A-3369E71D1773}" srcOrd="0" destOrd="0" presId="urn:microsoft.com/office/officeart/2008/layout/NameandTitleOrganizationalChart"/>
    <dgm:cxn modelId="{F56D04E6-1A0E-40E6-B6BD-62854D820923}" srcId="{71F28352-59EE-48F8-9371-7A7D94D422BD}" destId="{C41DDD7A-DAB5-4EED-A2A7-46DB5FD5C847}" srcOrd="0" destOrd="0" parTransId="{80D61311-38A1-49F3-A86D-A94483F55818}" sibTransId="{19BF6E00-AAF4-4956-BD66-F14B3B6C39BD}"/>
    <dgm:cxn modelId="{0C658C25-F8AF-4EB6-B124-A9B8B98F5AB4}" type="presOf" srcId="{1ECF26C4-17C3-4C01-B8C6-B2504FEC2F71}" destId="{114A6F19-7DA2-4C3A-BF59-90B3C1F03F10}" srcOrd="0" destOrd="0" presId="urn:microsoft.com/office/officeart/2008/layout/NameandTitleOrganizationalChart"/>
    <dgm:cxn modelId="{786F2686-D1D6-4F95-A7AE-939C6A61E903}" srcId="{422BF86F-303F-4D50-BC5D-137BDFB581AA}" destId="{A0687F5B-DE54-403E-934A-600254CA62F5}" srcOrd="3" destOrd="0" parTransId="{B07CFC45-AB19-4442-810A-0B37EE8CFEFF}" sibTransId="{DDC47854-5792-4050-B22F-F0042BBA2DC4}"/>
    <dgm:cxn modelId="{1A79A8EC-4262-4021-8F02-892223085E4C}" type="presOf" srcId="{EE0E35A6-7903-4E68-B057-1EEC29EC2904}" destId="{DAEC0570-0C88-4988-A273-F2BA53B8370E}" srcOrd="0" destOrd="0" presId="urn:microsoft.com/office/officeart/2008/layout/NameandTitleOrganizationalChart"/>
    <dgm:cxn modelId="{6E7D8038-45DB-43DF-8910-C72EE26DBE01}" type="presOf" srcId="{BB53D516-BFE1-4100-90A5-32C6DC42CB50}" destId="{3C02DF84-CBBC-4F1B-B06A-1644F289EFA7}" srcOrd="0" destOrd="0" presId="urn:microsoft.com/office/officeart/2008/layout/NameandTitleOrganizationalChart"/>
    <dgm:cxn modelId="{1A0E4BCD-06FB-48F3-819A-906FEE4FB797}" type="presOf" srcId="{7996A810-87D5-49D4-856C-6531579477AA}" destId="{D283B793-FEE0-40CE-AB31-6DDBCB80CEB2}" srcOrd="0" destOrd="0" presId="urn:microsoft.com/office/officeart/2008/layout/NameandTitleOrganizationalChart"/>
    <dgm:cxn modelId="{84CAACBE-ECCD-4CAE-B63A-B9E720DD2DE2}" type="presOf" srcId="{FA15C79D-3CA0-4031-9D8E-050CAD68F80E}" destId="{296D1E2E-0A3A-433B-8BFF-886C1406C059}" srcOrd="0" destOrd="0" presId="urn:microsoft.com/office/officeart/2008/layout/NameandTitleOrganizationalChart"/>
    <dgm:cxn modelId="{D6A9BD62-FBBC-401B-8DAB-422104264F68}" type="presOf" srcId="{53ED2B8A-EE1F-4E33-86BB-6FCEEC98BC9F}" destId="{43687206-1176-43C1-9188-14B1AA0D33D8}" srcOrd="1" destOrd="0" presId="urn:microsoft.com/office/officeart/2008/layout/NameandTitleOrganizationalChart"/>
    <dgm:cxn modelId="{F194123B-1E30-4B90-93AD-9C96EEADF032}" type="presOf" srcId="{438890CF-090E-431A-9300-C99AFB5C028D}" destId="{63445290-5252-4075-854E-F44AC382318D}" srcOrd="0" destOrd="0" presId="urn:microsoft.com/office/officeart/2008/layout/NameandTitleOrganizationalChart"/>
    <dgm:cxn modelId="{7D2B8FA6-78E5-4F70-B68C-FE54226BFCB3}" srcId="{5C62CE09-21E2-4F33-8950-BD8B79AE579E}" destId="{8EDB12B6-0477-41D1-90A4-DBA81A603362}" srcOrd="1" destOrd="0" parTransId="{FDBD1C68-BA3F-490E-96E3-DE1A30BB8D2B}" sibTransId="{76079DEB-68B6-4A70-92FC-9B1B488C08F2}"/>
    <dgm:cxn modelId="{B5D55676-80A9-4DEE-B52F-EE69D088EE30}" type="presOf" srcId="{80E19A72-F5AA-4337-A5C4-ABFB8F9318C5}" destId="{B547A26F-D57E-4B31-A6F3-AD84B974C27F}" srcOrd="1" destOrd="0" presId="urn:microsoft.com/office/officeart/2008/layout/NameandTitleOrganizationalChart"/>
    <dgm:cxn modelId="{4B0F55A1-21DB-428B-ADA7-DA57530CAE09}" type="presOf" srcId="{6654CBE3-A58E-4D66-B3B9-326B047070AC}" destId="{119CAEC3-8FA5-40A0-BFD8-B2945A59A516}" srcOrd="0" destOrd="0" presId="urn:microsoft.com/office/officeart/2008/layout/NameandTitleOrganizationalChart"/>
    <dgm:cxn modelId="{433B0F45-0036-498F-87FC-DDAA7B5F8023}" type="presOf" srcId="{17EDFF82-23AB-48EA-8519-AD849180308B}" destId="{FB340B7B-3B97-433F-B9AD-8D38F4F6A367}" srcOrd="1" destOrd="0" presId="urn:microsoft.com/office/officeart/2008/layout/NameandTitleOrganizationalChart"/>
    <dgm:cxn modelId="{3CF93F60-A3E9-4B17-B1BE-DB4DF7CD05BE}" type="presOf" srcId="{F7ABBA89-C96E-4F2C-BE3B-2817ABC56A9B}" destId="{65BE064A-4B85-45E8-A14A-CD738D5A0FFC}" srcOrd="0" destOrd="0" presId="urn:microsoft.com/office/officeart/2008/layout/NameandTitleOrganizationalChart"/>
    <dgm:cxn modelId="{CB76BACD-48D9-49B2-BD21-7AFFB4AF000A}" type="presOf" srcId="{644A77C3-6137-476A-84A0-A813110E28E5}" destId="{4A8633E6-1D81-48D2-80B1-16DAB5A9E49A}" srcOrd="0" destOrd="0" presId="urn:microsoft.com/office/officeart/2008/layout/NameandTitleOrganizationalChart"/>
    <dgm:cxn modelId="{13A9C39C-7948-4388-8920-045257572112}" type="presOf" srcId="{E4EEC120-AF0F-449F-9722-659C59873F94}" destId="{A8DA08E0-BDBC-4583-BD96-2DC87FD14E30}" srcOrd="0" destOrd="0" presId="urn:microsoft.com/office/officeart/2008/layout/NameandTitleOrganizationalChart"/>
    <dgm:cxn modelId="{81D1019E-9389-43EF-AA15-D80DBDE353C4}" srcId="{94B3F0FE-CFEC-4DB0-85CA-BF56F270BD38}" destId="{B8A644D7-BCEC-45EB-8CC0-93E33D0CFF78}" srcOrd="0" destOrd="0" parTransId="{AB149D1C-8296-4530-B780-3C8393848930}" sibTransId="{E2CE4A14-358B-45C2-987C-BBCC62CED41F}"/>
    <dgm:cxn modelId="{9746514B-40F8-40F9-B886-622075917EB7}" srcId="{BEA6C4A3-DB6F-4C7B-8331-6C661944C7E2}" destId="{819F5FA5-AE58-41D2-82ED-8090A47CBED9}" srcOrd="0" destOrd="0" parTransId="{0A2D4B76-85C0-4E72-BB1B-DAEF50170900}" sibTransId="{15879F80-BA47-4BDC-91A1-04165F76D758}"/>
    <dgm:cxn modelId="{266547D5-7920-4FE2-A616-F9789118DE60}" type="presOf" srcId="{3569F31A-CA9A-4457-9EBE-57DBC05B93A9}" destId="{0177A070-2D40-4B6E-9184-55082CABB724}" srcOrd="1" destOrd="0" presId="urn:microsoft.com/office/officeart/2008/layout/NameandTitleOrganizationalChart"/>
    <dgm:cxn modelId="{EA0F97B7-BB12-48DE-96EC-A7E05670B030}" type="presOf" srcId="{9308B17F-EFAA-4FA5-9567-66A08BA0123D}" destId="{6FA7E347-C4FB-44E8-B415-31D0768142A3}" srcOrd="1" destOrd="0" presId="urn:microsoft.com/office/officeart/2008/layout/NameandTitleOrganizationalChart"/>
    <dgm:cxn modelId="{C024E6EA-C80E-4B91-B9AD-CF136DB02584}" srcId="{422BF86F-303F-4D50-BC5D-137BDFB581AA}" destId="{17EDFF82-23AB-48EA-8519-AD849180308B}" srcOrd="0" destOrd="0" parTransId="{A5A24F03-483A-40CF-B5A2-8758E10552B1}" sibTransId="{D584BA57-9600-4E10-8AAB-EC095A576CDE}"/>
    <dgm:cxn modelId="{F0C5461A-E84F-43E6-B3EA-617EB6290040}" type="presOf" srcId="{14A1DE13-C49E-48C5-81F9-D0C375F0310F}" destId="{63E54E31-8F1C-4C7E-9878-525285EE4246}" srcOrd="1" destOrd="0" presId="urn:microsoft.com/office/officeart/2008/layout/NameandTitleOrganizationalChart"/>
    <dgm:cxn modelId="{3F6DD9D7-FCF4-4D34-83A6-00867448A6BA}" type="presOf" srcId="{098C3B73-E68C-4F43-AEED-D59C25BB1E8B}" destId="{FB805743-5969-41E7-A149-1543651E2EB2}" srcOrd="0" destOrd="0" presId="urn:microsoft.com/office/officeart/2008/layout/NameandTitleOrganizationalChart"/>
    <dgm:cxn modelId="{6E291E66-260D-4738-A894-179DF8B5DF59}" type="presOf" srcId="{36742881-FA78-4BC8-8AB2-35F81D959BB2}" destId="{0B2517EE-FAB8-4136-A9B4-1C333F4B2DBF}" srcOrd="1" destOrd="0" presId="urn:microsoft.com/office/officeart/2008/layout/NameandTitleOrganizationalChart"/>
    <dgm:cxn modelId="{5747805D-59D9-4E2B-8F82-975F9D2807CD}" srcId="{10E35010-B5BC-4931-8230-DAED99ED8265}" destId="{9308B17F-EFAA-4FA5-9567-66A08BA0123D}" srcOrd="0" destOrd="0" parTransId="{5A547479-F21A-49CA-9E8D-5DAC1A58C002}" sibTransId="{621BEE6E-C32C-4B4C-AD96-C2C91D05B8A9}"/>
    <dgm:cxn modelId="{2CBC3944-5F5C-4543-B563-2CDF4747E3E6}" type="presOf" srcId="{3D7C66E9-481E-43E4-B5D0-3F6DF6321E6A}" destId="{F2F3DDB4-C8CA-4F5F-ADB9-9169434A94D8}" srcOrd="0" destOrd="0" presId="urn:microsoft.com/office/officeart/2008/layout/NameandTitleOrganizationalChart"/>
    <dgm:cxn modelId="{52E08FF6-6D5C-4E77-A055-36154890B99F}" srcId="{786A09F1-3E89-4EBA-BA7C-18E0D1A0D530}" destId="{0213513B-3366-4FC0-A7AA-6C6E54AABB1D}" srcOrd="0" destOrd="0" parTransId="{36EB2E8F-D9C9-400F-84FA-1B4037E4B4DF}" sibTransId="{B0D96502-9011-443D-B596-E60218C7ACFD}"/>
    <dgm:cxn modelId="{BDF7FE85-A806-4802-99FB-DE10CDFC793F}" type="presOf" srcId="{EF8DB139-DADE-4743-B72D-1087CEF50D4F}" destId="{CD61E2D5-6659-47BE-81E1-B9561EAD79CA}" srcOrd="0" destOrd="0" presId="urn:microsoft.com/office/officeart/2008/layout/NameandTitleOrganizationalChart"/>
    <dgm:cxn modelId="{D35C03E9-A4CB-4056-BE3A-0BBE08325B84}" type="presOf" srcId="{B749FD64-80EB-47E6-A94B-C6465F43956F}" destId="{0E4125F8-7D69-4694-B3AE-FB9911A2095C}" srcOrd="1" destOrd="0" presId="urn:microsoft.com/office/officeart/2008/layout/NameandTitleOrganizationalChart"/>
    <dgm:cxn modelId="{3C572F13-EAFF-4797-B27A-E3BDE01B195D}" type="presOf" srcId="{6B677C8F-9672-4B97-83F1-99994AE2A7C6}" destId="{535C3F35-E49F-4693-812D-94DCFE85D8C6}" srcOrd="0" destOrd="0" presId="urn:microsoft.com/office/officeart/2008/layout/NameandTitleOrganizationalChart"/>
    <dgm:cxn modelId="{F5FC4141-AEC1-4CD6-A5F0-F64B3D3A4D65}" type="presOf" srcId="{3244A1A6-B49C-47D2-BB84-F490C05A073E}" destId="{D57F2214-47EA-46E4-A41D-479290B42ADC}" srcOrd="0" destOrd="0" presId="urn:microsoft.com/office/officeart/2008/layout/NameandTitleOrganizationalChart"/>
    <dgm:cxn modelId="{E760AEA8-C1A3-4EEE-A38B-D10599B1D208}" type="presOf" srcId="{BEA6C4A3-DB6F-4C7B-8331-6C661944C7E2}" destId="{FCF1B085-C181-4525-9760-E123CD035305}" srcOrd="0" destOrd="0" presId="urn:microsoft.com/office/officeart/2008/layout/NameandTitleOrganizationalChart"/>
    <dgm:cxn modelId="{2DD84C75-EBEE-40E3-A262-0045AE91D6A0}" type="presOf" srcId="{9308B17F-EFAA-4FA5-9567-66A08BA0123D}" destId="{EC22421D-5EC5-413E-A69B-4B74F807AEA3}" srcOrd="0" destOrd="0" presId="urn:microsoft.com/office/officeart/2008/layout/NameandTitleOrganizationalChart"/>
    <dgm:cxn modelId="{61B609E1-0718-48B1-A63D-A7106731EB83}" type="presOf" srcId="{43F6276E-BBA0-4CD9-8792-B650CD43655C}" destId="{04F39901-AF2F-4557-AACB-AAC214CE3F8F}" srcOrd="0" destOrd="0" presId="urn:microsoft.com/office/officeart/2008/layout/NameandTitleOrganizationalChart"/>
    <dgm:cxn modelId="{5D97AA50-A29E-4B02-98AB-FBFDEBE295D7}" type="presOf" srcId="{46C6BCB9-7C49-474C-9AE0-90F90E1CA748}" destId="{1C47C5C5-DA01-4B92-B3EE-18C548263DA8}" srcOrd="1" destOrd="0" presId="urn:microsoft.com/office/officeart/2008/layout/NameandTitleOrganizationalChart"/>
    <dgm:cxn modelId="{D0788CD5-446E-4AFD-A6C6-F58A3ED231DD}" type="presOf" srcId="{54357051-B519-49F4-AEDE-12BBF2A47E67}" destId="{88AE2D57-0331-4F8F-B478-0DED7F751DCD}" srcOrd="0" destOrd="0" presId="urn:microsoft.com/office/officeart/2008/layout/NameandTitleOrganizationalChart"/>
    <dgm:cxn modelId="{CB5185B6-E2A2-4043-85F0-48BC6B0C362F}" type="presOf" srcId="{F11689CF-6A83-4166-95B1-5EB99048C5A7}" destId="{9A69A07F-5968-48BD-A457-F89CE64C9EBC}" srcOrd="0" destOrd="0" presId="urn:microsoft.com/office/officeart/2008/layout/NameandTitleOrganizationalChart"/>
    <dgm:cxn modelId="{F21F37AB-7F75-400B-84DA-744E96E69F19}" type="presOf" srcId="{BEA6C4A3-DB6F-4C7B-8331-6C661944C7E2}" destId="{ACCFD2F4-3259-49DD-896E-F27E6E2D485B}" srcOrd="1" destOrd="0" presId="urn:microsoft.com/office/officeart/2008/layout/NameandTitleOrganizationalChart"/>
    <dgm:cxn modelId="{4D604CFF-0018-416B-AA91-FAD9F1BA1947}" type="presOf" srcId="{0183D118-6A8A-4C7F-BE09-F056CCB029B2}" destId="{C1FC5CB5-68A6-4844-933E-905149C1CBEA}" srcOrd="0" destOrd="0" presId="urn:microsoft.com/office/officeart/2008/layout/NameandTitleOrganizationalChart"/>
    <dgm:cxn modelId="{9CC1F24D-763C-450B-A31C-63EE2C1470B9}" type="presOf" srcId="{72E6B6CA-C03D-400A-A6F2-2F021EA8F242}" destId="{B88BD274-7608-414B-8DD4-BB680C071DB5}" srcOrd="0" destOrd="0" presId="urn:microsoft.com/office/officeart/2008/layout/NameandTitleOrganizationalChart"/>
    <dgm:cxn modelId="{0BDD3BB4-B1AD-4206-B6A7-92497F3C48EA}" type="presOf" srcId="{DDC47854-5792-4050-B22F-F0042BBA2DC4}" destId="{BBF11CBB-588D-4282-AA83-7FDF9E37B59C}" srcOrd="0" destOrd="0" presId="urn:microsoft.com/office/officeart/2008/layout/NameandTitleOrganizationalChart"/>
    <dgm:cxn modelId="{84F1606D-11FA-45C9-9800-F191AFA6A09B}" type="presOf" srcId="{1B01F970-301C-4AFD-B4FF-0D019B6DCB6C}" destId="{3DF38F35-7C9D-4EA2-A4F8-E273F08BB49E}" srcOrd="1" destOrd="0" presId="urn:microsoft.com/office/officeart/2008/layout/NameandTitleOrganizationalChart"/>
    <dgm:cxn modelId="{FFABF67E-7F25-4CC8-92A0-A4F497DCA7E5}" type="presOf" srcId="{45098519-460B-40F9-9141-B04129E0FC51}" destId="{FD36BD43-4CBB-4B70-9E4B-30837A1A0BC5}" srcOrd="1" destOrd="0" presId="urn:microsoft.com/office/officeart/2008/layout/NameandTitleOrganizationalChart"/>
    <dgm:cxn modelId="{CF8B7EAD-2A5F-4AFE-87E7-4E0F62B9AB3C}" type="presOf" srcId="{1C22CA57-AA64-4D14-B85B-BD57D6DE09CD}" destId="{9FAE6130-41E8-489B-8F28-FCD881E53B06}" srcOrd="1" destOrd="0" presId="urn:microsoft.com/office/officeart/2008/layout/NameandTitleOrganizationalChart"/>
    <dgm:cxn modelId="{902C1177-6C0E-493C-A264-0DD03FAB7524}" type="presOf" srcId="{B8A644D7-BCEC-45EB-8CC0-93E33D0CFF78}" destId="{50873C78-2CCB-468D-85EC-FC7F71385A91}" srcOrd="0" destOrd="0" presId="urn:microsoft.com/office/officeart/2008/layout/NameandTitleOrganizationalChart"/>
    <dgm:cxn modelId="{6531D5C0-0B87-4AC4-9790-8178336780E2}" type="presOf" srcId="{94B3F0FE-CFEC-4DB0-85CA-BF56F270BD38}" destId="{6F88AA7D-1790-43AA-BECB-EB2B66E14144}" srcOrd="0" destOrd="0" presId="urn:microsoft.com/office/officeart/2008/layout/NameandTitleOrganizationalChart"/>
    <dgm:cxn modelId="{007E3863-C220-4034-A5AC-EDCCFAE3B24D}" type="presOf" srcId="{0213513B-3366-4FC0-A7AA-6C6E54AABB1D}" destId="{86984CCE-5F92-4CAC-B646-2A3364DE7A3A}" srcOrd="1" destOrd="0" presId="urn:microsoft.com/office/officeart/2008/layout/NameandTitleOrganizationalChart"/>
    <dgm:cxn modelId="{FCE5EE70-0288-4127-9B6F-F230024AC5D3}" type="presOf" srcId="{46980691-2E8A-4155-BACC-5F1C95DC8564}" destId="{88D9DEAC-5B4E-4108-B952-3D7ACEA311E6}" srcOrd="0" destOrd="0" presId="urn:microsoft.com/office/officeart/2008/layout/NameandTitleOrganizationalChart"/>
    <dgm:cxn modelId="{2B2F4413-CA33-4887-9604-3021DE3CE163}" type="presOf" srcId="{B2BA154D-D61E-450C-83BA-84CD26AA6789}" destId="{67FB88A8-890C-4392-B6A8-A36704D6B7EA}" srcOrd="0" destOrd="0" presId="urn:microsoft.com/office/officeart/2008/layout/NameandTitleOrganizationalChart"/>
    <dgm:cxn modelId="{DE1523D6-7BDB-43F3-BAF7-3CC554BCF332}" type="presOf" srcId="{F1C8A047-09C4-40CC-A49C-4E0A335BF79F}" destId="{ECA71640-2587-4422-B0E0-CC20F2847BC2}" srcOrd="1" destOrd="0" presId="urn:microsoft.com/office/officeart/2008/layout/NameandTitleOrganizationalChart"/>
    <dgm:cxn modelId="{F9C6C259-D648-4F4E-B334-69EDB518DED2}" type="presOf" srcId="{113454B8-595C-4CDF-A64B-1B0D9888D5B2}" destId="{3A35F4EB-E08F-4BDB-A3C2-D463B270C20E}" srcOrd="0" destOrd="0" presId="urn:microsoft.com/office/officeart/2008/layout/NameandTitleOrganizationalChart"/>
    <dgm:cxn modelId="{2958E6F3-8C0F-4292-AA85-7F64A2C2A472}" type="presOf" srcId="{5A547479-F21A-49CA-9E8D-5DAC1A58C002}" destId="{8C06C46D-4070-4844-B952-F2B78256846E}" srcOrd="0" destOrd="0" presId="urn:microsoft.com/office/officeart/2008/layout/NameandTitleOrganizationalChart"/>
    <dgm:cxn modelId="{5F0DE462-0792-4007-A97C-DA642D72BD00}" type="presOf" srcId="{63BD28F4-837F-4DCF-8D87-D602F29121B0}" destId="{81D7F4A2-D5ED-4BCE-8BFC-6F0E5B15FDA9}" srcOrd="0" destOrd="0" presId="urn:microsoft.com/office/officeart/2008/layout/NameandTitleOrganizationalChart"/>
    <dgm:cxn modelId="{CB294C64-CFF3-4E03-B59D-ADFF7C0427B7}" srcId="{0123A9FE-BFFA-4400-A6F8-F85B2607896E}" destId="{D8B5F1F4-9C4E-4AF0-B807-1E0EB3921A92}" srcOrd="2" destOrd="0" parTransId="{831BCE55-B9A8-40D2-ADBA-AD887DFAF83E}" sibTransId="{C44F72F8-15BE-45FF-B735-96E63CB953BD}"/>
    <dgm:cxn modelId="{A658BAEA-2533-41C9-90BC-3B3BA190054A}" srcId="{378A3745-9AEB-4388-AC8E-8D7ECEC63E3F}" destId="{B7416A3D-307A-44D8-8308-5A8EC90122D6}" srcOrd="0" destOrd="0" parTransId="{AA4EFF05-B24B-4610-8293-C7002D784628}" sibTransId="{628A520F-91C7-49F5-A3E1-F64A527667C0}"/>
    <dgm:cxn modelId="{79F5E826-9DA3-4B0A-A09E-B4CE576B2AE4}" type="presOf" srcId="{4B981B90-ECAA-4BBF-99E3-7CBD3A5716CC}" destId="{5C3CE34F-87CB-4992-8C14-9BAA66C7ED27}" srcOrd="0" destOrd="0" presId="urn:microsoft.com/office/officeart/2008/layout/NameandTitleOrganizationalChart"/>
    <dgm:cxn modelId="{40B79FE5-46B7-4C14-BDBD-100091CC36D4}" type="presOf" srcId="{5F133CC8-FC3F-4144-9834-CAD16CCAC8CA}" destId="{E0AF75DB-1FF1-4407-B048-87140FFD09E6}" srcOrd="0" destOrd="0" presId="urn:microsoft.com/office/officeart/2008/layout/NameandTitleOrganizationalChart"/>
    <dgm:cxn modelId="{05A9567B-3AE3-47B4-B9B9-BA9B1FFA0B7F}" type="presOf" srcId="{94B3F0FE-CFEC-4DB0-85CA-BF56F270BD38}" destId="{6850A5FD-1346-4877-A60C-1E75A9714D66}" srcOrd="1" destOrd="0" presId="urn:microsoft.com/office/officeart/2008/layout/NameandTitleOrganizationalChart"/>
    <dgm:cxn modelId="{47F4090D-006C-42EA-B309-7277E41B55A8}" srcId="{1010B677-A124-4309-9425-BA46B8D01597}" destId="{F6DE5CFC-BB87-4CD1-B843-DB9E919F8E84}" srcOrd="0" destOrd="0" parTransId="{ED00272A-1369-42E2-9EF9-935A2D68E497}" sibTransId="{4F6FA6E1-34BB-4991-9A62-24D3A5DF34A9}"/>
    <dgm:cxn modelId="{1B21E61B-001F-491C-97A7-9992DF885FCB}" type="presOf" srcId="{C763542C-B0AA-4385-9ACE-CFEEB65B3B5E}" destId="{5AC4D3E3-B039-430D-9B45-790EDB3B3FF6}" srcOrd="0" destOrd="0" presId="urn:microsoft.com/office/officeart/2008/layout/NameandTitleOrganizationalChart"/>
    <dgm:cxn modelId="{2B714151-1B16-4F2F-86CD-00B20DBB4DB4}" type="presOf" srcId="{68DCD7CE-21B9-4D04-9D60-AE264F4F7412}" destId="{5B4E2512-A6E1-45B9-B21D-D2BE4918F50C}" srcOrd="0" destOrd="0" presId="urn:microsoft.com/office/officeart/2008/layout/NameandTitleOrganizationalChart"/>
    <dgm:cxn modelId="{8C004EE9-F179-4386-8DBB-1A1709945AA2}" type="presOf" srcId="{19BF6E00-AAF4-4956-BD66-F14B3B6C39BD}" destId="{697A7C02-8705-4DCB-B440-438EBF44990E}" srcOrd="0" destOrd="0" presId="urn:microsoft.com/office/officeart/2008/layout/NameandTitleOrganizationalChart"/>
    <dgm:cxn modelId="{60CEEC77-3AE6-443E-ACCA-635134445D9C}" type="presOf" srcId="{0DFE678E-7CAD-4EEE-A817-9F8A5D3071F1}" destId="{B9F61D5F-0DEF-43E7-9E5B-7299AB636D46}" srcOrd="0" destOrd="0" presId="urn:microsoft.com/office/officeart/2008/layout/NameandTitleOrganizationalChart"/>
    <dgm:cxn modelId="{D081F15B-96CF-4078-A802-D206B346833A}" type="presOf" srcId="{23A51483-6CEC-4CDC-A837-1096EFC3BC3B}" destId="{42EAAC15-4E8C-446B-99F3-B39FF7E44024}" srcOrd="0" destOrd="0" presId="urn:microsoft.com/office/officeart/2008/layout/NameandTitleOrganizationalChart"/>
    <dgm:cxn modelId="{3B86E11D-9D5F-4448-9409-02AAB274D019}" type="presOf" srcId="{34605E8C-EA65-4BA3-A23F-E1B00C7B4840}" destId="{F3FF0AAA-75AB-4E7E-919E-BBE5E6C049A0}" srcOrd="0" destOrd="0" presId="urn:microsoft.com/office/officeart/2008/layout/NameandTitleOrganizationalChart"/>
    <dgm:cxn modelId="{D365E7DF-C24F-4921-BA5B-A16C9BF06F1F}" type="presOf" srcId="{5A21913A-17AF-4223-B412-86DDC025DB5D}" destId="{55CB131F-7B70-4B67-AA8A-843E35C63CFF}" srcOrd="0" destOrd="0" presId="urn:microsoft.com/office/officeart/2008/layout/NameandTitleOrganizationalChart"/>
    <dgm:cxn modelId="{7CB3C6AE-87BD-4F5B-A969-DB51D966A392}" type="presOf" srcId="{C3D7C5DF-B563-435A-9442-F763E82ABDE7}" destId="{52AAE135-6A60-4A75-A786-C67C500720B8}" srcOrd="0" destOrd="0" presId="urn:microsoft.com/office/officeart/2008/layout/NameandTitleOrganizationalChart"/>
    <dgm:cxn modelId="{87D2C27E-8510-4BDE-A9CA-314336B51850}" type="presOf" srcId="{2FE2B477-C65C-483A-B201-C005EB6976B1}" destId="{2ED58BF8-927E-42A6-9769-B7ECBE83E925}" srcOrd="0" destOrd="0" presId="urn:microsoft.com/office/officeart/2008/layout/NameandTitleOrganizationalChart"/>
    <dgm:cxn modelId="{ECC2E3DD-30B4-40E2-8233-33B6A3A2F822}" type="presOf" srcId="{71B14A17-EF27-43F0-A3F4-D781F2607921}" destId="{C9DF9438-F1D4-4E88-911D-045FE6B29C33}" srcOrd="0" destOrd="0" presId="urn:microsoft.com/office/officeart/2008/layout/NameandTitleOrganizationalChart"/>
    <dgm:cxn modelId="{889B9A3C-2C8A-474E-9637-BC7FEA7E0CEF}" srcId="{1B01F970-301C-4AFD-B4FF-0D019B6DCB6C}" destId="{10E35010-B5BC-4931-8230-DAED99ED8265}" srcOrd="0" destOrd="0" parTransId="{113454B8-595C-4CDF-A64B-1B0D9888D5B2}" sibTransId="{0BB2B955-9E57-4CBA-9B6A-316F121655D8}"/>
    <dgm:cxn modelId="{065088A9-BF26-4B42-8739-B5945BC3317F}" type="presOf" srcId="{D82FF28D-39FD-45AC-8D15-CDA8948DA492}" destId="{295A4C79-3255-4CE6-A454-7E4FFD33D9FD}" srcOrd="1" destOrd="0" presId="urn:microsoft.com/office/officeart/2008/layout/NameandTitleOrganizationalChart"/>
    <dgm:cxn modelId="{6A0008C5-8650-477A-B0A2-CE9BCD5D6FA2}" type="presOf" srcId="{00FF40FE-10D3-4364-BD64-776E551BF081}" destId="{FEA3D869-48D2-41E7-AAA9-013BFD734BD1}" srcOrd="0" destOrd="0" presId="urn:microsoft.com/office/officeart/2008/layout/NameandTitleOrganizationalChart"/>
    <dgm:cxn modelId="{424C8B7D-B87A-495D-AFD8-BF53CE2884B2}" srcId="{0213513B-3366-4FC0-A7AA-6C6E54AABB1D}" destId="{B749FD64-80EB-47E6-A94B-C6465F43956F}" srcOrd="0" destOrd="0" parTransId="{A24F8E06-03B5-4F5D-89CB-55B024B797FD}" sibTransId="{D6C8320E-AF7A-481E-B60D-7FA73CF3FC85}"/>
    <dgm:cxn modelId="{6475BE5B-7C21-412C-887D-E289A0864418}" type="presOf" srcId="{F1C8A047-09C4-40CC-A49C-4E0A335BF79F}" destId="{3252C458-2E78-484A-A1EC-6EAF524FBBBA}" srcOrd="0" destOrd="0" presId="urn:microsoft.com/office/officeart/2008/layout/NameandTitleOrganizationalChart"/>
    <dgm:cxn modelId="{F02D7557-A7BE-4D9B-8AED-54B63CC6BBAA}" type="presOf" srcId="{E1377E58-483B-4D32-9958-FEC05A6B2BE3}" destId="{746C4611-3DA3-4A7E-8C62-3A5CC0F1B2BE}" srcOrd="0" destOrd="0" presId="urn:microsoft.com/office/officeart/2008/layout/NameandTitleOrganizationalChart"/>
    <dgm:cxn modelId="{4E2308CF-ED4A-44C9-9EA6-3CF28F21E747}" type="presOf" srcId="{628A520F-91C7-49F5-A3E1-F64A527667C0}" destId="{A4A9CE39-2A10-448B-BF6C-7DCCDF9927FC}" srcOrd="0" destOrd="0" presId="urn:microsoft.com/office/officeart/2008/layout/NameandTitleOrganizationalChart"/>
    <dgm:cxn modelId="{13B11EF8-4FE6-4EFF-B154-B55507FA5CC9}" type="presOf" srcId="{DE3E08CE-AD99-4744-BC12-D01A6CD0217B}" destId="{D0284E0B-6F6E-4E4E-80FB-41AD312C5A8C}" srcOrd="0" destOrd="0" presId="urn:microsoft.com/office/officeart/2008/layout/NameandTitleOrganizationalChart"/>
    <dgm:cxn modelId="{0D4E28B8-6DE4-4F70-8B7F-A796690BCC9B}" type="presOf" srcId="{80D61311-38A1-49F3-A86D-A94483F55818}" destId="{C907E45B-2E66-4889-8383-E74DC6EC7009}" srcOrd="0" destOrd="0" presId="urn:microsoft.com/office/officeart/2008/layout/NameandTitleOrganizationalChart"/>
    <dgm:cxn modelId="{04B64C10-D4BF-4408-895A-D38863DF169B}" type="presOf" srcId="{45098519-460B-40F9-9141-B04129E0FC51}" destId="{6F6290F0-0CB2-4FC0-A1B0-F8D3E2A826FF}" srcOrd="0" destOrd="0" presId="urn:microsoft.com/office/officeart/2008/layout/NameandTitleOrganizationalChart"/>
    <dgm:cxn modelId="{9CC0F802-20BB-4734-8232-EE149A55D7BE}" type="presOf" srcId="{087A59A6-261B-4899-A0A0-362A410944A2}" destId="{B3882F9B-E706-4D35-9754-BDFCD04F9229}" srcOrd="1" destOrd="0" presId="urn:microsoft.com/office/officeart/2008/layout/NameandTitleOrganizationalChart"/>
    <dgm:cxn modelId="{4DCC39EA-3293-48FF-9A63-C66677F9A141}" srcId="{0123A9FE-BFFA-4400-A6F8-F85B2607896E}" destId="{0B49E81E-6D43-4D2B-9B1F-CE0CF2EE4941}" srcOrd="0" destOrd="0" parTransId="{3D7C66E9-481E-43E4-B5D0-3F6DF6321E6A}" sibTransId="{746C1599-5903-461F-BEC8-787B4BBD2DF9}"/>
    <dgm:cxn modelId="{A1F50AC1-E66D-4787-AA07-19E8DA107501}" srcId="{34605E8C-EA65-4BA3-A23F-E1B00C7B4840}" destId="{B5C3938C-8EEC-4DB1-92DB-EE700F24C113}" srcOrd="0" destOrd="0" parTransId="{4A5A0E13-3C52-4EB3-9908-A1B3DA6C05C7}" sibTransId="{66576122-D19B-46C8-8C6C-C4945D0F0161}"/>
    <dgm:cxn modelId="{69C0AC79-8EF0-4470-9393-3659C4DDC09B}" type="presOf" srcId="{01118030-56A2-456F-990E-C550AC677DD1}" destId="{D202320C-CA0C-47AC-BD99-56961C4D0FF6}" srcOrd="0" destOrd="0" presId="urn:microsoft.com/office/officeart/2008/layout/NameandTitleOrganizationalChart"/>
    <dgm:cxn modelId="{C8A881AC-E071-4B92-9A8F-CDCB280934A1}" type="presOf" srcId="{A37E4689-CF17-4D73-B862-21ED9AD4CDF5}" destId="{1D167993-66B5-49C5-A09C-872D50475B5F}" srcOrd="0" destOrd="0" presId="urn:microsoft.com/office/officeart/2008/layout/NameandTitleOrganizationalChart"/>
    <dgm:cxn modelId="{8C28350E-4052-49D1-9BED-8B84A19D8314}" type="presOf" srcId="{13BA00BD-ABBE-4E60-9755-3FEF57FF1800}" destId="{31484F15-4A27-4D5E-BEBE-022286E8F586}" srcOrd="0" destOrd="0" presId="urn:microsoft.com/office/officeart/2008/layout/NameandTitleOrganizationalChart"/>
    <dgm:cxn modelId="{A8935A84-0384-4E83-8B33-997D6BD92EAA}" type="presOf" srcId="{FDBD1C68-BA3F-490E-96E3-DE1A30BB8D2B}" destId="{C7FA9AC8-5687-4FBC-B373-0D2F81F5B401}" srcOrd="0" destOrd="0" presId="urn:microsoft.com/office/officeart/2008/layout/NameandTitleOrganizationalChart"/>
    <dgm:cxn modelId="{E4FAAE88-D8F9-4505-B937-9E4EB75107C2}" type="presOf" srcId="{5B2D79B5-4E83-42A0-AEFB-B8A5965D935A}" destId="{593150CF-6D25-4AF7-B870-EFF1AC10C2C1}" srcOrd="0" destOrd="0" presId="urn:microsoft.com/office/officeart/2008/layout/NameandTitleOrganizationalChart"/>
    <dgm:cxn modelId="{AEF73FA8-BBE2-44CB-925A-60D9EB13CF49}" type="presOf" srcId="{9BFE4642-B4C0-4381-94E5-289D6951AE67}" destId="{11F811AB-BBF6-482F-8831-EB799A4F0009}" srcOrd="0" destOrd="0" presId="urn:microsoft.com/office/officeart/2008/layout/NameandTitleOrganizationalChart"/>
    <dgm:cxn modelId="{D99424A4-1E2F-4D19-B8BB-C269E70B184F}" srcId="{92D2783A-DF88-4993-87C9-A650B813AB5A}" destId="{80E19A72-F5AA-4337-A5C4-ABFB8F9318C5}" srcOrd="0" destOrd="0" parTransId="{23BF9350-AAC9-4ADD-BE61-77E267C4CDE4}" sibTransId="{B6AAE813-DC80-43F4-B9A0-4C4DC1F32ACA}"/>
    <dgm:cxn modelId="{83AFC0FE-084D-457A-AABD-158A01C64A24}" srcId="{EAD30744-786E-48CB-A089-2D2D0CAB5559}" destId="{3569F31A-CA9A-4457-9EBE-57DBC05B93A9}" srcOrd="0" destOrd="0" parTransId="{DB5D156B-9AD8-43B0-9A00-D28E12FDB262}" sibTransId="{0C93125E-865F-4454-BF50-865C5491F032}"/>
    <dgm:cxn modelId="{48C76BE8-7911-4D4B-9D84-6ADF7A2FA4AB}" type="presOf" srcId="{0213513B-3366-4FC0-A7AA-6C6E54AABB1D}" destId="{17A9601B-FE4D-45DD-AC46-4E2E79E3E36C}" srcOrd="0" destOrd="0" presId="urn:microsoft.com/office/officeart/2008/layout/NameandTitleOrganizationalChart"/>
    <dgm:cxn modelId="{7CD7ADDC-2E39-4492-90CB-DCEAB85B9BAD}" type="presOf" srcId="{FDA49442-82F6-4174-8EFD-FE2B3A95975E}" destId="{5CBF0B90-0FCD-4255-B998-29D5097C6ED9}" srcOrd="0" destOrd="0" presId="urn:microsoft.com/office/officeart/2008/layout/NameandTitleOrganizationalChart"/>
    <dgm:cxn modelId="{69D4103F-7E26-4BE3-A209-81D5125F13F4}" type="presOf" srcId="{0DBDC849-BDBB-4C49-94BB-CF8AEE70CCEE}" destId="{E8303D86-3936-454C-ACC0-BCE2DAD93ACA}" srcOrd="0" destOrd="0" presId="urn:microsoft.com/office/officeart/2008/layout/NameandTitleOrganizationalChart"/>
    <dgm:cxn modelId="{0A5F9FB1-63CB-413E-8C04-914DA9A632DF}" type="presOf" srcId="{6A6D91A0-6DAC-4A2B-910E-C587190BD919}" destId="{9D98B848-EE98-4A76-A615-DF475C8EACA8}" srcOrd="1" destOrd="0" presId="urn:microsoft.com/office/officeart/2008/layout/NameandTitleOrganizationalChart"/>
    <dgm:cxn modelId="{BD93E8F8-B0FA-4089-BAE1-753AA136E1EA}" type="presOf" srcId="{B7416A3D-307A-44D8-8308-5A8EC90122D6}" destId="{B19D6484-F95D-4D64-ABED-57AC65B3435A}" srcOrd="0" destOrd="0" presId="urn:microsoft.com/office/officeart/2008/layout/NameandTitleOrganizationalChart"/>
    <dgm:cxn modelId="{484AD47B-F30C-4F71-8D09-46F7CC8A4744}" type="presOf" srcId="{0BB2B955-9E57-4CBA-9B6A-316F121655D8}" destId="{AC1EEE97-4A6B-4DDC-AC90-7D1A29CF8F0C}" srcOrd="0" destOrd="0" presId="urn:microsoft.com/office/officeart/2008/layout/NameandTitleOrganizationalChart"/>
    <dgm:cxn modelId="{ABB44C90-A7F9-45FC-83E9-AEDED9D5E067}" srcId="{A0687F5B-DE54-403E-934A-600254CA62F5}" destId="{786A09F1-3E89-4EBA-BA7C-18E0D1A0D530}" srcOrd="0" destOrd="0" parTransId="{BD6CCF3C-9A97-4F4D-A87C-F3FD01A9D352}" sibTransId="{EC65DA01-DAE2-43AE-B6B6-31FB62CB4CF6}"/>
    <dgm:cxn modelId="{7CC0830A-CF7A-46C3-8CE8-45AD24E689AA}" type="presOf" srcId="{7BB986AF-C7FF-4F18-B6C5-909A9006BC81}" destId="{5E795C1F-B7D4-4E7A-B161-63E9530099DA}" srcOrd="0" destOrd="0" presId="urn:microsoft.com/office/officeart/2008/layout/NameandTitleOrganizationalChart"/>
    <dgm:cxn modelId="{EDE50FB9-6F5A-4AEC-8F30-FA79EFD71662}" type="presOf" srcId="{26D60ABC-3E69-4516-B23B-F1BF8A47AD2B}" destId="{CA596665-C2E5-4B6A-AA37-ED2EBF2B693D}" srcOrd="0" destOrd="0" presId="urn:microsoft.com/office/officeart/2008/layout/NameandTitleOrganizationalChart"/>
    <dgm:cxn modelId="{7DB1CBFF-D6A5-405C-89F4-B2169F55D89D}" type="presOf" srcId="{8DC5FB62-E338-45F3-9FDE-B1442579966C}" destId="{5EC5D802-8A35-4299-AD75-D7F52DD0D689}" srcOrd="1" destOrd="0" presId="urn:microsoft.com/office/officeart/2008/layout/NameandTitleOrganizationalChart"/>
    <dgm:cxn modelId="{C15A6EF9-80EC-4EF7-886A-463F74B0CF43}" type="presOf" srcId="{098C3B73-E68C-4F43-AEED-D59C25BB1E8B}" destId="{824D65F1-17A3-4A2E-AD09-5EB55BB3D0FE}" srcOrd="1" destOrd="0" presId="urn:microsoft.com/office/officeart/2008/layout/NameandTitleOrganizationalChart"/>
    <dgm:cxn modelId="{BB224EEA-EE45-4BE9-B90F-2DEC31F46AB3}" type="presOf" srcId="{23BF9350-AAC9-4ADD-BE61-77E267C4CDE4}" destId="{BBF1F096-9C26-46CC-80B6-F1411655806F}" srcOrd="0" destOrd="0" presId="urn:microsoft.com/office/officeart/2008/layout/NameandTitleOrganizationalChart"/>
    <dgm:cxn modelId="{A0ABF074-33FC-4157-9698-B737BECC613B}" type="presOf" srcId="{831BCE55-B9A8-40D2-ADBA-AD887DFAF83E}" destId="{8B6601CE-0439-4612-8F27-001F0148CE5C}" srcOrd="0" destOrd="0" presId="urn:microsoft.com/office/officeart/2008/layout/NameandTitleOrganizationalChart"/>
    <dgm:cxn modelId="{81AED580-65A8-4303-9492-61784003E58A}" type="presOf" srcId="{55FCCF87-EAE7-4EF4-9EE2-54BE83CB913F}" destId="{5B89440C-AF18-4546-B16A-19844D6D567A}" srcOrd="1" destOrd="0" presId="urn:microsoft.com/office/officeart/2008/layout/NameandTitleOrganizationalChart"/>
    <dgm:cxn modelId="{1EACBB99-A30C-46E5-9F78-3FEF13C79725}" type="presOf" srcId="{E2CE4A14-358B-45C2-987C-BBCC62CED41F}" destId="{8C3CC895-85D3-4AAD-BD41-C0FAEA276876}" srcOrd="0" destOrd="0" presId="urn:microsoft.com/office/officeart/2008/layout/NameandTitleOrganizationalChart"/>
    <dgm:cxn modelId="{BB566190-0A16-458C-8C13-D3C42114B490}" type="presOf" srcId="{63BD28F4-837F-4DCF-8D87-D602F29121B0}" destId="{11204B5A-862A-47A7-B92C-69C4EBF8520E}" srcOrd="1" destOrd="0" presId="urn:microsoft.com/office/officeart/2008/layout/NameandTitleOrganizationalChart"/>
    <dgm:cxn modelId="{8EF30779-9627-441E-AC2E-F4A863398962}" type="presOf" srcId="{88A39611-EA92-4AFF-AAC7-2CE78D095C0E}" destId="{2AD54272-5DB6-4C89-A33E-4BFFFB453F73}" srcOrd="0" destOrd="0" presId="urn:microsoft.com/office/officeart/2008/layout/NameandTitleOrganizationalChart"/>
    <dgm:cxn modelId="{52F7FF71-058B-46C8-9DC8-B56AAE1295FE}" srcId="{0DBDC849-BDBB-4C49-94BB-CF8AEE70CCEE}" destId="{F0A77262-8184-420A-A0FB-A3DEBDB9B8D9}" srcOrd="3" destOrd="0" parTransId="{FF988127-D1BF-4ADF-9E9E-E650DDC8A7E8}" sibTransId="{F7ABBA89-C96E-4F2C-BE3B-2817ABC56A9B}"/>
    <dgm:cxn modelId="{A9D8A63C-4C5D-44EB-9289-198597B509B6}" type="presOf" srcId="{DB0EBAE0-B947-4E24-9B36-5D11AB37F7AD}" destId="{8B6B4938-9AF3-48E4-91E0-4706D5040C66}" srcOrd="0" destOrd="0" presId="urn:microsoft.com/office/officeart/2008/layout/NameandTitleOrganizationalChart"/>
    <dgm:cxn modelId="{1486EADB-78E4-4351-83B5-A58F18423E5E}" type="presOf" srcId="{2E70C2CA-EA83-45DD-8CD5-BE9DA972D412}" destId="{2A2BFC8A-09CB-4429-8B45-C81617BBDE18}" srcOrd="1" destOrd="0" presId="urn:microsoft.com/office/officeart/2008/layout/NameandTitleOrganizationalChart"/>
    <dgm:cxn modelId="{EB81F383-0D1B-46E0-A568-69264F8906FD}" type="presOf" srcId="{C41DDD7A-DAB5-4EED-A2A7-46DB5FD5C847}" destId="{A3394FA8-9E88-45C9-96AF-973F0B31AA1B}" srcOrd="1" destOrd="0" presId="urn:microsoft.com/office/officeart/2008/layout/NameandTitleOrganizationalChart"/>
    <dgm:cxn modelId="{507CA58E-8D47-43B0-82DB-5B31C824098E}" type="presOf" srcId="{2E70C2CA-EA83-45DD-8CD5-BE9DA972D412}" destId="{AA44136F-C0EA-467D-B2BF-2EAF45641185}" srcOrd="0" destOrd="0" presId="urn:microsoft.com/office/officeart/2008/layout/NameandTitleOrganizationalChart"/>
    <dgm:cxn modelId="{458DAD71-CAEB-402D-A818-9B302BD665AA}" type="presOf" srcId="{72D837DF-D785-425D-9EFA-D4CBA6263055}" destId="{30C41FA2-0389-4B8F-99B1-30A007A5DE0E}" srcOrd="0" destOrd="0" presId="urn:microsoft.com/office/officeart/2008/layout/NameandTitleOrganizationalChart"/>
    <dgm:cxn modelId="{815330B6-C5F2-4BC1-B2BF-E025FCC2722A}" type="presOf" srcId="{AB149D1C-8296-4530-B780-3C8393848930}" destId="{0011FA2C-6DBF-4EC7-A3F5-B80FA9C4D9DE}" srcOrd="0" destOrd="0" presId="urn:microsoft.com/office/officeart/2008/layout/NameandTitleOrganizationalChart"/>
    <dgm:cxn modelId="{15BEB346-4473-41A9-B951-4C73E5A663CF}" type="presOf" srcId="{C4FBE58F-C6D4-4F9F-8A04-F66A0A525463}" destId="{D3CC568B-0BF1-42A7-9707-ECC65A365E89}" srcOrd="0" destOrd="0" presId="urn:microsoft.com/office/officeart/2008/layout/NameandTitleOrganizationalChart"/>
    <dgm:cxn modelId="{ADD62B22-FD2D-4120-9E79-F1E4054D2DE3}" type="presOf" srcId="{A24F8E06-03B5-4F5D-89CB-55B024B797FD}" destId="{D13E4A50-5986-4F3A-BA02-538B030B94D4}" srcOrd="0" destOrd="0" presId="urn:microsoft.com/office/officeart/2008/layout/NameandTitleOrganizationalChart"/>
    <dgm:cxn modelId="{D50D20DC-E675-45ED-93C4-483D3978C016}" type="presOf" srcId="{2E00D8EE-2202-4C81-8175-A6ABAFAC5535}" destId="{98A42301-AF98-41A7-BD4B-69609EF2161E}" srcOrd="0" destOrd="0" presId="urn:microsoft.com/office/officeart/2008/layout/NameandTitleOrganizationalChart"/>
    <dgm:cxn modelId="{0F4199DE-A4E0-4C55-9644-5F94013837F2}" type="presOf" srcId="{B98A44FF-A623-4F9C-BDE2-691A9B26BEC3}" destId="{3C9B7120-A6DF-4034-B5EE-AED1B396C70A}" srcOrd="0" destOrd="0" presId="urn:microsoft.com/office/officeart/2008/layout/NameandTitleOrganizationalChart"/>
    <dgm:cxn modelId="{59DDD174-546C-4062-B4E5-3B7C0B913CC4}" srcId="{34605E8C-EA65-4BA3-A23F-E1B00C7B4840}" destId="{B23E2C18-4FD0-4CB4-896A-EDA7869C997E}" srcOrd="2" destOrd="0" parTransId="{4CEA0F43-17D1-4244-9C32-E08E66999300}" sibTransId="{9D65EAF3-55BF-42C7-AB29-E4101529ABD5}"/>
    <dgm:cxn modelId="{131AA094-9E71-48E0-B3F2-67D170D690C3}" type="presOf" srcId="{6BED69E3-3EA4-43B1-9F3B-F73491BD7842}" destId="{C61AAC9B-5573-475A-8319-629D9AD1355C}" srcOrd="0" destOrd="0" presId="urn:microsoft.com/office/officeart/2008/layout/NameandTitleOrganizationalChart"/>
    <dgm:cxn modelId="{8306523D-BF87-4CD3-9986-7164E315B631}" type="presOf" srcId="{A0687F5B-DE54-403E-934A-600254CA62F5}" destId="{CC254B1A-F480-45F4-B83C-03C88B44EFDF}" srcOrd="1" destOrd="0" presId="urn:microsoft.com/office/officeart/2008/layout/NameandTitleOrganizationalChart"/>
    <dgm:cxn modelId="{6100E675-516C-4B1B-8CF4-10885721CEB6}" type="presOf" srcId="{92D2783A-DF88-4993-87C9-A650B813AB5A}" destId="{98223A05-055C-46F4-A83E-ED7E75ABDA6B}" srcOrd="1" destOrd="0" presId="urn:microsoft.com/office/officeart/2008/layout/NameandTitleOrganizationalChart"/>
    <dgm:cxn modelId="{FCB7B179-DEF1-4FBC-B4CD-FCB4ED9043E0}" type="presOf" srcId="{36742881-FA78-4BC8-8AB2-35F81D959BB2}" destId="{DDAC122D-BD25-43B8-B983-2D6C392ACDF0}" srcOrd="0" destOrd="0" presId="urn:microsoft.com/office/officeart/2008/layout/NameandTitleOrganizationalChart"/>
    <dgm:cxn modelId="{3BB069AE-FFA9-409D-B8B1-B5E98ED19FDE}" type="presOf" srcId="{EC65DA01-DAE2-43AE-B6B6-31FB62CB4CF6}" destId="{A66057D9-E348-4DD7-B924-3D4069863A45}" srcOrd="0" destOrd="0" presId="urn:microsoft.com/office/officeart/2008/layout/NameandTitleOrganizationalChart"/>
    <dgm:cxn modelId="{92FA8BF4-6EA9-479F-B46D-52E2DFA0E864}" type="presOf" srcId="{621BEE6E-C32C-4B4C-AD96-C2C91D05B8A9}" destId="{00D69FAE-2CEC-4613-AED0-E40F9848AB23}" srcOrd="0" destOrd="0" presId="urn:microsoft.com/office/officeart/2008/layout/NameandTitleOrganizationalChart"/>
    <dgm:cxn modelId="{22753352-813F-4B48-973C-C84E24C64602}" type="presOf" srcId="{D76DE313-4C0D-45A9-9262-0BB16EB64F12}" destId="{6959804E-B471-4224-9DDA-18010FBD22CF}" srcOrd="0" destOrd="0" presId="urn:microsoft.com/office/officeart/2008/layout/NameandTitleOrganizationalChart"/>
    <dgm:cxn modelId="{AA0E4714-F1F2-4DB6-AC8A-261B310BA3F4}" srcId="{C41DDD7A-DAB5-4EED-A2A7-46DB5FD5C847}" destId="{1C2EA40D-9E6B-4508-B696-BF5F604ECB41}" srcOrd="0" destOrd="0" parTransId="{E1377E58-483B-4D32-9958-FEC05A6B2BE3}" sibTransId="{2FE2B477-C65C-483A-B201-C005EB6976B1}"/>
    <dgm:cxn modelId="{EBD991AA-E2F2-48F6-86B0-0BE14E5CCD51}" type="presOf" srcId="{15879F80-BA47-4BDC-91A1-04165F76D758}" destId="{C99B34F6-8DFE-4C7D-83F2-440096951D0B}" srcOrd="0" destOrd="0" presId="urn:microsoft.com/office/officeart/2008/layout/NameandTitleOrganizationalChart"/>
    <dgm:cxn modelId="{6413070E-C4BD-4E39-A4AA-CA5B8068C0D5}" type="presOf" srcId="{D6C8320E-AF7A-481E-B60D-7FA73CF3FC85}" destId="{762A671A-5202-427B-96BC-39E7FEC52646}" srcOrd="0" destOrd="0" presId="urn:microsoft.com/office/officeart/2008/layout/NameandTitleOrganizationalChart"/>
    <dgm:cxn modelId="{9F7D350F-F325-4186-AB36-EDF2F4828B70}" type="presOf" srcId="{36EB2E8F-D9C9-400F-84FA-1B4037E4B4DF}" destId="{AE6EC90B-76BA-46BB-B8B6-543188FFD6E2}" srcOrd="0" destOrd="0" presId="urn:microsoft.com/office/officeart/2008/layout/NameandTitleOrganizationalChart"/>
    <dgm:cxn modelId="{7E872F08-77DA-45DB-B8DE-CB1D1810A2CA}" type="presParOf" srcId="{3A468A45-46C8-4982-9301-0B521373BFCC}" destId="{A8973E94-7363-4DDF-9857-5FDC68512541}" srcOrd="0" destOrd="0" presId="urn:microsoft.com/office/officeart/2008/layout/NameandTitleOrganizationalChart"/>
    <dgm:cxn modelId="{EA4AC35E-4F11-499B-8287-559C16155933}" type="presParOf" srcId="{A8973E94-7363-4DDF-9857-5FDC68512541}" destId="{E9BA11C7-F111-4E3B-8654-BBDC40DA2B0B}" srcOrd="0" destOrd="0" presId="urn:microsoft.com/office/officeart/2008/layout/NameandTitleOrganizationalChart"/>
    <dgm:cxn modelId="{A7E41C20-5169-4BA2-A7B6-684AFB7524E7}" type="presParOf" srcId="{E9BA11C7-F111-4E3B-8654-BBDC40DA2B0B}" destId="{E8303D86-3936-454C-ACC0-BCE2DAD93ACA}" srcOrd="0" destOrd="0" presId="urn:microsoft.com/office/officeart/2008/layout/NameandTitleOrganizationalChart"/>
    <dgm:cxn modelId="{7D4D88A6-0B93-4ECB-A596-6D306399DFE2}" type="presParOf" srcId="{E9BA11C7-F111-4E3B-8654-BBDC40DA2B0B}" destId="{5B4E2512-A6E1-45B9-B21D-D2BE4918F50C}" srcOrd="1" destOrd="0" presId="urn:microsoft.com/office/officeart/2008/layout/NameandTitleOrganizationalChart"/>
    <dgm:cxn modelId="{33736D48-14B0-4A81-96F6-8F9B91A5D420}" type="presParOf" srcId="{E9BA11C7-F111-4E3B-8654-BBDC40DA2B0B}" destId="{4C7F7C34-5350-4CF8-B9FF-D7EC4D98206D}" srcOrd="2" destOrd="0" presId="urn:microsoft.com/office/officeart/2008/layout/NameandTitleOrganizationalChart"/>
    <dgm:cxn modelId="{30DEA3B1-BDB4-4F63-9AC5-3066013DB4F5}" type="presParOf" srcId="{A8973E94-7363-4DDF-9857-5FDC68512541}" destId="{D902503E-6DBD-4B80-B085-8C2D8BB1B370}" srcOrd="1" destOrd="0" presId="urn:microsoft.com/office/officeart/2008/layout/NameandTitleOrganizationalChart"/>
    <dgm:cxn modelId="{7D4F4AAE-B21D-4799-A4CE-9BE57E3A8EC6}" type="presParOf" srcId="{D902503E-6DBD-4B80-B085-8C2D8BB1B370}" destId="{B9F61D5F-0DEF-43E7-9E5B-7299AB636D46}" srcOrd="0" destOrd="0" presId="urn:microsoft.com/office/officeart/2008/layout/NameandTitleOrganizationalChart"/>
    <dgm:cxn modelId="{4B92248D-3E71-40A3-B2FD-FA99CB4DC684}" type="presParOf" srcId="{D902503E-6DBD-4B80-B085-8C2D8BB1B370}" destId="{E71DF4C1-DAED-4B7C-8A12-5CF48831D21A}" srcOrd="1" destOrd="0" presId="urn:microsoft.com/office/officeart/2008/layout/NameandTitleOrganizationalChart"/>
    <dgm:cxn modelId="{97CD8991-0454-45F1-A31A-78457DD272B1}" type="presParOf" srcId="{E71DF4C1-DAED-4B7C-8A12-5CF48831D21A}" destId="{86E6EBFD-79CC-4AC5-9E30-4240190FF36A}" srcOrd="0" destOrd="0" presId="urn:microsoft.com/office/officeart/2008/layout/NameandTitleOrganizationalChart"/>
    <dgm:cxn modelId="{25D63999-580D-415D-91F9-6B4816E0146D}" type="presParOf" srcId="{86E6EBFD-79CC-4AC5-9E30-4240190FF36A}" destId="{F3FF0AAA-75AB-4E7E-919E-BBE5E6C049A0}" srcOrd="0" destOrd="0" presId="urn:microsoft.com/office/officeart/2008/layout/NameandTitleOrganizationalChart"/>
    <dgm:cxn modelId="{BBA99FA8-0DA9-4C8C-9CFD-F83D52BBE0CB}" type="presParOf" srcId="{86E6EBFD-79CC-4AC5-9E30-4240190FF36A}" destId="{924974C5-ADB4-4402-8111-909FBD0E3C9F}" srcOrd="1" destOrd="0" presId="urn:microsoft.com/office/officeart/2008/layout/NameandTitleOrganizationalChart"/>
    <dgm:cxn modelId="{045B66B2-EA17-4488-8FEB-C5C56B75AC5C}" type="presParOf" srcId="{86E6EBFD-79CC-4AC5-9E30-4240190FF36A}" destId="{D8F0D73B-948C-43E6-B918-4393B1CF84AC}" srcOrd="2" destOrd="0" presId="urn:microsoft.com/office/officeart/2008/layout/NameandTitleOrganizationalChart"/>
    <dgm:cxn modelId="{B5E1BDF5-AE4B-41EF-B9A1-1DB8D74D5AF6}" type="presParOf" srcId="{E71DF4C1-DAED-4B7C-8A12-5CF48831D21A}" destId="{B056D8C9-3754-4A1D-BE17-FE5F46EF9819}" srcOrd="1" destOrd="0" presId="urn:microsoft.com/office/officeart/2008/layout/NameandTitleOrganizationalChart"/>
    <dgm:cxn modelId="{A0392B02-B05A-4330-A2DF-0A53B824AD06}" type="presParOf" srcId="{B056D8C9-3754-4A1D-BE17-FE5F46EF9819}" destId="{02491E88-32D2-4132-95EF-73E1FC1F0436}" srcOrd="0" destOrd="0" presId="urn:microsoft.com/office/officeart/2008/layout/NameandTitleOrganizationalChart"/>
    <dgm:cxn modelId="{2FB153FD-44E7-4C91-AB57-995D8075F3BA}" type="presParOf" srcId="{B056D8C9-3754-4A1D-BE17-FE5F46EF9819}" destId="{886DB575-97AD-449B-8AF4-4C32F71012E7}" srcOrd="1" destOrd="0" presId="urn:microsoft.com/office/officeart/2008/layout/NameandTitleOrganizationalChart"/>
    <dgm:cxn modelId="{30650317-786F-4D61-9FAB-BA47DAEB514E}" type="presParOf" srcId="{886DB575-97AD-449B-8AF4-4C32F71012E7}" destId="{9552157D-8C21-485C-B070-2C0E6EE66BBB}" srcOrd="0" destOrd="0" presId="urn:microsoft.com/office/officeart/2008/layout/NameandTitleOrganizationalChart"/>
    <dgm:cxn modelId="{C4B6C99A-6EC6-47BC-A744-A7BEA03A1100}" type="presParOf" srcId="{9552157D-8C21-485C-B070-2C0E6EE66BBB}" destId="{54478735-5C20-4308-9A20-5DAE2E88C537}" srcOrd="0" destOrd="0" presId="urn:microsoft.com/office/officeart/2008/layout/NameandTitleOrganizationalChart"/>
    <dgm:cxn modelId="{96A5E970-1DE1-4CA4-BA5D-E72737C64686}" type="presParOf" srcId="{9552157D-8C21-485C-B070-2C0E6EE66BBB}" destId="{4F3B09F9-0219-44BA-AE25-1DEF7952D699}" srcOrd="1" destOrd="0" presId="urn:microsoft.com/office/officeart/2008/layout/NameandTitleOrganizationalChart"/>
    <dgm:cxn modelId="{99984087-287C-4A84-840A-582312E6EECF}" type="presParOf" srcId="{9552157D-8C21-485C-B070-2C0E6EE66BBB}" destId="{C8BB9AEC-E1C9-4483-AF66-5F01A5F96CD1}" srcOrd="2" destOrd="0" presId="urn:microsoft.com/office/officeart/2008/layout/NameandTitleOrganizationalChart"/>
    <dgm:cxn modelId="{1D402B7B-8476-40CC-83EB-CFC9AD3A0F85}" type="presParOf" srcId="{886DB575-97AD-449B-8AF4-4C32F71012E7}" destId="{850D40F6-D0CE-4E6F-AF5D-856FDD340BF2}" srcOrd="1" destOrd="0" presId="urn:microsoft.com/office/officeart/2008/layout/NameandTitleOrganizationalChart"/>
    <dgm:cxn modelId="{F233E836-FA18-4D2C-B1B3-C53F7426EE0F}" type="presParOf" srcId="{850D40F6-D0CE-4E6F-AF5D-856FDD340BF2}" destId="{697C1EA9-1BFE-4CF6-8484-162268C1ADB9}" srcOrd="0" destOrd="0" presId="urn:microsoft.com/office/officeart/2008/layout/NameandTitleOrganizationalChart"/>
    <dgm:cxn modelId="{074B62E8-B6C7-4673-B3C2-13A4F0EBA67C}" type="presParOf" srcId="{850D40F6-D0CE-4E6F-AF5D-856FDD340BF2}" destId="{E545F270-5F3A-4304-8105-EFE73DDC5A4B}" srcOrd="1" destOrd="0" presId="urn:microsoft.com/office/officeart/2008/layout/NameandTitleOrganizationalChart"/>
    <dgm:cxn modelId="{F69F33B3-94B2-4126-8CE4-88F54C18B235}" type="presParOf" srcId="{E545F270-5F3A-4304-8105-EFE73DDC5A4B}" destId="{8DF9676E-C9F6-48EE-A71A-D63CCE586F39}" srcOrd="0" destOrd="0" presId="urn:microsoft.com/office/officeart/2008/layout/NameandTitleOrganizationalChart"/>
    <dgm:cxn modelId="{64DD971B-8402-4078-8FEB-9C481D9A105D}" type="presParOf" srcId="{8DF9676E-C9F6-48EE-A71A-D63CCE586F39}" destId="{6F88AA7D-1790-43AA-BECB-EB2B66E14144}" srcOrd="0" destOrd="0" presId="urn:microsoft.com/office/officeart/2008/layout/NameandTitleOrganizationalChart"/>
    <dgm:cxn modelId="{7A1514BC-8E8B-46DB-9EBF-24D98417CA29}" type="presParOf" srcId="{8DF9676E-C9F6-48EE-A71A-D63CCE586F39}" destId="{A8DA08E0-BDBC-4583-BD96-2DC87FD14E30}" srcOrd="1" destOrd="0" presId="urn:microsoft.com/office/officeart/2008/layout/NameandTitleOrganizationalChart"/>
    <dgm:cxn modelId="{52B2086A-3754-4480-83D8-00D20701B62C}" type="presParOf" srcId="{8DF9676E-C9F6-48EE-A71A-D63CCE586F39}" destId="{6850A5FD-1346-4877-A60C-1E75A9714D66}" srcOrd="2" destOrd="0" presId="urn:microsoft.com/office/officeart/2008/layout/NameandTitleOrganizationalChart"/>
    <dgm:cxn modelId="{D1D00C97-0E79-4D27-8951-2B57FDD10FF1}" type="presParOf" srcId="{E545F270-5F3A-4304-8105-EFE73DDC5A4B}" destId="{C4BD051D-2119-40FA-95B0-0FF0DBD1996C}" srcOrd="1" destOrd="0" presId="urn:microsoft.com/office/officeart/2008/layout/NameandTitleOrganizationalChart"/>
    <dgm:cxn modelId="{BDB2B259-FE6C-4DE5-A71E-470230EE17AB}" type="presParOf" srcId="{C4BD051D-2119-40FA-95B0-0FF0DBD1996C}" destId="{0011FA2C-6DBF-4EC7-A3F5-B80FA9C4D9DE}" srcOrd="0" destOrd="0" presId="urn:microsoft.com/office/officeart/2008/layout/NameandTitleOrganizationalChart"/>
    <dgm:cxn modelId="{4E2EF75D-E8D1-4217-8872-65376F226DF4}" type="presParOf" srcId="{C4BD051D-2119-40FA-95B0-0FF0DBD1996C}" destId="{8D762D80-806C-40F2-85B8-FC4C3B9E223D}" srcOrd="1" destOrd="0" presId="urn:microsoft.com/office/officeart/2008/layout/NameandTitleOrganizationalChart"/>
    <dgm:cxn modelId="{3A02AC9F-E60E-47E3-BD33-0472BC112757}" type="presParOf" srcId="{8D762D80-806C-40F2-85B8-FC4C3B9E223D}" destId="{F3D9947E-F679-40BB-82B1-65B97467FA71}" srcOrd="0" destOrd="0" presId="urn:microsoft.com/office/officeart/2008/layout/NameandTitleOrganizationalChart"/>
    <dgm:cxn modelId="{E037E580-AD7B-42DE-A5A1-0B833967B531}" type="presParOf" srcId="{F3D9947E-F679-40BB-82B1-65B97467FA71}" destId="{50873C78-2CCB-468D-85EC-FC7F71385A91}" srcOrd="0" destOrd="0" presId="urn:microsoft.com/office/officeart/2008/layout/NameandTitleOrganizationalChart"/>
    <dgm:cxn modelId="{CE9B6A30-D212-4853-A6AA-63A05E828B77}" type="presParOf" srcId="{F3D9947E-F679-40BB-82B1-65B97467FA71}" destId="{8C3CC895-85D3-4AAD-BD41-C0FAEA276876}" srcOrd="1" destOrd="0" presId="urn:microsoft.com/office/officeart/2008/layout/NameandTitleOrganizationalChart"/>
    <dgm:cxn modelId="{B2C1C360-BDBA-4AF9-967B-7B0824DC0A0E}" type="presParOf" srcId="{F3D9947E-F679-40BB-82B1-65B97467FA71}" destId="{D8ADE4ED-D25A-4F42-B842-F2AC7EAD3C33}" srcOrd="2" destOrd="0" presId="urn:microsoft.com/office/officeart/2008/layout/NameandTitleOrganizationalChart"/>
    <dgm:cxn modelId="{65857F98-7688-4EA4-95A7-D15F5EFB5BE2}" type="presParOf" srcId="{8D762D80-806C-40F2-85B8-FC4C3B9E223D}" destId="{EAE91450-FE26-4738-A1AD-BE9555C2CF2F}" srcOrd="1" destOrd="0" presId="urn:microsoft.com/office/officeart/2008/layout/NameandTitleOrganizationalChart"/>
    <dgm:cxn modelId="{84E9E73F-3B17-48DA-91FE-CED189D312FE}" type="presParOf" srcId="{EAE91450-FE26-4738-A1AD-BE9555C2CF2F}" destId="{3C9B7120-A6DF-4034-B5EE-AED1B396C70A}" srcOrd="0" destOrd="0" presId="urn:microsoft.com/office/officeart/2008/layout/NameandTitleOrganizationalChart"/>
    <dgm:cxn modelId="{FE250B8D-9F8F-44EF-B7A0-4D4A0446C08A}" type="presParOf" srcId="{EAE91450-FE26-4738-A1AD-BE9555C2CF2F}" destId="{817EE51D-FC2F-4BEF-9E1D-4D441C3EB97F}" srcOrd="1" destOrd="0" presId="urn:microsoft.com/office/officeart/2008/layout/NameandTitleOrganizationalChart"/>
    <dgm:cxn modelId="{4C1893CE-ECC9-4B80-A404-51D40F5E8227}" type="presParOf" srcId="{817EE51D-FC2F-4BEF-9E1D-4D441C3EB97F}" destId="{AF8BF8FD-B65A-44AB-9734-8A8584EA43B2}" srcOrd="0" destOrd="0" presId="urn:microsoft.com/office/officeart/2008/layout/NameandTitleOrganizationalChart"/>
    <dgm:cxn modelId="{D649D261-2865-4EB2-9DAD-B2315F1712F0}" type="presParOf" srcId="{AF8BF8FD-B65A-44AB-9734-8A8584EA43B2}" destId="{0F22B9B8-D058-4A75-A9F6-F3E62FA8E397}" srcOrd="0" destOrd="0" presId="urn:microsoft.com/office/officeart/2008/layout/NameandTitleOrganizationalChart"/>
    <dgm:cxn modelId="{AF805FBC-EFED-4C21-9DA9-82277F2067AF}" type="presParOf" srcId="{AF8BF8FD-B65A-44AB-9734-8A8584EA43B2}" destId="{8B6B4938-9AF3-48E4-91E0-4706D5040C66}" srcOrd="1" destOrd="0" presId="urn:microsoft.com/office/officeart/2008/layout/NameandTitleOrganizationalChart"/>
    <dgm:cxn modelId="{71B9AA17-A919-4329-A654-30B6C9673B6F}" type="presParOf" srcId="{AF8BF8FD-B65A-44AB-9734-8A8584EA43B2}" destId="{B3882F9B-E706-4D35-9754-BDFCD04F9229}" srcOrd="2" destOrd="0" presId="urn:microsoft.com/office/officeart/2008/layout/NameandTitleOrganizationalChart"/>
    <dgm:cxn modelId="{3FD7E844-713D-45C2-B2C0-64DE93D48521}" type="presParOf" srcId="{817EE51D-FC2F-4BEF-9E1D-4D441C3EB97F}" destId="{B74B1F86-F3B3-41EF-BE1F-FDD51C6C3812}" srcOrd="1" destOrd="0" presId="urn:microsoft.com/office/officeart/2008/layout/NameandTitleOrganizationalChart"/>
    <dgm:cxn modelId="{CF2F76C8-FD84-4B15-A107-3F36C58BD61D}" type="presParOf" srcId="{B74B1F86-F3B3-41EF-BE1F-FDD51C6C3812}" destId="{F565D553-A001-47EA-8E5B-E66A71B05351}" srcOrd="0" destOrd="0" presId="urn:microsoft.com/office/officeart/2008/layout/NameandTitleOrganizationalChart"/>
    <dgm:cxn modelId="{EF721DEB-26E9-4DD4-A4F5-B53876A455E3}" type="presParOf" srcId="{B74B1F86-F3B3-41EF-BE1F-FDD51C6C3812}" destId="{15203B3D-D2F0-4822-9755-CABBBF3D9182}" srcOrd="1" destOrd="0" presId="urn:microsoft.com/office/officeart/2008/layout/NameandTitleOrganizationalChart"/>
    <dgm:cxn modelId="{F610AC82-6DB5-4D3F-97F0-10982EA6C8EB}" type="presParOf" srcId="{15203B3D-D2F0-4822-9755-CABBBF3D9182}" destId="{49D085CB-4197-437F-B0C2-70A9BDC2737F}" srcOrd="0" destOrd="0" presId="urn:microsoft.com/office/officeart/2008/layout/NameandTitleOrganizationalChart"/>
    <dgm:cxn modelId="{A84D7C23-F6D7-4E33-B2A7-EF1ADC7F211B}" type="presParOf" srcId="{49D085CB-4197-437F-B0C2-70A9BDC2737F}" destId="{DA76919A-58F3-4FCF-8B29-88F69F7573C0}" srcOrd="0" destOrd="0" presId="urn:microsoft.com/office/officeart/2008/layout/NameandTitleOrganizationalChart"/>
    <dgm:cxn modelId="{D91D98FC-3616-4579-A1A2-C7DFD7262D2C}" type="presParOf" srcId="{49D085CB-4197-437F-B0C2-70A9BDC2737F}" destId="{0736F6FD-5DC2-4C7C-840C-E58C7B9A465D}" srcOrd="1" destOrd="0" presId="urn:microsoft.com/office/officeart/2008/layout/NameandTitleOrganizationalChart"/>
    <dgm:cxn modelId="{B165D074-D346-47B6-90BC-FA17110002D4}" type="presParOf" srcId="{49D085CB-4197-437F-B0C2-70A9BDC2737F}" destId="{5B89440C-AF18-4546-B16A-19844D6D567A}" srcOrd="2" destOrd="0" presId="urn:microsoft.com/office/officeart/2008/layout/NameandTitleOrganizationalChart"/>
    <dgm:cxn modelId="{43A0D407-1E35-43F0-BE5A-1186DF56BF3A}" type="presParOf" srcId="{15203B3D-D2F0-4822-9755-CABBBF3D9182}" destId="{81D15314-9E08-47AC-BC7F-D6F88F4E5C1E}" srcOrd="1" destOrd="0" presId="urn:microsoft.com/office/officeart/2008/layout/NameandTitleOrganizationalChart"/>
    <dgm:cxn modelId="{19678EC1-F01A-4436-8301-76142D3FC2BB}" type="presParOf" srcId="{15203B3D-D2F0-4822-9755-CABBBF3D9182}" destId="{394868AB-9FEB-49EA-87C8-894DAF0C89C3}" srcOrd="2" destOrd="0" presId="urn:microsoft.com/office/officeart/2008/layout/NameandTitleOrganizationalChart"/>
    <dgm:cxn modelId="{4495B799-CA00-49DD-967B-F193F03BE406}" type="presParOf" srcId="{B74B1F86-F3B3-41EF-BE1F-FDD51C6C3812}" destId="{053954C2-6A5C-48CA-949C-67581654662B}" srcOrd="2" destOrd="0" presId="urn:microsoft.com/office/officeart/2008/layout/NameandTitleOrganizationalChart"/>
    <dgm:cxn modelId="{EF3D6747-9843-489D-8503-C38667C08F63}" type="presParOf" srcId="{B74B1F86-F3B3-41EF-BE1F-FDD51C6C3812}" destId="{ABC626CA-013A-4744-B53C-7891A4696F76}" srcOrd="3" destOrd="0" presId="urn:microsoft.com/office/officeart/2008/layout/NameandTitleOrganizationalChart"/>
    <dgm:cxn modelId="{63FC3E93-21AC-469A-86FE-C59C4D1DF79C}" type="presParOf" srcId="{ABC626CA-013A-4744-B53C-7891A4696F76}" destId="{45BBF0C1-8B93-4843-B428-C9CE66F474D1}" srcOrd="0" destOrd="0" presId="urn:microsoft.com/office/officeart/2008/layout/NameandTitleOrganizationalChart"/>
    <dgm:cxn modelId="{16A71F58-BA21-4514-A661-CEFF1240482A}" type="presParOf" srcId="{45BBF0C1-8B93-4843-B428-C9CE66F474D1}" destId="{81E14BB5-20FC-479B-942D-9A0DA5B344E6}" srcOrd="0" destOrd="0" presId="urn:microsoft.com/office/officeart/2008/layout/NameandTitleOrganizationalChart"/>
    <dgm:cxn modelId="{C4D98AD6-B22F-4A0E-9B6D-716A633F9AB1}" type="presParOf" srcId="{45BBF0C1-8B93-4843-B428-C9CE66F474D1}" destId="{5B10EFD7-693D-480D-9FC8-4964591ED49C}" srcOrd="1" destOrd="0" presId="urn:microsoft.com/office/officeart/2008/layout/NameandTitleOrganizationalChart"/>
    <dgm:cxn modelId="{58DC7824-91BA-4883-863A-1DC3CA712933}" type="presParOf" srcId="{45BBF0C1-8B93-4843-B428-C9CE66F474D1}" destId="{3A594A21-EC23-40F5-A14D-3112A85CE2AF}" srcOrd="2" destOrd="0" presId="urn:microsoft.com/office/officeart/2008/layout/NameandTitleOrganizationalChart"/>
    <dgm:cxn modelId="{FCCCC02E-8840-4CE5-8BA6-4F8DAF643797}" type="presParOf" srcId="{ABC626CA-013A-4744-B53C-7891A4696F76}" destId="{F5804BED-7E74-4B9D-B4BE-6F9F02B8D1E0}" srcOrd="1" destOrd="0" presId="urn:microsoft.com/office/officeart/2008/layout/NameandTitleOrganizationalChart"/>
    <dgm:cxn modelId="{3FE99834-DF3B-44CB-81DB-A7089F2D3C80}" type="presParOf" srcId="{F5804BED-7E74-4B9D-B4BE-6F9F02B8D1E0}" destId="{C02A8589-FFB7-458B-83C8-E71B993943E7}" srcOrd="0" destOrd="0" presId="urn:microsoft.com/office/officeart/2008/layout/NameandTitleOrganizationalChart"/>
    <dgm:cxn modelId="{C9EF8D08-BC2B-41F3-B9C4-B46CA63866D3}" type="presParOf" srcId="{F5804BED-7E74-4B9D-B4BE-6F9F02B8D1E0}" destId="{F88850A3-C9B8-4980-B646-A361B04C0C8E}" srcOrd="1" destOrd="0" presId="urn:microsoft.com/office/officeart/2008/layout/NameandTitleOrganizationalChart"/>
    <dgm:cxn modelId="{C5D22434-89EB-49E1-915A-4FBF8A412594}" type="presParOf" srcId="{F88850A3-C9B8-4980-B646-A361B04C0C8E}" destId="{3DCD3EBD-605F-4BD4-9EF1-F095AFFC465B}" srcOrd="0" destOrd="0" presId="urn:microsoft.com/office/officeart/2008/layout/NameandTitleOrganizationalChart"/>
    <dgm:cxn modelId="{5B3DBC32-8DD6-4DA1-961F-630CB126EFB6}" type="presParOf" srcId="{3DCD3EBD-605F-4BD4-9EF1-F095AFFC465B}" destId="{D3CC568B-0BF1-42A7-9707-ECC65A365E89}" srcOrd="0" destOrd="0" presId="urn:microsoft.com/office/officeart/2008/layout/NameandTitleOrganizationalChart"/>
    <dgm:cxn modelId="{1C0178D4-7145-4404-8EA1-3D033D0560AE}" type="presParOf" srcId="{3DCD3EBD-605F-4BD4-9EF1-F095AFFC465B}" destId="{3B90E90B-23CB-4846-B4EC-025AAF383C6D}" srcOrd="1" destOrd="0" presId="urn:microsoft.com/office/officeart/2008/layout/NameandTitleOrganizationalChart"/>
    <dgm:cxn modelId="{2762B1E0-DD87-45EB-A9DC-B4CBAC31FA57}" type="presParOf" srcId="{3DCD3EBD-605F-4BD4-9EF1-F095AFFC465B}" destId="{D708F806-AA99-4068-8C4A-55D8964C9581}" srcOrd="2" destOrd="0" presId="urn:microsoft.com/office/officeart/2008/layout/NameandTitleOrganizationalChart"/>
    <dgm:cxn modelId="{82D21C8B-B07E-43E0-B30E-4B872B5B84C0}" type="presParOf" srcId="{F88850A3-C9B8-4980-B646-A361B04C0C8E}" destId="{2B305962-38F3-4A0E-8F63-5E237FAB33CB}" srcOrd="1" destOrd="0" presId="urn:microsoft.com/office/officeart/2008/layout/NameandTitleOrganizationalChart"/>
    <dgm:cxn modelId="{9BA41C73-638E-4042-B182-B31DCAA8E801}" type="presParOf" srcId="{2B305962-38F3-4A0E-8F63-5E237FAB33CB}" destId="{218B97E3-3D8E-4DEA-A86D-04036E6576EA}" srcOrd="0" destOrd="0" presId="urn:microsoft.com/office/officeart/2008/layout/NameandTitleOrganizationalChart"/>
    <dgm:cxn modelId="{5DEC8C8A-FA77-4025-98C4-6F752996E00E}" type="presParOf" srcId="{2B305962-38F3-4A0E-8F63-5E237FAB33CB}" destId="{27A5182E-E74D-4B2C-82E8-9AB2F405B044}" srcOrd="1" destOrd="0" presId="urn:microsoft.com/office/officeart/2008/layout/NameandTitleOrganizationalChart"/>
    <dgm:cxn modelId="{55F74D86-4067-418F-934D-2793EE564EB8}" type="presParOf" srcId="{27A5182E-E74D-4B2C-82E8-9AB2F405B044}" destId="{FBAB77CF-6BFF-42BF-8995-6279855EE1DA}" srcOrd="0" destOrd="0" presId="urn:microsoft.com/office/officeart/2008/layout/NameandTitleOrganizationalChart"/>
    <dgm:cxn modelId="{715CC277-FD5C-4139-AE0E-9D0FD559BAFF}" type="presParOf" srcId="{FBAB77CF-6BFF-42BF-8995-6279855EE1DA}" destId="{1B1CAA74-2DEA-4D00-807B-DF33637B7768}" srcOrd="0" destOrd="0" presId="urn:microsoft.com/office/officeart/2008/layout/NameandTitleOrganizationalChart"/>
    <dgm:cxn modelId="{FC7CF6A1-E405-43EE-AF16-94D1485AE806}" type="presParOf" srcId="{FBAB77CF-6BFF-42BF-8995-6279855EE1DA}" destId="{31484F15-4A27-4D5E-BEBE-022286E8F586}" srcOrd="1" destOrd="0" presId="urn:microsoft.com/office/officeart/2008/layout/NameandTitleOrganizationalChart"/>
    <dgm:cxn modelId="{CEAD8D18-E622-4C4F-9F09-2D6505B25A96}" type="presParOf" srcId="{FBAB77CF-6BFF-42BF-8995-6279855EE1DA}" destId="{B4ED156E-3CFF-4EB8-A744-813F7A88BFE1}" srcOrd="2" destOrd="0" presId="urn:microsoft.com/office/officeart/2008/layout/NameandTitleOrganizationalChart"/>
    <dgm:cxn modelId="{B1A120ED-652A-42D6-B0E3-E4065B7A8AE2}" type="presParOf" srcId="{27A5182E-E74D-4B2C-82E8-9AB2F405B044}" destId="{C5693C2B-0027-4E2A-85FA-BCD63EF8CD8C}" srcOrd="1" destOrd="0" presId="urn:microsoft.com/office/officeart/2008/layout/NameandTitleOrganizationalChart"/>
    <dgm:cxn modelId="{3E385454-FD10-4F4F-BEE5-19567480CDF6}" type="presParOf" srcId="{27A5182E-E74D-4B2C-82E8-9AB2F405B044}" destId="{9CF0102F-1AA4-4371-83F3-BF3487B646D1}" srcOrd="2" destOrd="0" presId="urn:microsoft.com/office/officeart/2008/layout/NameandTitleOrganizationalChart"/>
    <dgm:cxn modelId="{7426FBC0-A698-4B9E-A126-AF6ADF451F92}" type="presParOf" srcId="{2B305962-38F3-4A0E-8F63-5E237FAB33CB}" destId="{D202320C-CA0C-47AC-BD99-56961C4D0FF6}" srcOrd="2" destOrd="0" presId="urn:microsoft.com/office/officeart/2008/layout/NameandTitleOrganizationalChart"/>
    <dgm:cxn modelId="{3275CE5E-3634-4B51-8701-CA24501A3E3D}" type="presParOf" srcId="{2B305962-38F3-4A0E-8F63-5E237FAB33CB}" destId="{8E0C25FA-A403-4FC3-96BA-E0FF13085C92}" srcOrd="3" destOrd="0" presId="urn:microsoft.com/office/officeart/2008/layout/NameandTitleOrganizationalChart"/>
    <dgm:cxn modelId="{E145246B-2F99-4941-8EBA-A1D7BDC5B924}" type="presParOf" srcId="{8E0C25FA-A403-4FC3-96BA-E0FF13085C92}" destId="{D9338C0F-C43C-4A9E-979A-3F74B0830D76}" srcOrd="0" destOrd="0" presId="urn:microsoft.com/office/officeart/2008/layout/NameandTitleOrganizationalChart"/>
    <dgm:cxn modelId="{EA0C978D-2192-419F-BA64-BE0C9845A3AA}" type="presParOf" srcId="{D9338C0F-C43C-4A9E-979A-3F74B0830D76}" destId="{FB805743-5969-41E7-A149-1543651E2EB2}" srcOrd="0" destOrd="0" presId="urn:microsoft.com/office/officeart/2008/layout/NameandTitleOrganizationalChart"/>
    <dgm:cxn modelId="{6673E0FF-D16D-4BEE-BA7A-F9323515F35E}" type="presParOf" srcId="{D9338C0F-C43C-4A9E-979A-3F74B0830D76}" destId="{67FB88A8-890C-4392-B6A8-A36704D6B7EA}" srcOrd="1" destOrd="0" presId="urn:microsoft.com/office/officeart/2008/layout/NameandTitleOrganizationalChart"/>
    <dgm:cxn modelId="{E378E367-6417-4268-961D-2DEAA271DEE4}" type="presParOf" srcId="{D9338C0F-C43C-4A9E-979A-3F74B0830D76}" destId="{824D65F1-17A3-4A2E-AD09-5EB55BB3D0FE}" srcOrd="2" destOrd="0" presId="urn:microsoft.com/office/officeart/2008/layout/NameandTitleOrganizationalChart"/>
    <dgm:cxn modelId="{947DF1E0-1746-42E8-B61D-F889F91BD04D}" type="presParOf" srcId="{8E0C25FA-A403-4FC3-96BA-E0FF13085C92}" destId="{6B6ACBF2-D6F0-48BD-B788-14148CDF04F9}" srcOrd="1" destOrd="0" presId="urn:microsoft.com/office/officeart/2008/layout/NameandTitleOrganizationalChart"/>
    <dgm:cxn modelId="{DE75B96E-4CDE-4015-89D1-E42C17F5712D}" type="presParOf" srcId="{8E0C25FA-A403-4FC3-96BA-E0FF13085C92}" destId="{A68701E1-0C25-44D6-B5DC-D9FD952F5B68}" srcOrd="2" destOrd="0" presId="urn:microsoft.com/office/officeart/2008/layout/NameandTitleOrganizationalChart"/>
    <dgm:cxn modelId="{A2429EE8-01F3-4320-8EC2-0D20DAD84AE7}" type="presParOf" srcId="{F88850A3-C9B8-4980-B646-A361B04C0C8E}" destId="{063181DC-1DEE-4E27-8014-78F9A503492F}" srcOrd="2" destOrd="0" presId="urn:microsoft.com/office/officeart/2008/layout/NameandTitleOrganizationalChart"/>
    <dgm:cxn modelId="{8CD0FEE4-9F1D-4E62-A72D-0FC7713BBFB8}" type="presParOf" srcId="{ABC626CA-013A-4744-B53C-7891A4696F76}" destId="{57B450C5-B982-4062-8FD2-DCF18F2D6A26}" srcOrd="2" destOrd="0" presId="urn:microsoft.com/office/officeart/2008/layout/NameandTitleOrganizationalChart"/>
    <dgm:cxn modelId="{FE589B66-9244-4773-80B7-5B15E005AD4D}" type="presParOf" srcId="{817EE51D-FC2F-4BEF-9E1D-4D441C3EB97F}" destId="{EEAA7E7E-CD24-4EDC-B9B0-06C1D353C9D6}" srcOrd="2" destOrd="0" presId="urn:microsoft.com/office/officeart/2008/layout/NameandTitleOrganizationalChart"/>
    <dgm:cxn modelId="{287819F2-7BDB-4454-8FE4-C678A45925FB}" type="presParOf" srcId="{8D762D80-806C-40F2-85B8-FC4C3B9E223D}" destId="{383210F8-6CC0-43DB-A014-47EE44EF2D65}" srcOrd="2" destOrd="0" presId="urn:microsoft.com/office/officeart/2008/layout/NameandTitleOrganizationalChart"/>
    <dgm:cxn modelId="{9B9876B1-5337-4B33-9A20-3688ABC0E4BD}" type="presParOf" srcId="{E545F270-5F3A-4304-8105-EFE73DDC5A4B}" destId="{0DE7DEAC-F1F2-4E01-852D-A2655F88312A}" srcOrd="2" destOrd="0" presId="urn:microsoft.com/office/officeart/2008/layout/NameandTitleOrganizationalChart"/>
    <dgm:cxn modelId="{23EAC93F-2F30-4201-AC1D-6E7E81303C45}" type="presParOf" srcId="{886DB575-97AD-449B-8AF4-4C32F71012E7}" destId="{3F2DBE82-60FD-45E4-A1D5-F5F00FEF7884}" srcOrd="2" destOrd="0" presId="urn:microsoft.com/office/officeart/2008/layout/NameandTitleOrganizationalChart"/>
    <dgm:cxn modelId="{6A9A4F4D-8E5D-4D89-85C0-B3351C9235F2}" type="presParOf" srcId="{B056D8C9-3754-4A1D-BE17-FE5F46EF9819}" destId="{71D2D063-F9AB-4FBA-9DE3-34C8787E00DF}" srcOrd="2" destOrd="0" presId="urn:microsoft.com/office/officeart/2008/layout/NameandTitleOrganizationalChart"/>
    <dgm:cxn modelId="{4B1E3271-1E88-43C3-9F11-B9C0606FEB81}" type="presParOf" srcId="{B056D8C9-3754-4A1D-BE17-FE5F46EF9819}" destId="{C92FB3FB-D404-469D-98D3-3FAA9DDEC690}" srcOrd="3" destOrd="0" presId="urn:microsoft.com/office/officeart/2008/layout/NameandTitleOrganizationalChart"/>
    <dgm:cxn modelId="{E7B557BD-1C45-461A-B349-F87C4026B9C2}" type="presParOf" srcId="{C92FB3FB-D404-469D-98D3-3FAA9DDEC690}" destId="{A0095066-9CE5-4DF5-9D0B-F4781385231E}" srcOrd="0" destOrd="0" presId="urn:microsoft.com/office/officeart/2008/layout/NameandTitleOrganizationalChart"/>
    <dgm:cxn modelId="{2F9AAD4B-3954-43B4-B441-A95085A34A8A}" type="presParOf" srcId="{A0095066-9CE5-4DF5-9D0B-F4781385231E}" destId="{73547B04-1518-441C-8E10-D7BA7A97DB77}" srcOrd="0" destOrd="0" presId="urn:microsoft.com/office/officeart/2008/layout/NameandTitleOrganizationalChart"/>
    <dgm:cxn modelId="{EF5286D7-5E59-4B69-9211-DEE4C74F0C48}" type="presParOf" srcId="{A0095066-9CE5-4DF5-9D0B-F4781385231E}" destId="{5F241DC3-25BE-4AFA-8C1D-197C0328CA62}" srcOrd="1" destOrd="0" presId="urn:microsoft.com/office/officeart/2008/layout/NameandTitleOrganizationalChart"/>
    <dgm:cxn modelId="{7A5CEBA2-8B11-4B76-9020-07727928D3AB}" type="presParOf" srcId="{A0095066-9CE5-4DF5-9D0B-F4781385231E}" destId="{17912B47-5370-40A1-8504-48B37A51863C}" srcOrd="2" destOrd="0" presId="urn:microsoft.com/office/officeart/2008/layout/NameandTitleOrganizationalChart"/>
    <dgm:cxn modelId="{42262AEA-156C-4EAA-83D0-A03B4BA67A16}" type="presParOf" srcId="{C92FB3FB-D404-469D-98D3-3FAA9DDEC690}" destId="{CBEB72B9-1C1B-4BBE-8BBA-755D38F4752B}" srcOrd="1" destOrd="0" presId="urn:microsoft.com/office/officeart/2008/layout/NameandTitleOrganizationalChart"/>
    <dgm:cxn modelId="{81E2AC60-A47E-4F11-B795-308EDE61F145}" type="presParOf" srcId="{CBEB72B9-1C1B-4BBE-8BBA-755D38F4752B}" destId="{8D28C641-2F21-43F2-BF88-B2234DD49CF8}" srcOrd="0" destOrd="0" presId="urn:microsoft.com/office/officeart/2008/layout/NameandTitleOrganizationalChart"/>
    <dgm:cxn modelId="{290FCE0C-D55F-4590-9E4A-1A5B7A813D12}" type="presParOf" srcId="{CBEB72B9-1C1B-4BBE-8BBA-755D38F4752B}" destId="{90FD2A4A-8B39-4163-939F-58F708A942FD}" srcOrd="1" destOrd="0" presId="urn:microsoft.com/office/officeart/2008/layout/NameandTitleOrganizationalChart"/>
    <dgm:cxn modelId="{A5B414D0-B77D-40C2-9DB5-BB05E1418E56}" type="presParOf" srcId="{90FD2A4A-8B39-4163-939F-58F708A942FD}" destId="{62F8250E-7EB3-4258-BAB7-DD6439A3CB23}" srcOrd="0" destOrd="0" presId="urn:microsoft.com/office/officeart/2008/layout/NameandTitleOrganizationalChart"/>
    <dgm:cxn modelId="{90386EBE-1FC1-464A-8C8A-E00DF64EAD22}" type="presParOf" srcId="{62F8250E-7EB3-4258-BAB7-DD6439A3CB23}" destId="{DDAC122D-BD25-43B8-B983-2D6C392ACDF0}" srcOrd="0" destOrd="0" presId="urn:microsoft.com/office/officeart/2008/layout/NameandTitleOrganizationalChart"/>
    <dgm:cxn modelId="{53A28DEA-045F-43CE-A1E9-A1AFAC040AB6}" type="presParOf" srcId="{62F8250E-7EB3-4258-BAB7-DD6439A3CB23}" destId="{52AAE135-6A60-4A75-A786-C67C500720B8}" srcOrd="1" destOrd="0" presId="urn:microsoft.com/office/officeart/2008/layout/NameandTitleOrganizationalChart"/>
    <dgm:cxn modelId="{03C9A960-7833-4691-BCD0-41D987833910}" type="presParOf" srcId="{62F8250E-7EB3-4258-BAB7-DD6439A3CB23}" destId="{0B2517EE-FAB8-4136-A9B4-1C333F4B2DBF}" srcOrd="2" destOrd="0" presId="urn:microsoft.com/office/officeart/2008/layout/NameandTitleOrganizationalChart"/>
    <dgm:cxn modelId="{6BFE8A16-13DE-44BF-8092-7F84FA83548B}" type="presParOf" srcId="{90FD2A4A-8B39-4163-939F-58F708A942FD}" destId="{3A4A03E3-2EA8-4105-9D48-B8E5DA5B34EB}" srcOrd="1" destOrd="0" presId="urn:microsoft.com/office/officeart/2008/layout/NameandTitleOrganizationalChart"/>
    <dgm:cxn modelId="{09C6C3AF-7461-428E-9DBA-7F2D2D779C57}" type="presParOf" srcId="{3A4A03E3-2EA8-4105-9D48-B8E5DA5B34EB}" destId="{CA596665-C2E5-4B6A-AA37-ED2EBF2B693D}" srcOrd="0" destOrd="0" presId="urn:microsoft.com/office/officeart/2008/layout/NameandTitleOrganizationalChart"/>
    <dgm:cxn modelId="{FF7D5556-2380-4080-A852-AA0E55024326}" type="presParOf" srcId="{3A4A03E3-2EA8-4105-9D48-B8E5DA5B34EB}" destId="{221C42FB-5428-4F27-929B-CF9EA71F2CF5}" srcOrd="1" destOrd="0" presId="urn:microsoft.com/office/officeart/2008/layout/NameandTitleOrganizationalChart"/>
    <dgm:cxn modelId="{80BBB971-19D7-44AB-B618-E61D54BC9367}" type="presParOf" srcId="{221C42FB-5428-4F27-929B-CF9EA71F2CF5}" destId="{60DC7FFE-263E-45F5-A791-805A5BAA7CE0}" srcOrd="0" destOrd="0" presId="urn:microsoft.com/office/officeart/2008/layout/NameandTitleOrganizationalChart"/>
    <dgm:cxn modelId="{6DB1D3D9-C423-4406-BF10-38ECEE9FB7E6}" type="presParOf" srcId="{60DC7FFE-263E-45F5-A791-805A5BAA7CE0}" destId="{9259E9DC-2A32-44FA-9F71-ED8D0DFE9EB4}" srcOrd="0" destOrd="0" presId="urn:microsoft.com/office/officeart/2008/layout/NameandTitleOrganizationalChart"/>
    <dgm:cxn modelId="{3AE440E2-D8B6-44E8-A4EF-0CCE0ADABAAA}" type="presParOf" srcId="{60DC7FFE-263E-45F5-A791-805A5BAA7CE0}" destId="{63402D58-715D-4A86-8CD0-C25E3F315D5B}" srcOrd="1" destOrd="0" presId="urn:microsoft.com/office/officeart/2008/layout/NameandTitleOrganizationalChart"/>
    <dgm:cxn modelId="{30963CFA-0DB8-4F42-AAFC-06FDF3AE22FD}" type="presParOf" srcId="{60DC7FFE-263E-45F5-A791-805A5BAA7CE0}" destId="{2AE16D42-483C-40FC-B096-729EFC8254FD}" srcOrd="2" destOrd="0" presId="urn:microsoft.com/office/officeart/2008/layout/NameandTitleOrganizationalChart"/>
    <dgm:cxn modelId="{B0C138B1-9D27-4BF7-96AE-00606A3B74A6}" type="presParOf" srcId="{221C42FB-5428-4F27-929B-CF9EA71F2CF5}" destId="{A9A484E9-7767-4DF9-9D8A-82899AA524EC}" srcOrd="1" destOrd="0" presId="urn:microsoft.com/office/officeart/2008/layout/NameandTitleOrganizationalChart"/>
    <dgm:cxn modelId="{F1FD47FA-09ED-416C-9884-85000420DA9B}" type="presParOf" srcId="{221C42FB-5428-4F27-929B-CF9EA71F2CF5}" destId="{2353A15F-CE63-411A-9A9E-A45595B464E8}" srcOrd="2" destOrd="0" presId="urn:microsoft.com/office/officeart/2008/layout/NameandTitleOrganizationalChart"/>
    <dgm:cxn modelId="{6372519E-B30E-43EB-9B0B-FB688E4EA064}" type="presParOf" srcId="{90FD2A4A-8B39-4163-939F-58F708A942FD}" destId="{747F9028-B3A0-4DC0-8F86-7E70C70AD9BA}" srcOrd="2" destOrd="0" presId="urn:microsoft.com/office/officeart/2008/layout/NameandTitleOrganizationalChart"/>
    <dgm:cxn modelId="{6E404AA1-E17D-4CA6-A4A7-44B22FCE64C2}" type="presParOf" srcId="{C92FB3FB-D404-469D-98D3-3FAA9DDEC690}" destId="{BA66B12F-0C5E-49EE-A140-3450F0AC5046}" srcOrd="2" destOrd="0" presId="urn:microsoft.com/office/officeart/2008/layout/NameandTitleOrganizationalChart"/>
    <dgm:cxn modelId="{937585D9-92B2-4C60-A0F1-4036CBF904C5}" type="presParOf" srcId="{B056D8C9-3754-4A1D-BE17-FE5F46EF9819}" destId="{E2C5FB36-B1B9-4944-9EA9-260DD3B2C856}" srcOrd="4" destOrd="0" presId="urn:microsoft.com/office/officeart/2008/layout/NameandTitleOrganizationalChart"/>
    <dgm:cxn modelId="{82B55385-4813-4129-97DE-660ADBFC0726}" type="presParOf" srcId="{B056D8C9-3754-4A1D-BE17-FE5F46EF9819}" destId="{352F93C3-C150-4521-892F-1872B89B3D5B}" srcOrd="5" destOrd="0" presId="urn:microsoft.com/office/officeart/2008/layout/NameandTitleOrganizationalChart"/>
    <dgm:cxn modelId="{9BE24F16-2915-40AF-A471-DF9793853C1F}" type="presParOf" srcId="{352F93C3-C150-4521-892F-1872B89B3D5B}" destId="{EF38BF92-270D-4537-A284-F5E0C990D459}" srcOrd="0" destOrd="0" presId="urn:microsoft.com/office/officeart/2008/layout/NameandTitleOrganizationalChart"/>
    <dgm:cxn modelId="{BD404552-8D45-40AA-B0F8-6E56F5033F5E}" type="presParOf" srcId="{EF38BF92-270D-4537-A284-F5E0C990D459}" destId="{2A3DE114-6A2C-442C-96A3-1C1ACB01DBD8}" srcOrd="0" destOrd="0" presId="urn:microsoft.com/office/officeart/2008/layout/NameandTitleOrganizationalChart"/>
    <dgm:cxn modelId="{4B6AA32F-273A-4F58-BD9B-08EACEDCC060}" type="presParOf" srcId="{EF38BF92-270D-4537-A284-F5E0C990D459}" destId="{53D1C075-0C0B-4C72-819D-DE00793011BA}" srcOrd="1" destOrd="0" presId="urn:microsoft.com/office/officeart/2008/layout/NameandTitleOrganizationalChart"/>
    <dgm:cxn modelId="{BF025562-E970-4665-8CA0-E0D4C80CD181}" type="presParOf" srcId="{EF38BF92-270D-4537-A284-F5E0C990D459}" destId="{863D3FEF-9732-40CE-80FD-78512B18A043}" srcOrd="2" destOrd="0" presId="urn:microsoft.com/office/officeart/2008/layout/NameandTitleOrganizationalChart"/>
    <dgm:cxn modelId="{F473C0AC-03CD-48C8-9375-5CCBF56AB71A}" type="presParOf" srcId="{352F93C3-C150-4521-892F-1872B89B3D5B}" destId="{AE5B1328-9882-416E-9923-15BAF82044B4}" srcOrd="1" destOrd="0" presId="urn:microsoft.com/office/officeart/2008/layout/NameandTitleOrganizationalChart"/>
    <dgm:cxn modelId="{89D0321A-9D54-4C7D-B057-E238046CF569}" type="presParOf" srcId="{AE5B1328-9882-416E-9923-15BAF82044B4}" destId="{593150CF-6D25-4AF7-B870-EFF1AC10C2C1}" srcOrd="0" destOrd="0" presId="urn:microsoft.com/office/officeart/2008/layout/NameandTitleOrganizationalChart"/>
    <dgm:cxn modelId="{E0F7E811-CFE1-49E8-834D-4762FA0B06A3}" type="presParOf" srcId="{AE5B1328-9882-416E-9923-15BAF82044B4}" destId="{5BC5ED82-9A6D-4186-9992-221E28E02AFC}" srcOrd="1" destOrd="0" presId="urn:microsoft.com/office/officeart/2008/layout/NameandTitleOrganizationalChart"/>
    <dgm:cxn modelId="{14FD0841-F59D-4574-B106-1CB969D7FCD5}" type="presParOf" srcId="{5BC5ED82-9A6D-4186-9992-221E28E02AFC}" destId="{AA7A75A7-625C-48EA-9B74-CBEB5129D963}" srcOrd="0" destOrd="0" presId="urn:microsoft.com/office/officeart/2008/layout/NameandTitleOrganizationalChart"/>
    <dgm:cxn modelId="{4C490A8A-30C5-4AE4-9B0F-411ACD20A1DB}" type="presParOf" srcId="{AA7A75A7-625C-48EA-9B74-CBEB5129D963}" destId="{88DD8099-9935-4015-B5E2-03CECB9D4F79}" srcOrd="0" destOrd="0" presId="urn:microsoft.com/office/officeart/2008/layout/NameandTitleOrganizationalChart"/>
    <dgm:cxn modelId="{086BCF37-8C36-4BE0-A1D1-E20A83E03A4C}" type="presParOf" srcId="{AA7A75A7-625C-48EA-9B74-CBEB5129D963}" destId="{57C2D6B2-A5EE-45CD-9CAE-F9EAD3F57F23}" srcOrd="1" destOrd="0" presId="urn:microsoft.com/office/officeart/2008/layout/NameandTitleOrganizationalChart"/>
    <dgm:cxn modelId="{D0812102-F210-481F-AE4B-F49378328CDE}" type="presParOf" srcId="{AA7A75A7-625C-48EA-9B74-CBEB5129D963}" destId="{3DF38F35-7C9D-4EA2-A4F8-E273F08BB49E}" srcOrd="2" destOrd="0" presId="urn:microsoft.com/office/officeart/2008/layout/NameandTitleOrganizationalChart"/>
    <dgm:cxn modelId="{0E30011F-11DC-4161-96C2-DC161082F042}" type="presParOf" srcId="{5BC5ED82-9A6D-4186-9992-221E28E02AFC}" destId="{8407240B-1C31-485D-B902-9873DE230BDB}" srcOrd="1" destOrd="0" presId="urn:microsoft.com/office/officeart/2008/layout/NameandTitleOrganizationalChart"/>
    <dgm:cxn modelId="{25733B4D-E3D6-4558-A0FE-F0B7DB08B1DD}" type="presParOf" srcId="{8407240B-1C31-485D-B902-9873DE230BDB}" destId="{3A35F4EB-E08F-4BDB-A3C2-D463B270C20E}" srcOrd="0" destOrd="0" presId="urn:microsoft.com/office/officeart/2008/layout/NameandTitleOrganizationalChart"/>
    <dgm:cxn modelId="{AAA62010-7D6D-4758-9D0B-54F75235B304}" type="presParOf" srcId="{8407240B-1C31-485D-B902-9873DE230BDB}" destId="{EAA4B6E9-7BCC-49A9-8719-C6A2A970D9DD}" srcOrd="1" destOrd="0" presId="urn:microsoft.com/office/officeart/2008/layout/NameandTitleOrganizationalChart"/>
    <dgm:cxn modelId="{B7BAE77A-0BD8-4D4F-9188-D0BCDED0EBD7}" type="presParOf" srcId="{EAA4B6E9-7BCC-49A9-8719-C6A2A970D9DD}" destId="{1306A6E3-CE37-404B-849C-6E62788224AF}" srcOrd="0" destOrd="0" presId="urn:microsoft.com/office/officeart/2008/layout/NameandTitleOrganizationalChart"/>
    <dgm:cxn modelId="{AECADA40-9F94-4869-AE83-D4C2598756E2}" type="presParOf" srcId="{1306A6E3-CE37-404B-849C-6E62788224AF}" destId="{94F105C3-2CBA-49AD-9435-0C4AD5EBE3ED}" srcOrd="0" destOrd="0" presId="urn:microsoft.com/office/officeart/2008/layout/NameandTitleOrganizationalChart"/>
    <dgm:cxn modelId="{F095C6C7-E304-4A36-B3A7-82EB10865D8B}" type="presParOf" srcId="{1306A6E3-CE37-404B-849C-6E62788224AF}" destId="{AC1EEE97-4A6B-4DDC-AC90-7D1A29CF8F0C}" srcOrd="1" destOrd="0" presId="urn:microsoft.com/office/officeart/2008/layout/NameandTitleOrganizationalChart"/>
    <dgm:cxn modelId="{566407A3-3BA5-4A90-B7D4-FAB002405195}" type="presParOf" srcId="{1306A6E3-CE37-404B-849C-6E62788224AF}" destId="{AF852255-F861-460E-AB59-1F6C3F736CBD}" srcOrd="2" destOrd="0" presId="urn:microsoft.com/office/officeart/2008/layout/NameandTitleOrganizationalChart"/>
    <dgm:cxn modelId="{6AF443A7-F87D-4A7A-B1CD-6319CE403733}" type="presParOf" srcId="{EAA4B6E9-7BCC-49A9-8719-C6A2A970D9DD}" destId="{A6098A38-331E-4BCE-A132-556031C4F237}" srcOrd="1" destOrd="0" presId="urn:microsoft.com/office/officeart/2008/layout/NameandTitleOrganizationalChart"/>
    <dgm:cxn modelId="{022956DF-BB84-4C2C-B3B3-50975D7150E6}" type="presParOf" srcId="{A6098A38-331E-4BCE-A132-556031C4F237}" destId="{8C06C46D-4070-4844-B952-F2B78256846E}" srcOrd="0" destOrd="0" presId="urn:microsoft.com/office/officeart/2008/layout/NameandTitleOrganizationalChart"/>
    <dgm:cxn modelId="{D40FA750-97AD-435E-82A1-DD90E7BDEDC6}" type="presParOf" srcId="{A6098A38-331E-4BCE-A132-556031C4F237}" destId="{AEA757E8-3BBE-48BD-8764-0CAF4E8E3618}" srcOrd="1" destOrd="0" presId="urn:microsoft.com/office/officeart/2008/layout/NameandTitleOrganizationalChart"/>
    <dgm:cxn modelId="{C411BFA3-E1FB-4E03-A162-711F487EDF2D}" type="presParOf" srcId="{AEA757E8-3BBE-48BD-8764-0CAF4E8E3618}" destId="{39C597EE-8B1B-49E7-8F0E-97373C04ED54}" srcOrd="0" destOrd="0" presId="urn:microsoft.com/office/officeart/2008/layout/NameandTitleOrganizationalChart"/>
    <dgm:cxn modelId="{6D52A5DB-EBB5-4976-A89A-E26299068B40}" type="presParOf" srcId="{39C597EE-8B1B-49E7-8F0E-97373C04ED54}" destId="{EC22421D-5EC5-413E-A69B-4B74F807AEA3}" srcOrd="0" destOrd="0" presId="urn:microsoft.com/office/officeart/2008/layout/NameandTitleOrganizationalChart"/>
    <dgm:cxn modelId="{B45758BA-9CAA-487E-9B4E-2E98CE562685}" type="presParOf" srcId="{39C597EE-8B1B-49E7-8F0E-97373C04ED54}" destId="{00D69FAE-2CEC-4613-AED0-E40F9848AB23}" srcOrd="1" destOrd="0" presId="urn:microsoft.com/office/officeart/2008/layout/NameandTitleOrganizationalChart"/>
    <dgm:cxn modelId="{6144AE04-47B8-4F0A-9247-B565F47A86B2}" type="presParOf" srcId="{39C597EE-8B1B-49E7-8F0E-97373C04ED54}" destId="{6FA7E347-C4FB-44E8-B415-31D0768142A3}" srcOrd="2" destOrd="0" presId="urn:microsoft.com/office/officeart/2008/layout/NameandTitleOrganizationalChart"/>
    <dgm:cxn modelId="{AA4E2A8E-ED12-4EB9-BE4B-74B144C9DAAD}" type="presParOf" srcId="{AEA757E8-3BBE-48BD-8764-0CAF4E8E3618}" destId="{67DA9D5D-8C85-4E66-8578-DA4E68A192F0}" srcOrd="1" destOrd="0" presId="urn:microsoft.com/office/officeart/2008/layout/NameandTitleOrganizationalChart"/>
    <dgm:cxn modelId="{4C7CE8BE-E579-44BF-B69D-CA634B9A361D}" type="presParOf" srcId="{67DA9D5D-8C85-4E66-8578-DA4E68A192F0}" destId="{6EE7F57F-8E31-48CB-9EF0-DF0F8371EAAA}" srcOrd="0" destOrd="0" presId="urn:microsoft.com/office/officeart/2008/layout/NameandTitleOrganizationalChart"/>
    <dgm:cxn modelId="{37D122FD-3D40-4150-B451-1880D35F873C}" type="presParOf" srcId="{67DA9D5D-8C85-4E66-8578-DA4E68A192F0}" destId="{F7228B47-9A85-4A98-9C6C-76C657AB014A}" srcOrd="1" destOrd="0" presId="urn:microsoft.com/office/officeart/2008/layout/NameandTitleOrganizationalChart"/>
    <dgm:cxn modelId="{18763B3C-BA5C-4205-8A57-B740E3D5C039}" type="presParOf" srcId="{F7228B47-9A85-4A98-9C6C-76C657AB014A}" destId="{578D1F4F-483C-41C6-988A-B3442B338687}" srcOrd="0" destOrd="0" presId="urn:microsoft.com/office/officeart/2008/layout/NameandTitleOrganizationalChart"/>
    <dgm:cxn modelId="{9E0C0CD3-5853-4DEA-A56E-47D0615501ED}" type="presParOf" srcId="{578D1F4F-483C-41C6-988A-B3442B338687}" destId="{3252C458-2E78-484A-A1EC-6EAF524FBBBA}" srcOrd="0" destOrd="0" presId="urn:microsoft.com/office/officeart/2008/layout/NameandTitleOrganizationalChart"/>
    <dgm:cxn modelId="{FC9BB1A0-B62C-43F2-A057-C9A7CAD1FF33}" type="presParOf" srcId="{578D1F4F-483C-41C6-988A-B3442B338687}" destId="{BC6E1FBB-4113-4680-8062-811D877566EA}" srcOrd="1" destOrd="0" presId="urn:microsoft.com/office/officeart/2008/layout/NameandTitleOrganizationalChart"/>
    <dgm:cxn modelId="{A2BBA839-14C3-4F99-B4E9-2534FEB5BD5C}" type="presParOf" srcId="{578D1F4F-483C-41C6-988A-B3442B338687}" destId="{ECA71640-2587-4422-B0E0-CC20F2847BC2}" srcOrd="2" destOrd="0" presId="urn:microsoft.com/office/officeart/2008/layout/NameandTitleOrganizationalChart"/>
    <dgm:cxn modelId="{0B83B307-4C56-48BD-801F-F558FBBE2498}" type="presParOf" srcId="{F7228B47-9A85-4A98-9C6C-76C657AB014A}" destId="{91CBAD83-F614-4AE2-A180-582EA3B72178}" srcOrd="1" destOrd="0" presId="urn:microsoft.com/office/officeart/2008/layout/NameandTitleOrganizationalChart"/>
    <dgm:cxn modelId="{86BF7235-B6A9-4E39-B312-E7729DC7C4A8}" type="presParOf" srcId="{91CBAD83-F614-4AE2-A180-582EA3B72178}" destId="{557D7C44-0A35-43E2-8B4A-3369E71D1773}" srcOrd="0" destOrd="0" presId="urn:microsoft.com/office/officeart/2008/layout/NameandTitleOrganizationalChart"/>
    <dgm:cxn modelId="{93A200BE-11BB-4C1C-890D-DB3C1AEF75AB}" type="presParOf" srcId="{91CBAD83-F614-4AE2-A180-582EA3B72178}" destId="{72A72E98-59EB-48E0-878B-FC35ACF38B17}" srcOrd="1" destOrd="0" presId="urn:microsoft.com/office/officeart/2008/layout/NameandTitleOrganizationalChart"/>
    <dgm:cxn modelId="{3DB47C02-CB33-4821-8749-4B4C1E18AE0F}" type="presParOf" srcId="{72A72E98-59EB-48E0-878B-FC35ACF38B17}" destId="{B918D691-BCBC-4063-B393-A999F24FCF6F}" srcOrd="0" destOrd="0" presId="urn:microsoft.com/office/officeart/2008/layout/NameandTitleOrganizationalChart"/>
    <dgm:cxn modelId="{84BBD5D2-B2D2-4032-BD10-480B6AB11E9D}" type="presParOf" srcId="{B918D691-BCBC-4063-B393-A999F24FCF6F}" destId="{FEEA702E-93CE-4AF1-B8C0-6150A01E1569}" srcOrd="0" destOrd="0" presId="urn:microsoft.com/office/officeart/2008/layout/NameandTitleOrganizationalChart"/>
    <dgm:cxn modelId="{E994EC7A-733D-49C5-90FF-8BA2C0923641}" type="presParOf" srcId="{B918D691-BCBC-4063-B393-A999F24FCF6F}" destId="{7B36F0EC-B36B-4EB9-BCAA-3965EBB41174}" srcOrd="1" destOrd="0" presId="urn:microsoft.com/office/officeart/2008/layout/NameandTitleOrganizationalChart"/>
    <dgm:cxn modelId="{FA6BA320-81D7-46FB-B484-59F19DBDD4A5}" type="presParOf" srcId="{B918D691-BCBC-4063-B393-A999F24FCF6F}" destId="{9FAE6130-41E8-489B-8F28-FCD881E53B06}" srcOrd="2" destOrd="0" presId="urn:microsoft.com/office/officeart/2008/layout/NameandTitleOrganizationalChart"/>
    <dgm:cxn modelId="{88E56B2C-C1FC-44EE-8DB6-185E34DACDE7}" type="presParOf" srcId="{72A72E98-59EB-48E0-878B-FC35ACF38B17}" destId="{C3F0012C-E323-4E3B-9499-58A1A230A9BB}" srcOrd="1" destOrd="0" presId="urn:microsoft.com/office/officeart/2008/layout/NameandTitleOrganizationalChart"/>
    <dgm:cxn modelId="{9F455D63-C6A7-4C77-AD14-D47D731C72B4}" type="presParOf" srcId="{72A72E98-59EB-48E0-878B-FC35ACF38B17}" destId="{D6B7C453-B274-46DD-9C25-49E97B796D39}" srcOrd="2" destOrd="0" presId="urn:microsoft.com/office/officeart/2008/layout/NameandTitleOrganizationalChart"/>
    <dgm:cxn modelId="{45B5E4B6-EC19-4A12-8CC5-619C7DD39FA4}" type="presParOf" srcId="{F7228B47-9A85-4A98-9C6C-76C657AB014A}" destId="{80970A0C-6925-4F03-BA72-DDEC577DB4BA}" srcOrd="2" destOrd="0" presId="urn:microsoft.com/office/officeart/2008/layout/NameandTitleOrganizationalChart"/>
    <dgm:cxn modelId="{BDE25226-F220-4F19-A8A7-F499F719B75F}" type="presParOf" srcId="{AEA757E8-3BBE-48BD-8764-0CAF4E8E3618}" destId="{4A3D4A6C-9AEF-424C-B298-1097A4D29EFD}" srcOrd="2" destOrd="0" presId="urn:microsoft.com/office/officeart/2008/layout/NameandTitleOrganizationalChart"/>
    <dgm:cxn modelId="{CB9BE20B-B5F0-4923-8CCE-4C4F485D789D}" type="presParOf" srcId="{EAA4B6E9-7BCC-49A9-8719-C6A2A970D9DD}" destId="{5D5E8044-185C-4596-BDD1-49D04F3578EF}" srcOrd="2" destOrd="0" presId="urn:microsoft.com/office/officeart/2008/layout/NameandTitleOrganizationalChart"/>
    <dgm:cxn modelId="{CEE6ED0D-570D-444D-8F0C-2B42AA689E92}" type="presParOf" srcId="{5BC5ED82-9A6D-4186-9992-221E28E02AFC}" destId="{75270FA7-1706-4354-9B86-26E2844EA78E}" srcOrd="2" destOrd="0" presId="urn:microsoft.com/office/officeart/2008/layout/NameandTitleOrganizationalChart"/>
    <dgm:cxn modelId="{DB33D9FA-3AEB-46EA-BE1C-76F576FFC905}" type="presParOf" srcId="{352F93C3-C150-4521-892F-1872B89B3D5B}" destId="{B1C3A32F-6284-428D-817F-72F85442F6E4}" srcOrd="2" destOrd="0" presId="urn:microsoft.com/office/officeart/2008/layout/NameandTitleOrganizationalChart"/>
    <dgm:cxn modelId="{2E641613-D407-4028-A617-22F8595AFA9C}" type="presParOf" srcId="{E71DF4C1-DAED-4B7C-8A12-5CF48831D21A}" destId="{652079C0-BB17-4C20-A2DF-EDCD236F9856}" srcOrd="2" destOrd="0" presId="urn:microsoft.com/office/officeart/2008/layout/NameandTitleOrganizationalChart"/>
    <dgm:cxn modelId="{1DDCE1BA-EEC3-4784-975E-1BEB77A1EB75}" type="presParOf" srcId="{D902503E-6DBD-4B80-B085-8C2D8BB1B370}" destId="{DB89F2A2-7029-49FF-A344-AA6BF0C50C76}" srcOrd="2" destOrd="0" presId="urn:microsoft.com/office/officeart/2008/layout/NameandTitleOrganizationalChart"/>
    <dgm:cxn modelId="{D6866B3A-6BC2-4773-BDD0-974B98DDDFC5}" type="presParOf" srcId="{D902503E-6DBD-4B80-B085-8C2D8BB1B370}" destId="{811E096E-56F9-4F49-80E4-3AF429D9D46C}" srcOrd="3" destOrd="0" presId="urn:microsoft.com/office/officeart/2008/layout/NameandTitleOrganizationalChart"/>
    <dgm:cxn modelId="{D4C313CA-CF49-42DF-93AB-BCD482072C46}" type="presParOf" srcId="{811E096E-56F9-4F49-80E4-3AF429D9D46C}" destId="{F7BAEF75-C089-4856-AB7D-6CA4495EF651}" srcOrd="0" destOrd="0" presId="urn:microsoft.com/office/officeart/2008/layout/NameandTitleOrganizationalChart"/>
    <dgm:cxn modelId="{98F0B758-8767-487B-A962-758B518EA189}" type="presParOf" srcId="{F7BAEF75-C089-4856-AB7D-6CA4495EF651}" destId="{F155E75F-52F6-42D7-94B8-D0B597C46BC2}" srcOrd="0" destOrd="0" presId="urn:microsoft.com/office/officeart/2008/layout/NameandTitleOrganizationalChart"/>
    <dgm:cxn modelId="{958B5D3A-3BF4-426A-9D0E-4BD83C737E64}" type="presParOf" srcId="{F7BAEF75-C089-4856-AB7D-6CA4495EF651}" destId="{FEC51113-705B-4D79-9D9C-9D848061C3D1}" srcOrd="1" destOrd="0" presId="urn:microsoft.com/office/officeart/2008/layout/NameandTitleOrganizationalChart"/>
    <dgm:cxn modelId="{7488A95F-465A-4C27-965C-F26183F7E093}" type="presParOf" srcId="{F7BAEF75-C089-4856-AB7D-6CA4495EF651}" destId="{35199361-E410-46AB-BA2E-C615BA8D21B3}" srcOrd="2" destOrd="0" presId="urn:microsoft.com/office/officeart/2008/layout/NameandTitleOrganizationalChart"/>
    <dgm:cxn modelId="{A71B03A4-6C0B-4C2D-A785-25B60568B885}" type="presParOf" srcId="{811E096E-56F9-4F49-80E4-3AF429D9D46C}" destId="{9083396A-8763-4EC2-B343-55E78823C086}" srcOrd="1" destOrd="0" presId="urn:microsoft.com/office/officeart/2008/layout/NameandTitleOrganizationalChart"/>
    <dgm:cxn modelId="{3436A3A9-4D91-4229-A97D-0D493FDCA627}" type="presParOf" srcId="{9083396A-8763-4EC2-B343-55E78823C086}" destId="{EB65AE57-3F48-4BE0-93DE-16A181DC5113}" srcOrd="0" destOrd="0" presId="urn:microsoft.com/office/officeart/2008/layout/NameandTitleOrganizationalChart"/>
    <dgm:cxn modelId="{98C87BF0-2297-413E-8322-D816D0845C94}" type="presParOf" srcId="{9083396A-8763-4EC2-B343-55E78823C086}" destId="{082AC1D7-1D81-48A9-9B55-5E698492B8E7}" srcOrd="1" destOrd="0" presId="urn:microsoft.com/office/officeart/2008/layout/NameandTitleOrganizationalChart"/>
    <dgm:cxn modelId="{FEE29962-8757-489B-B5B8-8534CC00690D}" type="presParOf" srcId="{082AC1D7-1D81-48A9-9B55-5E698492B8E7}" destId="{9F8C4CC8-74C9-4E63-907E-98666AACC524}" srcOrd="0" destOrd="0" presId="urn:microsoft.com/office/officeart/2008/layout/NameandTitleOrganizationalChart"/>
    <dgm:cxn modelId="{004F9387-E310-4670-AB41-0DC3BFA0A954}" type="presParOf" srcId="{9F8C4CC8-74C9-4E63-907E-98666AACC524}" destId="{9D15AD87-9578-4311-B5C9-6A67D1D9E514}" srcOrd="0" destOrd="0" presId="urn:microsoft.com/office/officeart/2008/layout/NameandTitleOrganizationalChart"/>
    <dgm:cxn modelId="{530B7C0B-FFD7-4498-A0D5-778B4FCCBEB9}" type="presParOf" srcId="{9F8C4CC8-74C9-4E63-907E-98666AACC524}" destId="{E181C29E-5E56-43C8-BEE0-A51A2D94655D}" srcOrd="1" destOrd="0" presId="urn:microsoft.com/office/officeart/2008/layout/NameandTitleOrganizationalChart"/>
    <dgm:cxn modelId="{4FFE6EDB-891E-49FD-97F5-7110E9C629F0}" type="presParOf" srcId="{9F8C4CC8-74C9-4E63-907E-98666AACC524}" destId="{FB340B7B-3B97-433F-B9AD-8D38F4F6A367}" srcOrd="2" destOrd="0" presId="urn:microsoft.com/office/officeart/2008/layout/NameandTitleOrganizationalChart"/>
    <dgm:cxn modelId="{2A3EFE92-087D-444D-A628-D68531DBFAC2}" type="presParOf" srcId="{082AC1D7-1D81-48A9-9B55-5E698492B8E7}" destId="{0F03713D-B9F1-4487-8D35-1E76491C01D4}" srcOrd="1" destOrd="0" presId="urn:microsoft.com/office/officeart/2008/layout/NameandTitleOrganizationalChart"/>
    <dgm:cxn modelId="{0CA5CBA0-A3FA-4764-995C-2064C0F2F6AA}" type="presParOf" srcId="{0F03713D-B9F1-4487-8D35-1E76491C01D4}" destId="{535C3F35-E49F-4693-812D-94DCFE85D8C6}" srcOrd="0" destOrd="0" presId="urn:microsoft.com/office/officeart/2008/layout/NameandTitleOrganizationalChart"/>
    <dgm:cxn modelId="{3A5CED6F-60E5-4B30-AC55-EDF6111024DD}" type="presParOf" srcId="{0F03713D-B9F1-4487-8D35-1E76491C01D4}" destId="{06CB19D2-AB26-4659-A7C1-204F392A1A35}" srcOrd="1" destOrd="0" presId="urn:microsoft.com/office/officeart/2008/layout/NameandTitleOrganizationalChart"/>
    <dgm:cxn modelId="{1FB84BDB-1160-4554-8256-01C65E693E81}" type="presParOf" srcId="{06CB19D2-AB26-4659-A7C1-204F392A1A35}" destId="{602C6DEC-1DD1-46B0-A9A9-11A07D880795}" srcOrd="0" destOrd="0" presId="urn:microsoft.com/office/officeart/2008/layout/NameandTitleOrganizationalChart"/>
    <dgm:cxn modelId="{DC6A3B50-D69F-4E89-A811-3F50A7AC2D13}" type="presParOf" srcId="{602C6DEC-1DD1-46B0-A9A9-11A07D880795}" destId="{CD61E2D5-6659-47BE-81E1-B9561EAD79CA}" srcOrd="0" destOrd="0" presId="urn:microsoft.com/office/officeart/2008/layout/NameandTitleOrganizationalChart"/>
    <dgm:cxn modelId="{CD4D104E-1EAE-41AB-A421-7D147137783D}" type="presParOf" srcId="{602C6DEC-1DD1-46B0-A9A9-11A07D880795}" destId="{FF3A0D50-1281-4B85-BF8D-021FB3474308}" srcOrd="1" destOrd="0" presId="urn:microsoft.com/office/officeart/2008/layout/NameandTitleOrganizationalChart"/>
    <dgm:cxn modelId="{20DA7E70-7020-4EC4-9452-B51516EA75CA}" type="presParOf" srcId="{602C6DEC-1DD1-46B0-A9A9-11A07D880795}" destId="{B06D27DE-8A46-4101-87CC-A2595A9E55E6}" srcOrd="2" destOrd="0" presId="urn:microsoft.com/office/officeart/2008/layout/NameandTitleOrganizationalChart"/>
    <dgm:cxn modelId="{68F9F8AE-637F-40C6-B730-19B74A5BB37E}" type="presParOf" srcId="{06CB19D2-AB26-4659-A7C1-204F392A1A35}" destId="{9AD67DC6-16D2-43DB-A52D-1026039C6326}" srcOrd="1" destOrd="0" presId="urn:microsoft.com/office/officeart/2008/layout/NameandTitleOrganizationalChart"/>
    <dgm:cxn modelId="{D4217D9A-BFAE-426E-9E7A-2B8FBA14BB63}" type="presParOf" srcId="{9AD67DC6-16D2-43DB-A52D-1026039C6326}" destId="{D0284E0B-6F6E-4E4E-80FB-41AD312C5A8C}" srcOrd="0" destOrd="0" presId="urn:microsoft.com/office/officeart/2008/layout/NameandTitleOrganizationalChart"/>
    <dgm:cxn modelId="{3BC49150-984F-4387-8376-882EF8DCAEC2}" type="presParOf" srcId="{9AD67DC6-16D2-43DB-A52D-1026039C6326}" destId="{0FFF7E63-9086-4304-8AA8-C8211F6D3C05}" srcOrd="1" destOrd="0" presId="urn:microsoft.com/office/officeart/2008/layout/NameandTitleOrganizationalChart"/>
    <dgm:cxn modelId="{737C5248-7D19-4D02-9EE4-226B1F99D3D9}" type="presParOf" srcId="{0FFF7E63-9086-4304-8AA8-C8211F6D3C05}" destId="{593996B5-2FED-43B8-8540-188702CCAB58}" srcOrd="0" destOrd="0" presId="urn:microsoft.com/office/officeart/2008/layout/NameandTitleOrganizationalChart"/>
    <dgm:cxn modelId="{E5A2ADC2-AA54-46EF-BE8D-7452E1192015}" type="presParOf" srcId="{593996B5-2FED-43B8-8540-188702CCAB58}" destId="{296D1E2E-0A3A-433B-8BFF-886C1406C059}" srcOrd="0" destOrd="0" presId="urn:microsoft.com/office/officeart/2008/layout/NameandTitleOrganizationalChart"/>
    <dgm:cxn modelId="{A528B8D6-5B3C-419F-8CDE-A87712DD8D01}" type="presParOf" srcId="{593996B5-2FED-43B8-8540-188702CCAB58}" destId="{011D18A6-68F5-405C-89E9-47711BB5CE60}" srcOrd="1" destOrd="0" presId="urn:microsoft.com/office/officeart/2008/layout/NameandTitleOrganizationalChart"/>
    <dgm:cxn modelId="{41D79B03-977C-4D44-AC1E-57048E37FEF9}" type="presParOf" srcId="{593996B5-2FED-43B8-8540-188702CCAB58}" destId="{90AB964A-86C1-4D6B-84C9-30149475808C}" srcOrd="2" destOrd="0" presId="urn:microsoft.com/office/officeart/2008/layout/NameandTitleOrganizationalChart"/>
    <dgm:cxn modelId="{A7CBC700-BE81-4994-8AB6-D69EF3DAAC50}" type="presParOf" srcId="{0FFF7E63-9086-4304-8AA8-C8211F6D3C05}" destId="{A75F0308-F318-4D80-A306-02F92DED8E27}" srcOrd="1" destOrd="0" presId="urn:microsoft.com/office/officeart/2008/layout/NameandTitleOrganizationalChart"/>
    <dgm:cxn modelId="{F687DB83-D142-4F8D-B28A-7156DD2D5420}" type="presParOf" srcId="{A75F0308-F318-4D80-A306-02F92DED8E27}" destId="{88C58BEE-3235-4CD3-B8D7-3DD15C290385}" srcOrd="0" destOrd="0" presId="urn:microsoft.com/office/officeart/2008/layout/NameandTitleOrganizationalChart"/>
    <dgm:cxn modelId="{7EDFEE36-6D38-43BF-9A6C-78364EE537A3}" type="presParOf" srcId="{A75F0308-F318-4D80-A306-02F92DED8E27}" destId="{624BAAE9-313D-4EB0-B5C8-368FF8994960}" srcOrd="1" destOrd="0" presId="urn:microsoft.com/office/officeart/2008/layout/NameandTitleOrganizationalChart"/>
    <dgm:cxn modelId="{B1E2D307-ECB5-4DD8-A219-C21F42C5A9D2}" type="presParOf" srcId="{624BAAE9-313D-4EB0-B5C8-368FF8994960}" destId="{E3AA92D6-A077-4FD5-8FC4-857D1CA5B046}" srcOrd="0" destOrd="0" presId="urn:microsoft.com/office/officeart/2008/layout/NameandTitleOrganizationalChart"/>
    <dgm:cxn modelId="{7AC7F0A2-38F3-4527-ABB0-1EB918E01D03}" type="presParOf" srcId="{E3AA92D6-A077-4FD5-8FC4-857D1CA5B046}" destId="{CBB20F74-53DC-409C-9F25-720FB540D6D2}" srcOrd="0" destOrd="0" presId="urn:microsoft.com/office/officeart/2008/layout/NameandTitleOrganizationalChart"/>
    <dgm:cxn modelId="{AA302982-777E-4BE7-BFEF-3E6D6A5DDE10}" type="presParOf" srcId="{E3AA92D6-A077-4FD5-8FC4-857D1CA5B046}" destId="{72101718-88FF-4C6B-B7D0-D67303AC0CBC}" srcOrd="1" destOrd="0" presId="urn:microsoft.com/office/officeart/2008/layout/NameandTitleOrganizationalChart"/>
    <dgm:cxn modelId="{CD2A2414-769A-41C9-8102-1ABFA5CE4B27}" type="presParOf" srcId="{E3AA92D6-A077-4FD5-8FC4-857D1CA5B046}" destId="{5AE41AA8-F178-4414-8918-F1E6A066B337}" srcOrd="2" destOrd="0" presId="urn:microsoft.com/office/officeart/2008/layout/NameandTitleOrganizationalChart"/>
    <dgm:cxn modelId="{F7A7C827-E4A7-48BA-B3F2-0CBA290702B7}" type="presParOf" srcId="{624BAAE9-313D-4EB0-B5C8-368FF8994960}" destId="{94CBDE53-D2C5-4C1F-BA84-EFA88244CD85}" srcOrd="1" destOrd="0" presId="urn:microsoft.com/office/officeart/2008/layout/NameandTitleOrganizationalChart"/>
    <dgm:cxn modelId="{39D0A944-C186-47E0-BF0C-9C831FBAC54D}" type="presParOf" srcId="{94CBDE53-D2C5-4C1F-BA84-EFA88244CD85}" destId="{B9E542FB-1A47-4645-BFE4-4E5C77DEBBEC}" srcOrd="0" destOrd="0" presId="urn:microsoft.com/office/officeart/2008/layout/NameandTitleOrganizationalChart"/>
    <dgm:cxn modelId="{B1943047-3705-46D6-A368-963AA0691AFB}" type="presParOf" srcId="{94CBDE53-D2C5-4C1F-BA84-EFA88244CD85}" destId="{667AE6D0-C831-4337-BEDA-FA7A0ECA1511}" srcOrd="1" destOrd="0" presId="urn:microsoft.com/office/officeart/2008/layout/NameandTitleOrganizationalChart"/>
    <dgm:cxn modelId="{AA4EF6B8-CAE6-4C32-ACA7-D78D99CD801F}" type="presParOf" srcId="{667AE6D0-C831-4337-BEDA-FA7A0ECA1511}" destId="{ADE83E40-0AAB-4796-AA2E-C092DB2866F8}" srcOrd="0" destOrd="0" presId="urn:microsoft.com/office/officeart/2008/layout/NameandTitleOrganizationalChart"/>
    <dgm:cxn modelId="{1FECF0A9-65B9-460C-94F7-0C28E002B1E8}" type="presParOf" srcId="{ADE83E40-0AAB-4796-AA2E-C092DB2866F8}" destId="{1DC0B2E6-3A89-48AB-BEA0-D31CF2CE58B3}" srcOrd="0" destOrd="0" presId="urn:microsoft.com/office/officeart/2008/layout/NameandTitleOrganizationalChart"/>
    <dgm:cxn modelId="{DE14C91D-F0CD-4A6D-ABEF-FA42C0DF7D20}" type="presParOf" srcId="{ADE83E40-0AAB-4796-AA2E-C092DB2866F8}" destId="{3EFE5E0E-4125-4931-8B2F-946E5A7C3B81}" srcOrd="1" destOrd="0" presId="urn:microsoft.com/office/officeart/2008/layout/NameandTitleOrganizationalChart"/>
    <dgm:cxn modelId="{FC3562FE-DEAD-4B95-A626-7E984FC1906E}" type="presParOf" srcId="{ADE83E40-0AAB-4796-AA2E-C092DB2866F8}" destId="{0177A070-2D40-4B6E-9184-55082CABB724}" srcOrd="2" destOrd="0" presId="urn:microsoft.com/office/officeart/2008/layout/NameandTitleOrganizationalChart"/>
    <dgm:cxn modelId="{2BB4909E-C563-4173-A172-4343EAB96219}" type="presParOf" srcId="{667AE6D0-C831-4337-BEDA-FA7A0ECA1511}" destId="{89459D91-E32B-48E3-80EA-8383EF1E7335}" srcOrd="1" destOrd="0" presId="urn:microsoft.com/office/officeart/2008/layout/NameandTitleOrganizationalChart"/>
    <dgm:cxn modelId="{DC2E7126-8DEA-4B97-B444-63277C867BBC}" type="presParOf" srcId="{89459D91-E32B-48E3-80EA-8383EF1E7335}" destId="{738164AF-5E28-4BC0-A621-4267520628A0}" srcOrd="0" destOrd="0" presId="urn:microsoft.com/office/officeart/2008/layout/NameandTitleOrganizationalChart"/>
    <dgm:cxn modelId="{58841B9F-7DB0-44A3-90BA-0FF087AA70EA}" type="presParOf" srcId="{89459D91-E32B-48E3-80EA-8383EF1E7335}" destId="{0A876176-1CAF-4394-8DF9-E61809D3DFD6}" srcOrd="1" destOrd="0" presId="urn:microsoft.com/office/officeart/2008/layout/NameandTitleOrganizationalChart"/>
    <dgm:cxn modelId="{DCD3B42E-D89E-4267-A5DD-C8CF1C199B20}" type="presParOf" srcId="{0A876176-1CAF-4394-8DF9-E61809D3DFD6}" destId="{48A5D544-ABEB-4AE0-A1EB-BF019020DE34}" srcOrd="0" destOrd="0" presId="urn:microsoft.com/office/officeart/2008/layout/NameandTitleOrganizationalChart"/>
    <dgm:cxn modelId="{96C5216B-3DDD-4D82-B4D2-0A20484C8ADB}" type="presParOf" srcId="{48A5D544-ABEB-4AE0-A1EB-BF019020DE34}" destId="{55B2E6B6-4DD6-4858-9D29-DF76EA7F2EDB}" srcOrd="0" destOrd="0" presId="urn:microsoft.com/office/officeart/2008/layout/NameandTitleOrganizationalChart"/>
    <dgm:cxn modelId="{6A41709E-DC6C-44EA-B714-73F13D2D2954}" type="presParOf" srcId="{48A5D544-ABEB-4AE0-A1EB-BF019020DE34}" destId="{1D167993-66B5-49C5-A09C-872D50475B5F}" srcOrd="1" destOrd="0" presId="urn:microsoft.com/office/officeart/2008/layout/NameandTitleOrganizationalChart"/>
    <dgm:cxn modelId="{D3A08515-D64F-4A60-A3EA-C03794831E36}" type="presParOf" srcId="{48A5D544-ABEB-4AE0-A1EB-BF019020DE34}" destId="{BFF13EE2-DC85-41DE-B386-5E4F6A6DEB35}" srcOrd="2" destOrd="0" presId="urn:microsoft.com/office/officeart/2008/layout/NameandTitleOrganizationalChart"/>
    <dgm:cxn modelId="{A49FB8C7-DBA5-4574-B88C-B1D7840C1ACF}" type="presParOf" srcId="{0A876176-1CAF-4394-8DF9-E61809D3DFD6}" destId="{D7EB3ACF-E207-4BA0-8D34-6695A9824FFD}" srcOrd="1" destOrd="0" presId="urn:microsoft.com/office/officeart/2008/layout/NameandTitleOrganizationalChart"/>
    <dgm:cxn modelId="{EDBE5E48-AFA2-4A5A-BF6B-3D44C4650F97}" type="presParOf" srcId="{D7EB3ACF-E207-4BA0-8D34-6695A9824FFD}" destId="{F2F3DDB4-C8CA-4F5F-ADB9-9169434A94D8}" srcOrd="0" destOrd="0" presId="urn:microsoft.com/office/officeart/2008/layout/NameandTitleOrganizationalChart"/>
    <dgm:cxn modelId="{5EF8BE70-7559-4EA3-830A-D8BB4CA442AF}" type="presParOf" srcId="{D7EB3ACF-E207-4BA0-8D34-6695A9824FFD}" destId="{BDD565FB-6A0C-4E46-A6C0-237140BD7E3B}" srcOrd="1" destOrd="0" presId="urn:microsoft.com/office/officeart/2008/layout/NameandTitleOrganizationalChart"/>
    <dgm:cxn modelId="{0D2B74D3-4C94-473F-8882-0CD14A879CFE}" type="presParOf" srcId="{BDD565FB-6A0C-4E46-A6C0-237140BD7E3B}" destId="{10D7CB09-ACEC-42F0-8BA3-88DA60663D26}" srcOrd="0" destOrd="0" presId="urn:microsoft.com/office/officeart/2008/layout/NameandTitleOrganizationalChart"/>
    <dgm:cxn modelId="{F4D52CE8-3BC7-46B7-B6A4-48FE2C488B46}" type="presParOf" srcId="{10D7CB09-ACEC-42F0-8BA3-88DA60663D26}" destId="{82D653A8-B225-4F98-B651-A7808900C349}" srcOrd="0" destOrd="0" presId="urn:microsoft.com/office/officeart/2008/layout/NameandTitleOrganizationalChart"/>
    <dgm:cxn modelId="{178029F5-68BC-4F6F-AE5C-78575D61B3A0}" type="presParOf" srcId="{10D7CB09-ACEC-42F0-8BA3-88DA60663D26}" destId="{E37E4832-3214-4CBE-9454-94720FE2E68A}" srcOrd="1" destOrd="0" presId="urn:microsoft.com/office/officeart/2008/layout/NameandTitleOrganizationalChart"/>
    <dgm:cxn modelId="{C36155FF-C3B8-48B1-B6FA-07124647BA9B}" type="presParOf" srcId="{10D7CB09-ACEC-42F0-8BA3-88DA60663D26}" destId="{2226C7D0-D3AA-48D3-8859-3055A903C1BF}" srcOrd="2" destOrd="0" presId="urn:microsoft.com/office/officeart/2008/layout/NameandTitleOrganizationalChart"/>
    <dgm:cxn modelId="{5001CCE8-8563-4FDA-B1A8-3DAE785B2CDC}" type="presParOf" srcId="{BDD565FB-6A0C-4E46-A6C0-237140BD7E3B}" destId="{88144BBD-B6F7-465D-968B-B3AA059BC5C5}" srcOrd="1" destOrd="0" presId="urn:microsoft.com/office/officeart/2008/layout/NameandTitleOrganizationalChart"/>
    <dgm:cxn modelId="{CF619BC4-0793-4EB5-B61F-B7BD88B313C4}" type="presParOf" srcId="{BDD565FB-6A0C-4E46-A6C0-237140BD7E3B}" destId="{7D0A6332-E1BB-4C22-83A4-7645873EEA8D}" srcOrd="2" destOrd="0" presId="urn:microsoft.com/office/officeart/2008/layout/NameandTitleOrganizationalChart"/>
    <dgm:cxn modelId="{454EB99A-0E2F-4DB6-9133-FA259C3D56A9}" type="presParOf" srcId="{D7EB3ACF-E207-4BA0-8D34-6695A9824FFD}" destId="{5CB3CE5F-D7C1-4F1F-972B-F0F1C7F64356}" srcOrd="2" destOrd="0" presId="urn:microsoft.com/office/officeart/2008/layout/NameandTitleOrganizationalChart"/>
    <dgm:cxn modelId="{3F2B6B3A-F190-4E20-923F-9D257DE0367F}" type="presParOf" srcId="{D7EB3ACF-E207-4BA0-8D34-6695A9824FFD}" destId="{3F50E373-9518-485D-AD97-1092FC8BA741}" srcOrd="3" destOrd="0" presId="urn:microsoft.com/office/officeart/2008/layout/NameandTitleOrganizationalChart"/>
    <dgm:cxn modelId="{74DFBE8C-8C83-4B0D-8CF8-7688AA5BB111}" type="presParOf" srcId="{3F50E373-9518-485D-AD97-1092FC8BA741}" destId="{D09BEE77-7DB2-4086-9B91-BC03601D4978}" srcOrd="0" destOrd="0" presId="urn:microsoft.com/office/officeart/2008/layout/NameandTitleOrganizationalChart"/>
    <dgm:cxn modelId="{5771D2AF-0DA4-416A-83B5-43680C4EF417}" type="presParOf" srcId="{D09BEE77-7DB2-4086-9B91-BC03601D4978}" destId="{BE3EB238-A359-43A8-A94C-E62229395B9B}" srcOrd="0" destOrd="0" presId="urn:microsoft.com/office/officeart/2008/layout/NameandTitleOrganizationalChart"/>
    <dgm:cxn modelId="{33DB2DB0-907C-4044-92CF-D4095F43C3C4}" type="presParOf" srcId="{D09BEE77-7DB2-4086-9B91-BC03601D4978}" destId="{11F811AB-BBF6-482F-8831-EB799A4F0009}" srcOrd="1" destOrd="0" presId="urn:microsoft.com/office/officeart/2008/layout/NameandTitleOrganizationalChart"/>
    <dgm:cxn modelId="{A84B8076-6222-446A-AC72-1F466142FF23}" type="presParOf" srcId="{D09BEE77-7DB2-4086-9B91-BC03601D4978}" destId="{F8925381-84B4-49DE-9036-5EA2B6574300}" srcOrd="2" destOrd="0" presId="urn:microsoft.com/office/officeart/2008/layout/NameandTitleOrganizationalChart"/>
    <dgm:cxn modelId="{55B1CA05-6139-4B2C-91CC-3C7603FDDDCD}" type="presParOf" srcId="{3F50E373-9518-485D-AD97-1092FC8BA741}" destId="{D9621CBB-31B7-4EC2-90CD-2C1C2AD3867B}" srcOrd="1" destOrd="0" presId="urn:microsoft.com/office/officeart/2008/layout/NameandTitleOrganizationalChart"/>
    <dgm:cxn modelId="{BBFC3F3F-6CA5-4A37-BC57-5FE61FDA84D3}" type="presParOf" srcId="{3F50E373-9518-485D-AD97-1092FC8BA741}" destId="{68D2362C-7176-4925-9B88-65ADAABE543C}" srcOrd="2" destOrd="0" presId="urn:microsoft.com/office/officeart/2008/layout/NameandTitleOrganizationalChart"/>
    <dgm:cxn modelId="{5DD56B12-89B9-4AD5-A84A-B312311386E0}" type="presParOf" srcId="{D7EB3ACF-E207-4BA0-8D34-6695A9824FFD}" destId="{8B6601CE-0439-4612-8F27-001F0148CE5C}" srcOrd="4" destOrd="0" presId="urn:microsoft.com/office/officeart/2008/layout/NameandTitleOrganizationalChart"/>
    <dgm:cxn modelId="{F00AFA04-406D-4E0C-BBAB-AAB669150C3A}" type="presParOf" srcId="{D7EB3ACF-E207-4BA0-8D34-6695A9824FFD}" destId="{EB821DE8-4E39-470D-BBD0-872FA76575F8}" srcOrd="5" destOrd="0" presId="urn:microsoft.com/office/officeart/2008/layout/NameandTitleOrganizationalChart"/>
    <dgm:cxn modelId="{179D38D1-0599-4FB1-815E-FFDAEA6BDF13}" type="presParOf" srcId="{EB821DE8-4E39-470D-BBD0-872FA76575F8}" destId="{D58454D1-5D17-4B35-9C70-3686B3316FDD}" srcOrd="0" destOrd="0" presId="urn:microsoft.com/office/officeart/2008/layout/NameandTitleOrganizationalChart"/>
    <dgm:cxn modelId="{0173A1B8-6599-46E0-8D32-C5662F2E87C6}" type="presParOf" srcId="{D58454D1-5D17-4B35-9C70-3686B3316FDD}" destId="{39D514DF-9623-457B-AD09-08F87D5DB5F2}" srcOrd="0" destOrd="0" presId="urn:microsoft.com/office/officeart/2008/layout/NameandTitleOrganizationalChart"/>
    <dgm:cxn modelId="{22390C2F-162D-4E8B-B59A-23376872B0EA}" type="presParOf" srcId="{D58454D1-5D17-4B35-9C70-3686B3316FDD}" destId="{3329AB9F-2AE0-4851-B9A3-6CBD695F53AE}" srcOrd="1" destOrd="0" presId="urn:microsoft.com/office/officeart/2008/layout/NameandTitleOrganizationalChart"/>
    <dgm:cxn modelId="{418FBD5B-26E1-456B-996A-DFA17B208D46}" type="presParOf" srcId="{D58454D1-5D17-4B35-9C70-3686B3316FDD}" destId="{D587060B-91BA-4E3E-949A-BC610B23D541}" srcOrd="2" destOrd="0" presId="urn:microsoft.com/office/officeart/2008/layout/NameandTitleOrganizationalChart"/>
    <dgm:cxn modelId="{35F7C864-F496-42E7-A1FF-8B667A57B2A9}" type="presParOf" srcId="{EB821DE8-4E39-470D-BBD0-872FA76575F8}" destId="{3CC13B82-9CBA-422F-AEEC-5EFC8C000873}" srcOrd="1" destOrd="0" presId="urn:microsoft.com/office/officeart/2008/layout/NameandTitleOrganizationalChart"/>
    <dgm:cxn modelId="{70B14C8A-A60D-4309-9664-5CE514507D6B}" type="presParOf" srcId="{EB821DE8-4E39-470D-BBD0-872FA76575F8}" destId="{EDA15EC4-F20A-4A62-9FB9-E320B7B09118}" srcOrd="2" destOrd="0" presId="urn:microsoft.com/office/officeart/2008/layout/NameandTitleOrganizationalChart"/>
    <dgm:cxn modelId="{EA9FF1DC-0B26-421C-9161-17E78C747AAD}" type="presParOf" srcId="{0A876176-1CAF-4394-8DF9-E61809D3DFD6}" destId="{2D9F9A09-84FA-43C2-8767-B94AD8A959BF}" srcOrd="2" destOrd="0" presId="urn:microsoft.com/office/officeart/2008/layout/NameandTitleOrganizationalChart"/>
    <dgm:cxn modelId="{CB183884-C4D0-4699-B026-CA54E322807D}" type="presParOf" srcId="{667AE6D0-C831-4337-BEDA-FA7A0ECA1511}" destId="{C81D6AE8-B4DA-4000-B8EA-E444C3D1A431}" srcOrd="2" destOrd="0" presId="urn:microsoft.com/office/officeart/2008/layout/NameandTitleOrganizationalChart"/>
    <dgm:cxn modelId="{6CDD8F63-63C3-478C-85DB-2AA213911BBA}" type="presParOf" srcId="{624BAAE9-313D-4EB0-B5C8-368FF8994960}" destId="{0ADB1E85-9117-402A-8DEE-ED6713455452}" srcOrd="2" destOrd="0" presId="urn:microsoft.com/office/officeart/2008/layout/NameandTitleOrganizationalChart"/>
    <dgm:cxn modelId="{EA0A44C4-7F87-4AAD-8E5C-3288AFDE2651}" type="presParOf" srcId="{0FFF7E63-9086-4304-8AA8-C8211F6D3C05}" destId="{0CACFD1A-F851-4E39-AE8B-E165BE89D944}" srcOrd="2" destOrd="0" presId="urn:microsoft.com/office/officeart/2008/layout/NameandTitleOrganizationalChart"/>
    <dgm:cxn modelId="{B9A5FB23-FB5B-4CD4-AD58-8C6577668E4F}" type="presParOf" srcId="{06CB19D2-AB26-4659-A7C1-204F392A1A35}" destId="{323DC5BA-D932-4FD3-B5DF-0EE011CA291C}" srcOrd="2" destOrd="0" presId="urn:microsoft.com/office/officeart/2008/layout/NameandTitleOrganizationalChart"/>
    <dgm:cxn modelId="{6A33F83C-C6AE-45F6-82F9-F8884596BB13}" type="presParOf" srcId="{082AC1D7-1D81-48A9-9B55-5E698492B8E7}" destId="{C1E4D23D-7B37-4E50-A7A5-D89F1413317B}" srcOrd="2" destOrd="0" presId="urn:microsoft.com/office/officeart/2008/layout/NameandTitleOrganizationalChart"/>
    <dgm:cxn modelId="{92964CA0-B968-4DFC-B999-2BB85A21B9CD}" type="presParOf" srcId="{9083396A-8763-4EC2-B343-55E78823C086}" destId="{4B0B9279-11F2-4321-BCE6-F486564C09C7}" srcOrd="2" destOrd="0" presId="urn:microsoft.com/office/officeart/2008/layout/NameandTitleOrganizationalChart"/>
    <dgm:cxn modelId="{340E4C97-1ACD-4F63-90C9-FAF4966610E9}" type="presParOf" srcId="{9083396A-8763-4EC2-B343-55E78823C086}" destId="{F3410489-AFE9-483D-9A52-3CE01840D1B1}" srcOrd="3" destOrd="0" presId="urn:microsoft.com/office/officeart/2008/layout/NameandTitleOrganizationalChart"/>
    <dgm:cxn modelId="{52B28643-AEDB-452C-9E55-791003D3F606}" type="presParOf" srcId="{F3410489-AFE9-483D-9A52-3CE01840D1B1}" destId="{A41193B3-E4C7-4B77-BDD6-16506BA94B96}" srcOrd="0" destOrd="0" presId="urn:microsoft.com/office/officeart/2008/layout/NameandTitleOrganizationalChart"/>
    <dgm:cxn modelId="{2E6D3010-7548-47F9-A2C9-A43C2DB3396A}" type="presParOf" srcId="{A41193B3-E4C7-4B77-BDD6-16506BA94B96}" destId="{BA185457-142A-4AB9-9630-55537D061488}" srcOrd="0" destOrd="0" presId="urn:microsoft.com/office/officeart/2008/layout/NameandTitleOrganizationalChart"/>
    <dgm:cxn modelId="{C50DA2DD-250B-4364-9BEF-2E17A31BB7CB}" type="presParOf" srcId="{A41193B3-E4C7-4B77-BDD6-16506BA94B96}" destId="{C1FC5CB5-68A6-4844-933E-905149C1CBEA}" srcOrd="1" destOrd="0" presId="urn:microsoft.com/office/officeart/2008/layout/NameandTitleOrganizationalChart"/>
    <dgm:cxn modelId="{BECF77B6-9080-429E-9D4F-F1325426425E}" type="presParOf" srcId="{A41193B3-E4C7-4B77-BDD6-16506BA94B96}" destId="{295A4C79-3255-4CE6-A454-7E4FFD33D9FD}" srcOrd="2" destOrd="0" presId="urn:microsoft.com/office/officeart/2008/layout/NameandTitleOrganizationalChart"/>
    <dgm:cxn modelId="{3E1A9CD9-A2E9-4E60-ADC2-F41119B823E5}" type="presParOf" srcId="{F3410489-AFE9-483D-9A52-3CE01840D1B1}" destId="{4E35E2B2-45C7-4347-9561-3FA69AECF163}" srcOrd="1" destOrd="0" presId="urn:microsoft.com/office/officeart/2008/layout/NameandTitleOrganizationalChart"/>
    <dgm:cxn modelId="{9A785AC7-58E3-4518-8ADF-ABB4BCEBBC09}" type="presParOf" srcId="{4E35E2B2-45C7-4347-9561-3FA69AECF163}" destId="{E0AF75DB-1FF1-4407-B048-87140FFD09E6}" srcOrd="0" destOrd="0" presId="urn:microsoft.com/office/officeart/2008/layout/NameandTitleOrganizationalChart"/>
    <dgm:cxn modelId="{6E7345A7-8429-4C05-8C93-AFC7CBA98895}" type="presParOf" srcId="{4E35E2B2-45C7-4347-9561-3FA69AECF163}" destId="{47C85118-3D78-4E25-BB74-B65212453A6D}" srcOrd="1" destOrd="0" presId="urn:microsoft.com/office/officeart/2008/layout/NameandTitleOrganizationalChart"/>
    <dgm:cxn modelId="{07817332-7AB4-4296-A44B-86F6DDEFBEBD}" type="presParOf" srcId="{47C85118-3D78-4E25-BB74-B65212453A6D}" destId="{F202C2E6-9B5D-4E7B-A851-735EA5B2F5EC}" srcOrd="0" destOrd="0" presId="urn:microsoft.com/office/officeart/2008/layout/NameandTitleOrganizationalChart"/>
    <dgm:cxn modelId="{AC9A1475-27FF-4C89-9B9F-84DFB50AE07F}" type="presParOf" srcId="{F202C2E6-9B5D-4E7B-A851-735EA5B2F5EC}" destId="{9E68D088-3773-4676-96A9-5FDAFF3EE309}" srcOrd="0" destOrd="0" presId="urn:microsoft.com/office/officeart/2008/layout/NameandTitleOrganizationalChart"/>
    <dgm:cxn modelId="{AE365663-C267-45AA-91FC-28A7022B4E3F}" type="presParOf" srcId="{F202C2E6-9B5D-4E7B-A851-735EA5B2F5EC}" destId="{98A42301-AF98-41A7-BD4B-69609EF2161E}" srcOrd="1" destOrd="0" presId="urn:microsoft.com/office/officeart/2008/layout/NameandTitleOrganizationalChart"/>
    <dgm:cxn modelId="{700FC724-51B3-4531-9D30-5AF69EA12A7F}" type="presParOf" srcId="{F202C2E6-9B5D-4E7B-A851-735EA5B2F5EC}" destId="{C2CA939A-889A-4E63-8636-C471C2655A51}" srcOrd="2" destOrd="0" presId="urn:microsoft.com/office/officeart/2008/layout/NameandTitleOrganizationalChart"/>
    <dgm:cxn modelId="{163AB883-275D-4037-8160-302398EBAB00}" type="presParOf" srcId="{47C85118-3D78-4E25-BB74-B65212453A6D}" destId="{C99DACFE-B415-47F9-AB3C-E43DFB5A450F}" srcOrd="1" destOrd="0" presId="urn:microsoft.com/office/officeart/2008/layout/NameandTitleOrganizationalChart"/>
    <dgm:cxn modelId="{BA2E6E5B-12BD-4E28-A49A-FD51A7C08C20}" type="presParOf" srcId="{C99DACFE-B415-47F9-AB3C-E43DFB5A450F}" destId="{BFA2476A-8000-4168-860F-6CCAFC17199E}" srcOrd="0" destOrd="0" presId="urn:microsoft.com/office/officeart/2008/layout/NameandTitleOrganizationalChart"/>
    <dgm:cxn modelId="{8C2D719D-897F-4F4C-80BC-6B16398F50D6}" type="presParOf" srcId="{C99DACFE-B415-47F9-AB3C-E43DFB5A450F}" destId="{6A8ADB33-55F4-4A7F-87C7-D690C121EC72}" srcOrd="1" destOrd="0" presId="urn:microsoft.com/office/officeart/2008/layout/NameandTitleOrganizationalChart"/>
    <dgm:cxn modelId="{9863647E-7CB6-4337-B2A6-D7741DE38FF3}" type="presParOf" srcId="{6A8ADB33-55F4-4A7F-87C7-D690C121EC72}" destId="{25067706-62C1-4EF8-9BA1-F2413B191D95}" srcOrd="0" destOrd="0" presId="urn:microsoft.com/office/officeart/2008/layout/NameandTitleOrganizationalChart"/>
    <dgm:cxn modelId="{AF87BBB8-5250-4862-986A-121B90D2DA3D}" type="presParOf" srcId="{25067706-62C1-4EF8-9BA1-F2413B191D95}" destId="{C072D273-2782-4737-806A-7BADDE43627A}" srcOrd="0" destOrd="0" presId="urn:microsoft.com/office/officeart/2008/layout/NameandTitleOrganizationalChart"/>
    <dgm:cxn modelId="{19890ADF-8B5C-4D3C-B554-5372A3494A4B}" type="presParOf" srcId="{25067706-62C1-4EF8-9BA1-F2413B191D95}" destId="{0D015C79-5529-4A5B-886A-3A0F032F9FA2}" srcOrd="1" destOrd="0" presId="urn:microsoft.com/office/officeart/2008/layout/NameandTitleOrganizationalChart"/>
    <dgm:cxn modelId="{3A159EBE-9235-4D3E-8870-E882AEABA5E4}" type="presParOf" srcId="{25067706-62C1-4EF8-9BA1-F2413B191D95}" destId="{63E54E31-8F1C-4C7E-9878-525285EE4246}" srcOrd="2" destOrd="0" presId="urn:microsoft.com/office/officeart/2008/layout/NameandTitleOrganizationalChart"/>
    <dgm:cxn modelId="{057D4AD9-C116-4BDF-A1FA-174004496995}" type="presParOf" srcId="{6A8ADB33-55F4-4A7F-87C7-D690C121EC72}" destId="{BFA87FAC-ECB1-458C-B3CF-E8A131AFD636}" srcOrd="1" destOrd="0" presId="urn:microsoft.com/office/officeart/2008/layout/NameandTitleOrganizationalChart"/>
    <dgm:cxn modelId="{9264B273-7B60-41F9-9343-9F4121E992C3}" type="presParOf" srcId="{BFA87FAC-ECB1-458C-B3CF-E8A131AFD636}" destId="{2CC222E6-1154-4AA9-B8E8-B388F5A61F23}" srcOrd="0" destOrd="0" presId="urn:microsoft.com/office/officeart/2008/layout/NameandTitleOrganizationalChart"/>
    <dgm:cxn modelId="{D4ABD669-0BE1-496D-A09C-38A3E0170266}" type="presParOf" srcId="{BFA87FAC-ECB1-458C-B3CF-E8A131AFD636}" destId="{2AE5FC0C-3FAA-4537-81D8-6B18E910962A}" srcOrd="1" destOrd="0" presId="urn:microsoft.com/office/officeart/2008/layout/NameandTitleOrganizationalChart"/>
    <dgm:cxn modelId="{DB8DDFB1-00F6-40EF-B4B7-4F53F546524A}" type="presParOf" srcId="{2AE5FC0C-3FAA-4537-81D8-6B18E910962A}" destId="{36C67932-9F2B-4592-859E-6E2745F161AE}" srcOrd="0" destOrd="0" presId="urn:microsoft.com/office/officeart/2008/layout/NameandTitleOrganizationalChart"/>
    <dgm:cxn modelId="{0179D801-FA08-4B76-9547-2C72B0A1181E}" type="presParOf" srcId="{36C67932-9F2B-4592-859E-6E2745F161AE}" destId="{2AD54272-5DB6-4C89-A33E-4BFFFB453F73}" srcOrd="0" destOrd="0" presId="urn:microsoft.com/office/officeart/2008/layout/NameandTitleOrganizationalChart"/>
    <dgm:cxn modelId="{B02D57C4-629A-4F02-92CD-D05CA8C165D1}" type="presParOf" srcId="{36C67932-9F2B-4592-859E-6E2745F161AE}" destId="{F78EC1A7-AF3B-472C-A9EA-EDB2A922A70A}" srcOrd="1" destOrd="0" presId="urn:microsoft.com/office/officeart/2008/layout/NameandTitleOrganizationalChart"/>
    <dgm:cxn modelId="{7DA6FA9D-9F1C-494B-9D70-BFD099C65A5D}" type="presParOf" srcId="{36C67932-9F2B-4592-859E-6E2745F161AE}" destId="{DF246BF9-87A8-4C99-B114-E3199F1FD709}" srcOrd="2" destOrd="0" presId="urn:microsoft.com/office/officeart/2008/layout/NameandTitleOrganizationalChart"/>
    <dgm:cxn modelId="{F6565DD2-C75B-488D-B150-48FFBC336748}" type="presParOf" srcId="{2AE5FC0C-3FAA-4537-81D8-6B18E910962A}" destId="{BB47D7C4-319C-48C1-81B4-DAAB9F37B818}" srcOrd="1" destOrd="0" presId="urn:microsoft.com/office/officeart/2008/layout/NameandTitleOrganizationalChart"/>
    <dgm:cxn modelId="{BBA228C3-4C8B-4D44-B4F8-0A69328A64B5}" type="presParOf" srcId="{BB47D7C4-319C-48C1-81B4-DAAB9F37B818}" destId="{A577355F-B7F6-4930-A88D-1684942BA649}" srcOrd="0" destOrd="0" presId="urn:microsoft.com/office/officeart/2008/layout/NameandTitleOrganizationalChart"/>
    <dgm:cxn modelId="{2B91260E-B22B-4AF4-B8BA-6CA97F1DEFE1}" type="presParOf" srcId="{BB47D7C4-319C-48C1-81B4-DAAB9F37B818}" destId="{9DCF994A-83BE-43BF-99A5-A5890407A69C}" srcOrd="1" destOrd="0" presId="urn:microsoft.com/office/officeart/2008/layout/NameandTitleOrganizationalChart"/>
    <dgm:cxn modelId="{1B3C7B9F-B23D-45AA-BF56-2B0EC2BA287A}" type="presParOf" srcId="{9DCF994A-83BE-43BF-99A5-A5890407A69C}" destId="{664B5D42-4073-44B9-883B-2CC29F5FCECD}" srcOrd="0" destOrd="0" presId="urn:microsoft.com/office/officeart/2008/layout/NameandTitleOrganizationalChart"/>
    <dgm:cxn modelId="{7B40566D-D705-480C-B5FC-7D97F14ADC99}" type="presParOf" srcId="{664B5D42-4073-44B9-883B-2CC29F5FCECD}" destId="{4D91CE5E-A808-489F-904B-172C26C3332C}" srcOrd="0" destOrd="0" presId="urn:microsoft.com/office/officeart/2008/layout/NameandTitleOrganizationalChart"/>
    <dgm:cxn modelId="{A2A36C79-2719-40D6-8972-D8933771013C}" type="presParOf" srcId="{664B5D42-4073-44B9-883B-2CC29F5FCECD}" destId="{7E36EADC-C738-4ED2-AEF0-6DC2073F0030}" srcOrd="1" destOrd="0" presId="urn:microsoft.com/office/officeart/2008/layout/NameandTitleOrganizationalChart"/>
    <dgm:cxn modelId="{D0D449B2-8DC3-40C3-B414-633DC5B79394}" type="presParOf" srcId="{664B5D42-4073-44B9-883B-2CC29F5FCECD}" destId="{350CCA6E-8CEB-4BD0-849D-F917A55B5A9A}" srcOrd="2" destOrd="0" presId="urn:microsoft.com/office/officeart/2008/layout/NameandTitleOrganizationalChart"/>
    <dgm:cxn modelId="{3852194E-81E8-4735-B8D9-2B2AEB42EEDC}" type="presParOf" srcId="{9DCF994A-83BE-43BF-99A5-A5890407A69C}" destId="{E7C7FD4D-0FC1-40A4-9DB7-83CD1D8E079A}" srcOrd="1" destOrd="0" presId="urn:microsoft.com/office/officeart/2008/layout/NameandTitleOrganizationalChart"/>
    <dgm:cxn modelId="{20CA92CC-A571-46DB-836B-1441996B6754}" type="presParOf" srcId="{E7C7FD4D-0FC1-40A4-9DB7-83CD1D8E079A}" destId="{5C3CE34F-87CB-4992-8C14-9BAA66C7ED27}" srcOrd="0" destOrd="0" presId="urn:microsoft.com/office/officeart/2008/layout/NameandTitleOrganizationalChart"/>
    <dgm:cxn modelId="{83A8EA69-8546-4FA9-A22C-DA3FE4B82FEA}" type="presParOf" srcId="{E7C7FD4D-0FC1-40A4-9DB7-83CD1D8E079A}" destId="{8E4F51AE-8467-4D7F-8DF5-81A8E1E49015}" srcOrd="1" destOrd="0" presId="urn:microsoft.com/office/officeart/2008/layout/NameandTitleOrganizationalChart"/>
    <dgm:cxn modelId="{D506553B-267C-4971-8B7D-A128E7F9B6E6}" type="presParOf" srcId="{8E4F51AE-8467-4D7F-8DF5-81A8E1E49015}" destId="{CC86071C-0E71-4BD6-AAA4-6CD68AF6561D}" srcOrd="0" destOrd="0" presId="urn:microsoft.com/office/officeart/2008/layout/NameandTitleOrganizationalChart"/>
    <dgm:cxn modelId="{53A030DA-4327-4B25-BFEE-7B997D7218BC}" type="presParOf" srcId="{CC86071C-0E71-4BD6-AAA4-6CD68AF6561D}" destId="{C61AAC9B-5573-475A-8319-629D9AD1355C}" srcOrd="0" destOrd="0" presId="urn:microsoft.com/office/officeart/2008/layout/NameandTitleOrganizationalChart"/>
    <dgm:cxn modelId="{D92F5165-22F6-4E27-868E-712E63EC681F}" type="presParOf" srcId="{CC86071C-0E71-4BD6-AAA4-6CD68AF6561D}" destId="{7B30E651-BE85-4F05-8F05-9803B96BDD55}" srcOrd="1" destOrd="0" presId="urn:microsoft.com/office/officeart/2008/layout/NameandTitleOrganizationalChart"/>
    <dgm:cxn modelId="{433F5867-FF7B-4C9A-A623-027549F5538E}" type="presParOf" srcId="{CC86071C-0E71-4BD6-AAA4-6CD68AF6561D}" destId="{CC9C00C4-01CD-4F9D-B356-16494C4AF0B2}" srcOrd="2" destOrd="0" presId="urn:microsoft.com/office/officeart/2008/layout/NameandTitleOrganizationalChart"/>
    <dgm:cxn modelId="{B3CF2527-7107-4777-B279-44DC4BC1BC1A}" type="presParOf" srcId="{8E4F51AE-8467-4D7F-8DF5-81A8E1E49015}" destId="{E812BF53-F984-4A31-A05E-4C4C4B47F498}" srcOrd="1" destOrd="0" presId="urn:microsoft.com/office/officeart/2008/layout/NameandTitleOrganizationalChart"/>
    <dgm:cxn modelId="{73B3CBF0-1BFE-45B0-B800-09DCEAF1D109}" type="presParOf" srcId="{8E4F51AE-8467-4D7F-8DF5-81A8E1E49015}" destId="{D8A0767F-902A-4E4C-AB0B-9D68F76918B2}" srcOrd="2" destOrd="0" presId="urn:microsoft.com/office/officeart/2008/layout/NameandTitleOrganizationalChart"/>
    <dgm:cxn modelId="{0215CA61-1B19-4270-BD1A-41FA8FDB3A32}" type="presParOf" srcId="{9DCF994A-83BE-43BF-99A5-A5890407A69C}" destId="{FCA52C1E-2569-4B0E-8E23-EED44324356B}" srcOrd="2" destOrd="0" presId="urn:microsoft.com/office/officeart/2008/layout/NameandTitleOrganizationalChart"/>
    <dgm:cxn modelId="{D28930CC-B197-4756-B832-5114581C23CF}" type="presParOf" srcId="{2AE5FC0C-3FAA-4537-81D8-6B18E910962A}" destId="{4151766D-8594-4D58-9D1E-ACADEB861203}" srcOrd="2" destOrd="0" presId="urn:microsoft.com/office/officeart/2008/layout/NameandTitleOrganizationalChart"/>
    <dgm:cxn modelId="{898FF14B-D539-4689-9D2E-0E07E353F94E}" type="presParOf" srcId="{6A8ADB33-55F4-4A7F-87C7-D690C121EC72}" destId="{01C6A54F-8DDF-41AA-981B-D92867A78634}" srcOrd="2" destOrd="0" presId="urn:microsoft.com/office/officeart/2008/layout/NameandTitleOrganizationalChart"/>
    <dgm:cxn modelId="{6871BA60-4C38-40EB-B475-F29C2071A950}" type="presParOf" srcId="{47C85118-3D78-4E25-BB74-B65212453A6D}" destId="{28881857-B349-436A-94C3-B7CE3FA3415B}" srcOrd="2" destOrd="0" presId="urn:microsoft.com/office/officeart/2008/layout/NameandTitleOrganizationalChart"/>
    <dgm:cxn modelId="{E5992423-003B-4214-B8C2-D249E8485686}" type="presParOf" srcId="{F3410489-AFE9-483D-9A52-3CE01840D1B1}" destId="{81179DDD-1037-40D1-A82D-344DDC42BBFC}" srcOrd="2" destOrd="0" presId="urn:microsoft.com/office/officeart/2008/layout/NameandTitleOrganizationalChart"/>
    <dgm:cxn modelId="{1F6DBC7E-2071-484D-ABAA-64BEC36B38CD}" type="presParOf" srcId="{9083396A-8763-4EC2-B343-55E78823C086}" destId="{5A2A8592-425A-4ABE-878F-C51E0DB68C38}" srcOrd="4" destOrd="0" presId="urn:microsoft.com/office/officeart/2008/layout/NameandTitleOrganizationalChart"/>
    <dgm:cxn modelId="{5299E54E-DECB-4046-A352-AE7EABE29378}" type="presParOf" srcId="{9083396A-8763-4EC2-B343-55E78823C086}" destId="{ADF6D007-5C69-4AA0-8ADC-FD182F5354FD}" srcOrd="5" destOrd="0" presId="urn:microsoft.com/office/officeart/2008/layout/NameandTitleOrganizationalChart"/>
    <dgm:cxn modelId="{0C2B14FF-DBA4-48D0-BE69-A2CD662AF74B}" type="presParOf" srcId="{ADF6D007-5C69-4AA0-8ADC-FD182F5354FD}" destId="{D9CC3073-09B4-464B-ABAB-F0C5AA82D783}" srcOrd="0" destOrd="0" presId="urn:microsoft.com/office/officeart/2008/layout/NameandTitleOrganizationalChart"/>
    <dgm:cxn modelId="{98ABF390-96CC-4508-9EE3-BF8EE01A2EB7}" type="presParOf" srcId="{D9CC3073-09B4-464B-ABAB-F0C5AA82D783}" destId="{AA44136F-C0EA-467D-B2BF-2EAF45641185}" srcOrd="0" destOrd="0" presId="urn:microsoft.com/office/officeart/2008/layout/NameandTitleOrganizationalChart"/>
    <dgm:cxn modelId="{D749FDED-6CE5-42BE-91C3-3C9AD485AE22}" type="presParOf" srcId="{D9CC3073-09B4-464B-ABAB-F0C5AA82D783}" destId="{9A69A07F-5968-48BD-A457-F89CE64C9EBC}" srcOrd="1" destOrd="0" presId="urn:microsoft.com/office/officeart/2008/layout/NameandTitleOrganizationalChart"/>
    <dgm:cxn modelId="{F89F8D07-B811-4A23-99BA-5C012D0EF7DE}" type="presParOf" srcId="{D9CC3073-09B4-464B-ABAB-F0C5AA82D783}" destId="{2A2BFC8A-09CB-4429-8B45-C81617BBDE18}" srcOrd="2" destOrd="0" presId="urn:microsoft.com/office/officeart/2008/layout/NameandTitleOrganizationalChart"/>
    <dgm:cxn modelId="{D0B37E09-B9FD-4878-9FC5-AA37B0258995}" type="presParOf" srcId="{ADF6D007-5C69-4AA0-8ADC-FD182F5354FD}" destId="{F5B65544-7AC2-4E79-A9F4-65F0453E804E}" srcOrd="1" destOrd="0" presId="urn:microsoft.com/office/officeart/2008/layout/NameandTitleOrganizationalChart"/>
    <dgm:cxn modelId="{160CF1D3-22B7-40C3-A283-CAC64518B2C2}" type="presParOf" srcId="{F5B65544-7AC2-4E79-A9F4-65F0453E804E}" destId="{4A2734E2-DEBA-4F47-8FC5-8EAF4AAE51FA}" srcOrd="0" destOrd="0" presId="urn:microsoft.com/office/officeart/2008/layout/NameandTitleOrganizationalChart"/>
    <dgm:cxn modelId="{808AEB15-CF4D-415E-A3A7-CE41949AE0A1}" type="presParOf" srcId="{F5B65544-7AC2-4E79-A9F4-65F0453E804E}" destId="{9B58AD67-4F2C-4BA2-B868-7163E13F11EF}" srcOrd="1" destOrd="0" presId="urn:microsoft.com/office/officeart/2008/layout/NameandTitleOrganizationalChart"/>
    <dgm:cxn modelId="{DA77CCEE-4828-4F76-998C-11D1AAAE543A}" type="presParOf" srcId="{9B58AD67-4F2C-4BA2-B868-7163E13F11EF}" destId="{FAB2F756-997D-47D7-A7D2-BC572220AD37}" srcOrd="0" destOrd="0" presId="urn:microsoft.com/office/officeart/2008/layout/NameandTitleOrganizationalChart"/>
    <dgm:cxn modelId="{500FF180-0A75-4AF2-B9A6-1C91E23CBAE2}" type="presParOf" srcId="{FAB2F756-997D-47D7-A7D2-BC572220AD37}" destId="{C2A58C23-7A3A-4AA3-8DF0-F4B8EFA1F8C3}" srcOrd="0" destOrd="0" presId="urn:microsoft.com/office/officeart/2008/layout/NameandTitleOrganizationalChart"/>
    <dgm:cxn modelId="{9882E505-F0E5-4C85-AD4B-AEDD83E9183D}" type="presParOf" srcId="{FAB2F756-997D-47D7-A7D2-BC572220AD37}" destId="{D30C1A51-0A51-4075-A30E-CDE252731CBA}" srcOrd="1" destOrd="0" presId="urn:microsoft.com/office/officeart/2008/layout/NameandTitleOrganizationalChart"/>
    <dgm:cxn modelId="{B285DBB6-2231-464E-8B38-3C5CCE0C65E7}" type="presParOf" srcId="{FAB2F756-997D-47D7-A7D2-BC572220AD37}" destId="{2CB274BA-956C-4748-AC0D-00728C9663C0}" srcOrd="2" destOrd="0" presId="urn:microsoft.com/office/officeart/2008/layout/NameandTitleOrganizationalChart"/>
    <dgm:cxn modelId="{499F749E-5B75-495A-BE67-ABFEFAF07FEC}" type="presParOf" srcId="{9B58AD67-4F2C-4BA2-B868-7163E13F11EF}" destId="{96B43052-3A78-4DF6-AF30-FF0AEFC84E09}" srcOrd="1" destOrd="0" presId="urn:microsoft.com/office/officeart/2008/layout/NameandTitleOrganizationalChart"/>
    <dgm:cxn modelId="{47070D66-A9A4-41CA-BCF9-CB83A47C02CA}" type="presParOf" srcId="{96B43052-3A78-4DF6-AF30-FF0AEFC84E09}" destId="{28775E5F-E3C1-44CE-A943-9C8D7245C17F}" srcOrd="0" destOrd="0" presId="urn:microsoft.com/office/officeart/2008/layout/NameandTitleOrganizationalChart"/>
    <dgm:cxn modelId="{5D02991C-7398-4C27-983E-0C26500C49BC}" type="presParOf" srcId="{96B43052-3A78-4DF6-AF30-FF0AEFC84E09}" destId="{8F018821-2709-4FB5-A78C-23B9FFE39B0F}" srcOrd="1" destOrd="0" presId="urn:microsoft.com/office/officeart/2008/layout/NameandTitleOrganizationalChart"/>
    <dgm:cxn modelId="{C144DF9D-87A6-4333-B6B0-07E1A66DD375}" type="presParOf" srcId="{8F018821-2709-4FB5-A78C-23B9FFE39B0F}" destId="{18B24AEE-BFA5-4069-8843-62FBD84074D5}" srcOrd="0" destOrd="0" presId="urn:microsoft.com/office/officeart/2008/layout/NameandTitleOrganizationalChart"/>
    <dgm:cxn modelId="{6DC13E22-5954-4717-9FD5-F3A27C739B47}" type="presParOf" srcId="{18B24AEE-BFA5-4069-8843-62FBD84074D5}" destId="{D1911F85-81DE-4E41-B2F5-69133ABE2735}" srcOrd="0" destOrd="0" presId="urn:microsoft.com/office/officeart/2008/layout/NameandTitleOrganizationalChart"/>
    <dgm:cxn modelId="{742B7277-2166-4A4E-9BB3-23C9705C0B59}" type="presParOf" srcId="{18B24AEE-BFA5-4069-8843-62FBD84074D5}" destId="{991FB48E-3C34-441E-B1AC-F84B4A865542}" srcOrd="1" destOrd="0" presId="urn:microsoft.com/office/officeart/2008/layout/NameandTitleOrganizationalChart"/>
    <dgm:cxn modelId="{E7614EFF-001F-4CBA-9E39-9E81B4CA7655}" type="presParOf" srcId="{18B24AEE-BFA5-4069-8843-62FBD84074D5}" destId="{C9CAB2F7-AD3D-49E3-AB43-0A70F077C4EC}" srcOrd="2" destOrd="0" presId="urn:microsoft.com/office/officeart/2008/layout/NameandTitleOrganizationalChart"/>
    <dgm:cxn modelId="{399FA5D8-9086-46DA-939A-57358C85B2ED}" type="presParOf" srcId="{8F018821-2709-4FB5-A78C-23B9FFE39B0F}" destId="{93A1F622-CEDB-4E41-AF2B-74A7A9B5A60D}" srcOrd="1" destOrd="0" presId="urn:microsoft.com/office/officeart/2008/layout/NameandTitleOrganizationalChart"/>
    <dgm:cxn modelId="{8DF73D25-BBB2-457F-8A03-22F9F7A3A0F7}" type="presParOf" srcId="{93A1F622-CEDB-4E41-AF2B-74A7A9B5A60D}" destId="{C99114C8-0F8D-4A79-8349-2B5C3568A2D8}" srcOrd="0" destOrd="0" presId="urn:microsoft.com/office/officeart/2008/layout/NameandTitleOrganizationalChart"/>
    <dgm:cxn modelId="{631E91BF-83A7-4FE8-B1F7-A9C97001E7FD}" type="presParOf" srcId="{93A1F622-CEDB-4E41-AF2B-74A7A9B5A60D}" destId="{77729540-D2D5-4920-995B-E966CB1CFBD9}" srcOrd="1" destOrd="0" presId="urn:microsoft.com/office/officeart/2008/layout/NameandTitleOrganizationalChart"/>
    <dgm:cxn modelId="{521948C6-6128-4BDE-B2F3-0C9C069C95E7}" type="presParOf" srcId="{77729540-D2D5-4920-995B-E966CB1CFBD9}" destId="{225FA494-1880-41EE-A2A7-DA6FEEEFAE36}" srcOrd="0" destOrd="0" presId="urn:microsoft.com/office/officeart/2008/layout/NameandTitleOrganizationalChart"/>
    <dgm:cxn modelId="{BA90D443-9DB2-4831-ABAB-4A95185658A1}" type="presParOf" srcId="{225FA494-1880-41EE-A2A7-DA6FEEEFAE36}" destId="{F00325A3-5E4B-45C7-8BD5-D20AB41BC9E2}" srcOrd="0" destOrd="0" presId="urn:microsoft.com/office/officeart/2008/layout/NameandTitleOrganizationalChart"/>
    <dgm:cxn modelId="{182DD309-E6A0-4FF3-9647-1FFFEBC60BCE}" type="presParOf" srcId="{225FA494-1880-41EE-A2A7-DA6FEEEFAE36}" destId="{5E795C1F-B7D4-4E7A-B161-63E9530099DA}" srcOrd="1" destOrd="0" presId="urn:microsoft.com/office/officeart/2008/layout/NameandTitleOrganizationalChart"/>
    <dgm:cxn modelId="{BCBFDFC4-A9A5-444E-8822-F25CC08B8491}" type="presParOf" srcId="{225FA494-1880-41EE-A2A7-DA6FEEEFAE36}" destId="{F97F2CE7-AC89-4ED6-ADE1-95BC7DC51FAD}" srcOrd="2" destOrd="0" presId="urn:microsoft.com/office/officeart/2008/layout/NameandTitleOrganizationalChart"/>
    <dgm:cxn modelId="{4CEDECEC-6D55-47DF-B8FC-871059C00D63}" type="presParOf" srcId="{77729540-D2D5-4920-995B-E966CB1CFBD9}" destId="{4B3CE582-2DCD-49F0-B66B-F3747D571B22}" srcOrd="1" destOrd="0" presId="urn:microsoft.com/office/officeart/2008/layout/NameandTitleOrganizationalChart"/>
    <dgm:cxn modelId="{EA6F0576-DDB1-4346-BA5F-FADBB1DD13AE}" type="presParOf" srcId="{4B3CE582-2DCD-49F0-B66B-F3747D571B22}" destId="{C907E45B-2E66-4889-8383-E74DC6EC7009}" srcOrd="0" destOrd="0" presId="urn:microsoft.com/office/officeart/2008/layout/NameandTitleOrganizationalChart"/>
    <dgm:cxn modelId="{015477C2-BD7E-41F2-930B-D7296FA733A8}" type="presParOf" srcId="{4B3CE582-2DCD-49F0-B66B-F3747D571B22}" destId="{B4AF0DA4-3C9D-4C94-9027-CB4D75C320BC}" srcOrd="1" destOrd="0" presId="urn:microsoft.com/office/officeart/2008/layout/NameandTitleOrganizationalChart"/>
    <dgm:cxn modelId="{520F3181-9EC0-4BAE-9799-881BAB5A4EF9}" type="presParOf" srcId="{B4AF0DA4-3C9D-4C94-9027-CB4D75C320BC}" destId="{0C446EA9-5418-48EC-B721-CD0E4AA37D3A}" srcOrd="0" destOrd="0" presId="urn:microsoft.com/office/officeart/2008/layout/NameandTitleOrganizationalChart"/>
    <dgm:cxn modelId="{78E03FE8-CAE3-49E3-8E45-BFEB17146872}" type="presParOf" srcId="{0C446EA9-5418-48EC-B721-CD0E4AA37D3A}" destId="{CDF3DD38-0845-4522-A19F-E4E98486351E}" srcOrd="0" destOrd="0" presId="urn:microsoft.com/office/officeart/2008/layout/NameandTitleOrganizationalChart"/>
    <dgm:cxn modelId="{8243CC36-7618-415D-B06F-8BCDB5CA175E}" type="presParOf" srcId="{0C446EA9-5418-48EC-B721-CD0E4AA37D3A}" destId="{697A7C02-8705-4DCB-B440-438EBF44990E}" srcOrd="1" destOrd="0" presId="urn:microsoft.com/office/officeart/2008/layout/NameandTitleOrganizationalChart"/>
    <dgm:cxn modelId="{F1B82B43-655F-4616-A8F1-15F1531385AF}" type="presParOf" srcId="{0C446EA9-5418-48EC-B721-CD0E4AA37D3A}" destId="{A3394FA8-9E88-45C9-96AF-973F0B31AA1B}" srcOrd="2" destOrd="0" presId="urn:microsoft.com/office/officeart/2008/layout/NameandTitleOrganizationalChart"/>
    <dgm:cxn modelId="{3DFA7DF6-F882-4819-9106-88853BB204DC}" type="presParOf" srcId="{B4AF0DA4-3C9D-4C94-9027-CB4D75C320BC}" destId="{92815E1B-94B0-44F7-9F10-9E997631D27F}" srcOrd="1" destOrd="0" presId="urn:microsoft.com/office/officeart/2008/layout/NameandTitleOrganizationalChart"/>
    <dgm:cxn modelId="{37F7DA96-121F-482E-80B8-F89AFF6FD429}" type="presParOf" srcId="{92815E1B-94B0-44F7-9F10-9E997631D27F}" destId="{746C4611-3DA3-4A7E-8C62-3A5CC0F1B2BE}" srcOrd="0" destOrd="0" presId="urn:microsoft.com/office/officeart/2008/layout/NameandTitleOrganizationalChart"/>
    <dgm:cxn modelId="{85BAB894-AB61-42F4-B60E-77F83C256A54}" type="presParOf" srcId="{92815E1B-94B0-44F7-9F10-9E997631D27F}" destId="{C41D7640-AE05-4F50-ACB0-D363568A8A5A}" srcOrd="1" destOrd="0" presId="urn:microsoft.com/office/officeart/2008/layout/NameandTitleOrganizationalChart"/>
    <dgm:cxn modelId="{8B300B63-1551-46BF-8177-4B18CDB74EC3}" type="presParOf" srcId="{C41D7640-AE05-4F50-ACB0-D363568A8A5A}" destId="{AB28D750-2210-4123-83AB-12CBAD706817}" srcOrd="0" destOrd="0" presId="urn:microsoft.com/office/officeart/2008/layout/NameandTitleOrganizationalChart"/>
    <dgm:cxn modelId="{A17D7B19-F789-40A4-9D4A-48C13F858470}" type="presParOf" srcId="{AB28D750-2210-4123-83AB-12CBAD706817}" destId="{5E666837-B45E-45B9-95F2-AE4E19B1ADA4}" srcOrd="0" destOrd="0" presId="urn:microsoft.com/office/officeart/2008/layout/NameandTitleOrganizationalChart"/>
    <dgm:cxn modelId="{B9AB2C29-9CFB-40B2-BFAB-A234DBB607A6}" type="presParOf" srcId="{AB28D750-2210-4123-83AB-12CBAD706817}" destId="{2ED58BF8-927E-42A6-9769-B7ECBE83E925}" srcOrd="1" destOrd="0" presId="urn:microsoft.com/office/officeart/2008/layout/NameandTitleOrganizationalChart"/>
    <dgm:cxn modelId="{1EEB887E-99D8-4E3A-A5AA-8AA143FC17F6}" type="presParOf" srcId="{AB28D750-2210-4123-83AB-12CBAD706817}" destId="{3C46E12B-259B-43EF-85F7-808C8261FA79}" srcOrd="2" destOrd="0" presId="urn:microsoft.com/office/officeart/2008/layout/NameandTitleOrganizationalChart"/>
    <dgm:cxn modelId="{5134A942-C77C-4863-B70F-C03F357F3846}" type="presParOf" srcId="{C41D7640-AE05-4F50-ACB0-D363568A8A5A}" destId="{C9EEB831-9BD9-42CE-BEE6-97E4DEC84B31}" srcOrd="1" destOrd="0" presId="urn:microsoft.com/office/officeart/2008/layout/NameandTitleOrganizationalChart"/>
    <dgm:cxn modelId="{89E040F0-E647-403B-BA7C-3E09FAB63A6B}" type="presParOf" srcId="{C41D7640-AE05-4F50-ACB0-D363568A8A5A}" destId="{9E6DCEF4-72C5-4F5E-B6B7-3391F7B9BF31}" srcOrd="2" destOrd="0" presId="urn:microsoft.com/office/officeart/2008/layout/NameandTitleOrganizationalChart"/>
    <dgm:cxn modelId="{83EA4758-FF42-4F1E-8243-2B2C25EEA117}" type="presParOf" srcId="{B4AF0DA4-3C9D-4C94-9027-CB4D75C320BC}" destId="{98BD5244-467D-421C-9038-637C44816D44}" srcOrd="2" destOrd="0" presId="urn:microsoft.com/office/officeart/2008/layout/NameandTitleOrganizationalChart"/>
    <dgm:cxn modelId="{6BE2B6CB-88E9-40E1-9F61-97C0B2307538}" type="presParOf" srcId="{77729540-D2D5-4920-995B-E966CB1CFBD9}" destId="{9E99BCAB-6B49-486B-B28E-DB8E19AA5A03}" srcOrd="2" destOrd="0" presId="urn:microsoft.com/office/officeart/2008/layout/NameandTitleOrganizationalChart"/>
    <dgm:cxn modelId="{6F032C09-8D1F-4184-909C-311FEDE1B17C}" type="presParOf" srcId="{8F018821-2709-4FB5-A78C-23B9FFE39B0F}" destId="{BA2FC320-68F6-4270-8492-E6FBCE45D46B}" srcOrd="2" destOrd="0" presId="urn:microsoft.com/office/officeart/2008/layout/NameandTitleOrganizationalChart"/>
    <dgm:cxn modelId="{CE75B826-24C4-4415-B1FD-9E4E7B2CA486}" type="presParOf" srcId="{9B58AD67-4F2C-4BA2-B868-7163E13F11EF}" destId="{B9032E25-A51C-456A-80E6-4ADD162690D0}" srcOrd="2" destOrd="0" presId="urn:microsoft.com/office/officeart/2008/layout/NameandTitleOrganizationalChart"/>
    <dgm:cxn modelId="{D9214099-1741-4637-8F7E-152FAFF68C11}" type="presParOf" srcId="{ADF6D007-5C69-4AA0-8ADC-FD182F5354FD}" destId="{0445D47D-1B55-4BA3-9A74-F581E2AC4C02}" srcOrd="2" destOrd="0" presId="urn:microsoft.com/office/officeart/2008/layout/NameandTitleOrganizationalChart"/>
    <dgm:cxn modelId="{7CF04B36-89DD-4407-9CA0-F7CD71E4928E}" type="presParOf" srcId="{9083396A-8763-4EC2-B343-55E78823C086}" destId="{33AFAAFB-A485-4D55-8E83-BC3FD6301783}" srcOrd="6" destOrd="0" presId="urn:microsoft.com/office/officeart/2008/layout/NameandTitleOrganizationalChart"/>
    <dgm:cxn modelId="{8C3E7770-6EB0-49AD-8843-71888F75289C}" type="presParOf" srcId="{9083396A-8763-4EC2-B343-55E78823C086}" destId="{7C6992AE-6407-4305-9EF0-F7F039717C72}" srcOrd="7" destOrd="0" presId="urn:microsoft.com/office/officeart/2008/layout/NameandTitleOrganizationalChart"/>
    <dgm:cxn modelId="{BDE59B07-8432-4964-9A17-43B811AC14B1}" type="presParOf" srcId="{7C6992AE-6407-4305-9EF0-F7F039717C72}" destId="{AAB43A8E-BDA7-4042-8AAF-6C6E1C680D6E}" srcOrd="0" destOrd="0" presId="urn:microsoft.com/office/officeart/2008/layout/NameandTitleOrganizationalChart"/>
    <dgm:cxn modelId="{DFA58124-4CFA-4C24-909F-278A557E1BE4}" type="presParOf" srcId="{AAB43A8E-BDA7-4042-8AAF-6C6E1C680D6E}" destId="{C9A4A326-EDBE-4612-8B68-A9A6AA3C59C0}" srcOrd="0" destOrd="0" presId="urn:microsoft.com/office/officeart/2008/layout/NameandTitleOrganizationalChart"/>
    <dgm:cxn modelId="{A2C7B79B-CC98-48D0-A7F4-4582F883FACA}" type="presParOf" srcId="{AAB43A8E-BDA7-4042-8AAF-6C6E1C680D6E}" destId="{BBF11CBB-588D-4282-AA83-7FDF9E37B59C}" srcOrd="1" destOrd="0" presId="urn:microsoft.com/office/officeart/2008/layout/NameandTitleOrganizationalChart"/>
    <dgm:cxn modelId="{E72DE91E-3CC4-4F7D-B140-639C371A294A}" type="presParOf" srcId="{AAB43A8E-BDA7-4042-8AAF-6C6E1C680D6E}" destId="{CC254B1A-F480-45F4-B83C-03C88B44EFDF}" srcOrd="2" destOrd="0" presId="urn:microsoft.com/office/officeart/2008/layout/NameandTitleOrganizationalChart"/>
    <dgm:cxn modelId="{D46D5B30-D6EA-43AC-A52C-8900A9290C08}" type="presParOf" srcId="{7C6992AE-6407-4305-9EF0-F7F039717C72}" destId="{2A6FE502-8B3D-4C1C-86D9-B7DFF1D7D659}" srcOrd="1" destOrd="0" presId="urn:microsoft.com/office/officeart/2008/layout/NameandTitleOrganizationalChart"/>
    <dgm:cxn modelId="{82ECCB53-60B4-478B-ACC9-EBD0DC9F74C8}" type="presParOf" srcId="{2A6FE502-8B3D-4C1C-86D9-B7DFF1D7D659}" destId="{259F89CE-0254-4684-B730-7D50CD09A986}" srcOrd="0" destOrd="0" presId="urn:microsoft.com/office/officeart/2008/layout/NameandTitleOrganizationalChart"/>
    <dgm:cxn modelId="{9D20A8D5-6F57-49A1-BB2C-6449F220D374}" type="presParOf" srcId="{2A6FE502-8B3D-4C1C-86D9-B7DFF1D7D659}" destId="{1973FAF0-DA95-48C2-8E12-7BC65887E389}" srcOrd="1" destOrd="0" presId="urn:microsoft.com/office/officeart/2008/layout/NameandTitleOrganizationalChart"/>
    <dgm:cxn modelId="{FAAA12BF-2895-482E-95F1-68C5C62095F7}" type="presParOf" srcId="{1973FAF0-DA95-48C2-8E12-7BC65887E389}" destId="{73B539D5-9EDC-4DCD-B0EF-19097789B2CC}" srcOrd="0" destOrd="0" presId="urn:microsoft.com/office/officeart/2008/layout/NameandTitleOrganizationalChart"/>
    <dgm:cxn modelId="{ED50B118-F077-4488-90D7-DF62567E5FD9}" type="presParOf" srcId="{73B539D5-9EDC-4DCD-B0EF-19097789B2CC}" destId="{8C19B9D6-8059-4627-82E6-AA90BBF4D87F}" srcOrd="0" destOrd="0" presId="urn:microsoft.com/office/officeart/2008/layout/NameandTitleOrganizationalChart"/>
    <dgm:cxn modelId="{8ACC5215-E58B-47B2-B803-0E5C96C66ECA}" type="presParOf" srcId="{73B539D5-9EDC-4DCD-B0EF-19097789B2CC}" destId="{A66057D9-E348-4DD7-B924-3D4069863A45}" srcOrd="1" destOrd="0" presId="urn:microsoft.com/office/officeart/2008/layout/NameandTitleOrganizationalChart"/>
    <dgm:cxn modelId="{36DB5E0B-CF5B-4031-853A-18CC4AC0CAAA}" type="presParOf" srcId="{73B539D5-9EDC-4DCD-B0EF-19097789B2CC}" destId="{E4EEED0A-A4F5-4BA0-9A89-2A9445EA95DF}" srcOrd="2" destOrd="0" presId="urn:microsoft.com/office/officeart/2008/layout/NameandTitleOrganizationalChart"/>
    <dgm:cxn modelId="{1062AFC7-2444-40F6-9DAD-816FED69EA02}" type="presParOf" srcId="{1973FAF0-DA95-48C2-8E12-7BC65887E389}" destId="{6927C900-8293-47A9-9727-F60296F755A0}" srcOrd="1" destOrd="0" presId="urn:microsoft.com/office/officeart/2008/layout/NameandTitleOrganizationalChart"/>
    <dgm:cxn modelId="{031DC22A-3D81-448D-9C6A-41F05CD08F91}" type="presParOf" srcId="{6927C900-8293-47A9-9727-F60296F755A0}" destId="{AE6EC90B-76BA-46BB-B8B6-543188FFD6E2}" srcOrd="0" destOrd="0" presId="urn:microsoft.com/office/officeart/2008/layout/NameandTitleOrganizationalChart"/>
    <dgm:cxn modelId="{7F4314D0-E629-41F1-B7AA-4818C327E94D}" type="presParOf" srcId="{6927C900-8293-47A9-9727-F60296F755A0}" destId="{E7AE2404-C451-4C8A-A78E-13FCB6D3F13D}" srcOrd="1" destOrd="0" presId="urn:microsoft.com/office/officeart/2008/layout/NameandTitleOrganizationalChart"/>
    <dgm:cxn modelId="{AA2E0A77-3499-4838-8E62-D1C17AAA4074}" type="presParOf" srcId="{E7AE2404-C451-4C8A-A78E-13FCB6D3F13D}" destId="{70DE99A1-A79B-486F-951F-4695464A8077}" srcOrd="0" destOrd="0" presId="urn:microsoft.com/office/officeart/2008/layout/NameandTitleOrganizationalChart"/>
    <dgm:cxn modelId="{F603B7CE-7E98-40DB-BCF2-473BA83BA511}" type="presParOf" srcId="{70DE99A1-A79B-486F-951F-4695464A8077}" destId="{17A9601B-FE4D-45DD-AC46-4E2E79E3E36C}" srcOrd="0" destOrd="0" presId="urn:microsoft.com/office/officeart/2008/layout/NameandTitleOrganizationalChart"/>
    <dgm:cxn modelId="{19E21FFB-F004-4193-A32E-2B73FA8FD944}" type="presParOf" srcId="{70DE99A1-A79B-486F-951F-4695464A8077}" destId="{1CBF9896-75E0-4148-8145-8CD017F81C1F}" srcOrd="1" destOrd="0" presId="urn:microsoft.com/office/officeart/2008/layout/NameandTitleOrganizationalChart"/>
    <dgm:cxn modelId="{11B7DF2C-DC1A-410E-973A-B1D01394E5F7}" type="presParOf" srcId="{70DE99A1-A79B-486F-951F-4695464A8077}" destId="{86984CCE-5F92-4CAC-B646-2A3364DE7A3A}" srcOrd="2" destOrd="0" presId="urn:microsoft.com/office/officeart/2008/layout/NameandTitleOrganizationalChart"/>
    <dgm:cxn modelId="{9B20D634-AE49-485B-BE9C-1DAAD9E3337E}" type="presParOf" srcId="{E7AE2404-C451-4C8A-A78E-13FCB6D3F13D}" destId="{28A25726-73E4-4802-9AD9-B6AD344D236D}" srcOrd="1" destOrd="0" presId="urn:microsoft.com/office/officeart/2008/layout/NameandTitleOrganizationalChart"/>
    <dgm:cxn modelId="{9677322C-75B7-44DC-A5E1-584501B6D625}" type="presParOf" srcId="{28A25726-73E4-4802-9AD9-B6AD344D236D}" destId="{D13E4A50-5986-4F3A-BA02-538B030B94D4}" srcOrd="0" destOrd="0" presId="urn:microsoft.com/office/officeart/2008/layout/NameandTitleOrganizationalChart"/>
    <dgm:cxn modelId="{BF219239-E61C-409D-9944-D76329D13778}" type="presParOf" srcId="{28A25726-73E4-4802-9AD9-B6AD344D236D}" destId="{56FA515A-7F70-4308-9BBF-C23994B88279}" srcOrd="1" destOrd="0" presId="urn:microsoft.com/office/officeart/2008/layout/NameandTitleOrganizationalChart"/>
    <dgm:cxn modelId="{EDB275DC-1CD4-4996-867E-1E1C7D22A998}" type="presParOf" srcId="{56FA515A-7F70-4308-9BBF-C23994B88279}" destId="{D3CE7FD3-7C88-46F5-9C85-CCAA741091B4}" srcOrd="0" destOrd="0" presId="urn:microsoft.com/office/officeart/2008/layout/NameandTitleOrganizationalChart"/>
    <dgm:cxn modelId="{487B7736-3640-447E-8052-87E956D8F3A5}" type="presParOf" srcId="{D3CE7FD3-7C88-46F5-9C85-CCAA741091B4}" destId="{AFAA8B16-5D62-4BFD-951C-DB057C218305}" srcOrd="0" destOrd="0" presId="urn:microsoft.com/office/officeart/2008/layout/NameandTitleOrganizationalChart"/>
    <dgm:cxn modelId="{AFD9290A-2239-4914-B5F3-589F16DBB3A4}" type="presParOf" srcId="{D3CE7FD3-7C88-46F5-9C85-CCAA741091B4}" destId="{762A671A-5202-427B-96BC-39E7FEC52646}" srcOrd="1" destOrd="0" presId="urn:microsoft.com/office/officeart/2008/layout/NameandTitleOrganizationalChart"/>
    <dgm:cxn modelId="{7F69CAE9-0FBE-4A71-A80D-D8CE3139F1F9}" type="presParOf" srcId="{D3CE7FD3-7C88-46F5-9C85-CCAA741091B4}" destId="{0E4125F8-7D69-4694-B3AE-FB9911A2095C}" srcOrd="2" destOrd="0" presId="urn:microsoft.com/office/officeart/2008/layout/NameandTitleOrganizationalChart"/>
    <dgm:cxn modelId="{49846D6E-69B9-4034-A16C-A899C8D92A40}" type="presParOf" srcId="{56FA515A-7F70-4308-9BBF-C23994B88279}" destId="{D3D4E021-1003-40BF-A6A2-048AD67F580A}" srcOrd="1" destOrd="0" presId="urn:microsoft.com/office/officeart/2008/layout/NameandTitleOrganizationalChart"/>
    <dgm:cxn modelId="{30C49603-6659-428F-A798-425E514CB9A2}" type="presParOf" srcId="{D3D4E021-1003-40BF-A6A2-048AD67F580A}" destId="{30C41FA2-0389-4B8F-99B1-30A007A5DE0E}" srcOrd="0" destOrd="0" presId="urn:microsoft.com/office/officeart/2008/layout/NameandTitleOrganizationalChart"/>
    <dgm:cxn modelId="{BDCFC9F4-B566-491B-9B1A-E65E9B617865}" type="presParOf" srcId="{D3D4E021-1003-40BF-A6A2-048AD67F580A}" destId="{2587568B-2917-45AA-9668-F32D55D9D0E0}" srcOrd="1" destOrd="0" presId="urn:microsoft.com/office/officeart/2008/layout/NameandTitleOrganizationalChart"/>
    <dgm:cxn modelId="{EEF95E4F-CD8F-4D4D-B59A-37699BBCC777}" type="presParOf" srcId="{2587568B-2917-45AA-9668-F32D55D9D0E0}" destId="{0E1DD273-E92A-462B-BEAF-95AD2A8F9290}" srcOrd="0" destOrd="0" presId="urn:microsoft.com/office/officeart/2008/layout/NameandTitleOrganizationalChart"/>
    <dgm:cxn modelId="{D8CF1F68-65F9-4354-9A5B-1F6699E45EFC}" type="presParOf" srcId="{0E1DD273-E92A-462B-BEAF-95AD2A8F9290}" destId="{A410C0EF-5060-445D-B8AC-56B47E0537E6}" srcOrd="0" destOrd="0" presId="urn:microsoft.com/office/officeart/2008/layout/NameandTitleOrganizationalChart"/>
    <dgm:cxn modelId="{949B85A1-8B65-470C-ADF9-9AABC05C935A}" type="presParOf" srcId="{0E1DD273-E92A-462B-BEAF-95AD2A8F9290}" destId="{55CB131F-7B70-4B67-AA8A-843E35C63CFF}" srcOrd="1" destOrd="0" presId="urn:microsoft.com/office/officeart/2008/layout/NameandTitleOrganizationalChart"/>
    <dgm:cxn modelId="{C2149491-37C0-4D98-A104-715567DA6B5A}" type="presParOf" srcId="{0E1DD273-E92A-462B-BEAF-95AD2A8F9290}" destId="{98223A05-055C-46F4-A83E-ED7E75ABDA6B}" srcOrd="2" destOrd="0" presId="urn:microsoft.com/office/officeart/2008/layout/NameandTitleOrganizationalChart"/>
    <dgm:cxn modelId="{D9950276-0471-44E8-885D-DA3AB63D935F}" type="presParOf" srcId="{2587568B-2917-45AA-9668-F32D55D9D0E0}" destId="{53BC4549-A7E7-47F8-8022-8E8C02C4B34A}" srcOrd="1" destOrd="0" presId="urn:microsoft.com/office/officeart/2008/layout/NameandTitleOrganizationalChart"/>
    <dgm:cxn modelId="{3C0AC220-24DA-43E6-83A4-846129B18766}" type="presParOf" srcId="{53BC4549-A7E7-47F8-8022-8E8C02C4B34A}" destId="{BBF1F096-9C26-46CC-80B6-F1411655806F}" srcOrd="0" destOrd="0" presId="urn:microsoft.com/office/officeart/2008/layout/NameandTitleOrganizationalChart"/>
    <dgm:cxn modelId="{1A51355D-9C98-454B-B359-17D8A26523C5}" type="presParOf" srcId="{53BC4549-A7E7-47F8-8022-8E8C02C4B34A}" destId="{AE64DEEA-790E-429C-BF01-AD436DC3CA79}" srcOrd="1" destOrd="0" presId="urn:microsoft.com/office/officeart/2008/layout/NameandTitleOrganizationalChart"/>
    <dgm:cxn modelId="{FAA01B2A-C334-4011-8CDF-8BBD8FEA40FF}" type="presParOf" srcId="{AE64DEEA-790E-429C-BF01-AD436DC3CA79}" destId="{7C324433-725B-48FC-B488-151CB0431CBF}" srcOrd="0" destOrd="0" presId="urn:microsoft.com/office/officeart/2008/layout/NameandTitleOrganizationalChart"/>
    <dgm:cxn modelId="{0DE6C5AA-3A11-427D-8FD8-B0819BFD59DA}" type="presParOf" srcId="{7C324433-725B-48FC-B488-151CB0431CBF}" destId="{552216FE-4DCC-49E2-ACA8-246E19F1EB70}" srcOrd="0" destOrd="0" presId="urn:microsoft.com/office/officeart/2008/layout/NameandTitleOrganizationalChart"/>
    <dgm:cxn modelId="{CFA012EB-E740-4FB1-BF81-3B4156EC087F}" type="presParOf" srcId="{7C324433-725B-48FC-B488-151CB0431CBF}" destId="{424D536C-87B2-40B5-B119-FD125873559B}" srcOrd="1" destOrd="0" presId="urn:microsoft.com/office/officeart/2008/layout/NameandTitleOrganizationalChart"/>
    <dgm:cxn modelId="{E001E7CD-93FE-4463-8AF4-15692A66BF75}" type="presParOf" srcId="{7C324433-725B-48FC-B488-151CB0431CBF}" destId="{B547A26F-D57E-4B31-A6F3-AD84B974C27F}" srcOrd="2" destOrd="0" presId="urn:microsoft.com/office/officeart/2008/layout/NameandTitleOrganizationalChart"/>
    <dgm:cxn modelId="{8DED970C-0D87-4600-9603-38469235B8A7}" type="presParOf" srcId="{AE64DEEA-790E-429C-BF01-AD436DC3CA79}" destId="{FA321DB7-B747-4E21-A23D-F3630F117A7E}" srcOrd="1" destOrd="0" presId="urn:microsoft.com/office/officeart/2008/layout/NameandTitleOrganizationalChart"/>
    <dgm:cxn modelId="{95AC00A3-8117-4CE8-93D0-92582FC4C56C}" type="presParOf" srcId="{AE64DEEA-790E-429C-BF01-AD436DC3CA79}" destId="{1234A48D-87BD-4BC3-8308-DB7B30929BBA}" srcOrd="2" destOrd="0" presId="urn:microsoft.com/office/officeart/2008/layout/NameandTitleOrganizationalChart"/>
    <dgm:cxn modelId="{5CFB3C19-B3F6-490B-B9AC-BBC0FC4F6CBD}" type="presParOf" srcId="{2587568B-2917-45AA-9668-F32D55D9D0E0}" destId="{F5DDA41D-1929-4D8C-9592-BC9A54385200}" srcOrd="2" destOrd="0" presId="urn:microsoft.com/office/officeart/2008/layout/NameandTitleOrganizationalChart"/>
    <dgm:cxn modelId="{3FC6B9BC-6BC3-4A71-8146-07BA6084DED0}" type="presParOf" srcId="{56FA515A-7F70-4308-9BBF-C23994B88279}" destId="{1294BC75-A28A-49D4-8417-35D6F8C4D9CD}" srcOrd="2" destOrd="0" presId="urn:microsoft.com/office/officeart/2008/layout/NameandTitleOrganizationalChart"/>
    <dgm:cxn modelId="{16E62447-7B56-49D4-97E5-3F08B6255E20}" type="presParOf" srcId="{E7AE2404-C451-4C8A-A78E-13FCB6D3F13D}" destId="{0F7687D3-6E4B-4165-98FB-4B75557B3210}" srcOrd="2" destOrd="0" presId="urn:microsoft.com/office/officeart/2008/layout/NameandTitleOrganizationalChart"/>
    <dgm:cxn modelId="{EDE16731-6994-4324-982D-59C723F7BCBC}" type="presParOf" srcId="{1973FAF0-DA95-48C2-8E12-7BC65887E389}" destId="{41F8549B-84BA-4901-9259-6302A9A3F179}" srcOrd="2" destOrd="0" presId="urn:microsoft.com/office/officeart/2008/layout/NameandTitleOrganizationalChart"/>
    <dgm:cxn modelId="{35F7B82B-8C88-42A7-A509-41AE0FF03DF3}" type="presParOf" srcId="{7C6992AE-6407-4305-9EF0-F7F039717C72}" destId="{AC1954C3-AD37-4F9A-B54E-5A0B70BFBBBD}" srcOrd="2" destOrd="0" presId="urn:microsoft.com/office/officeart/2008/layout/NameandTitleOrganizationalChart"/>
    <dgm:cxn modelId="{67D34764-4E65-4B87-A5B7-0F80BDFD5AA2}" type="presParOf" srcId="{811E096E-56F9-4F49-80E4-3AF429D9D46C}" destId="{BE1EE725-4059-4CCC-9E74-B7BFE17F2408}" srcOrd="2" destOrd="0" presId="urn:microsoft.com/office/officeart/2008/layout/NameandTitleOrganizationalChart"/>
    <dgm:cxn modelId="{FF6AD5D6-93EA-47EC-834A-5240CE58057B}" type="presParOf" srcId="{D902503E-6DBD-4B80-B085-8C2D8BB1B370}" destId="{B05C5368-A7B4-45BD-A437-29D888CD27A9}" srcOrd="4" destOrd="0" presId="urn:microsoft.com/office/officeart/2008/layout/NameandTitleOrganizationalChart"/>
    <dgm:cxn modelId="{5D99F3CA-CC07-4BC1-B5FC-759E94B202E4}" type="presParOf" srcId="{D902503E-6DBD-4B80-B085-8C2D8BB1B370}" destId="{0ED992E5-4E2D-4EC4-B491-87AFAAABAA6B}" srcOrd="5" destOrd="0" presId="urn:microsoft.com/office/officeart/2008/layout/NameandTitleOrganizationalChart"/>
    <dgm:cxn modelId="{8130ACA6-B1C4-4BE4-9088-76DBEA075011}" type="presParOf" srcId="{0ED992E5-4E2D-4EC4-B491-87AFAAABAA6B}" destId="{A596E83A-255B-461B-9E1F-871BBB235F1F}" srcOrd="0" destOrd="0" presId="urn:microsoft.com/office/officeart/2008/layout/NameandTitleOrganizationalChart"/>
    <dgm:cxn modelId="{3CA081F9-1C2E-4F47-B343-ADAECB06803E}" type="presParOf" srcId="{A596E83A-255B-461B-9E1F-871BBB235F1F}" destId="{5C8221D9-7E45-4262-891B-BAA7F0F62028}" srcOrd="0" destOrd="0" presId="urn:microsoft.com/office/officeart/2008/layout/NameandTitleOrganizationalChart"/>
    <dgm:cxn modelId="{123FA686-3787-4AC5-9932-0F329928E63A}" type="presParOf" srcId="{A596E83A-255B-461B-9E1F-871BBB235F1F}" destId="{65BE064A-4B85-45E8-A14A-CD738D5A0FFC}" srcOrd="1" destOrd="0" presId="urn:microsoft.com/office/officeart/2008/layout/NameandTitleOrganizationalChart"/>
    <dgm:cxn modelId="{8FB89813-9D0A-4194-A97A-5CCB923B5320}" type="presParOf" srcId="{A596E83A-255B-461B-9E1F-871BBB235F1F}" destId="{9A89C5BC-CCBF-49BA-8478-4343EED86505}" srcOrd="2" destOrd="0" presId="urn:microsoft.com/office/officeart/2008/layout/NameandTitleOrganizationalChart"/>
    <dgm:cxn modelId="{E0DBA18B-A41B-40F1-99F9-860D88638534}" type="presParOf" srcId="{0ED992E5-4E2D-4EC4-B491-87AFAAABAA6B}" destId="{04996FDE-61FA-4B03-A63B-0C7A21D43409}" srcOrd="1" destOrd="0" presId="urn:microsoft.com/office/officeart/2008/layout/NameandTitleOrganizationalChart"/>
    <dgm:cxn modelId="{9CFFA3C7-9177-4293-8C51-FE77EDA09551}" type="presParOf" srcId="{04996FDE-61FA-4B03-A63B-0C7A21D43409}" destId="{04F39901-AF2F-4557-AACB-AAC214CE3F8F}" srcOrd="0" destOrd="0" presId="urn:microsoft.com/office/officeart/2008/layout/NameandTitleOrganizationalChart"/>
    <dgm:cxn modelId="{37AEAC0F-6A19-4C37-8C87-C2CA0FBBC9D4}" type="presParOf" srcId="{04996FDE-61FA-4B03-A63B-0C7A21D43409}" destId="{236ED3B9-241E-4CCE-A343-8BC7A70D49C2}" srcOrd="1" destOrd="0" presId="urn:microsoft.com/office/officeart/2008/layout/NameandTitleOrganizationalChart"/>
    <dgm:cxn modelId="{CCFC107E-F275-4B20-9008-16E415508581}" type="presParOf" srcId="{236ED3B9-241E-4CCE-A343-8BC7A70D49C2}" destId="{50F7D795-4F68-452D-ACB3-CBB81244EDFB}" srcOrd="0" destOrd="0" presId="urn:microsoft.com/office/officeart/2008/layout/NameandTitleOrganizationalChart"/>
    <dgm:cxn modelId="{485E565B-D4B9-41B9-B910-C616FC21298E}" type="presParOf" srcId="{50F7D795-4F68-452D-ACB3-CBB81244EDFB}" destId="{7A58AA6A-7062-48B7-ADFE-FDED41E29798}" srcOrd="0" destOrd="0" presId="urn:microsoft.com/office/officeart/2008/layout/NameandTitleOrganizationalChart"/>
    <dgm:cxn modelId="{EFB3E22F-6A6E-44D9-A8A4-33F27A338246}" type="presParOf" srcId="{50F7D795-4F68-452D-ACB3-CBB81244EDFB}" destId="{4F432C93-3B4F-401E-9F83-A89BFC891097}" srcOrd="1" destOrd="0" presId="urn:microsoft.com/office/officeart/2008/layout/NameandTitleOrganizationalChart"/>
    <dgm:cxn modelId="{8BF4B963-55CA-4A1E-BB63-D6249645FCE9}" type="presParOf" srcId="{50F7D795-4F68-452D-ACB3-CBB81244EDFB}" destId="{1C47C5C5-DA01-4B92-B3EE-18C548263DA8}" srcOrd="2" destOrd="0" presId="urn:microsoft.com/office/officeart/2008/layout/NameandTitleOrganizationalChart"/>
    <dgm:cxn modelId="{E6AA49D0-BCFF-4ED0-8C02-1AC35F4BEEFD}" type="presParOf" srcId="{236ED3B9-241E-4CCE-A343-8BC7A70D49C2}" destId="{9ED111E4-F9B0-423A-9B8A-9155EBFE47D2}" srcOrd="1" destOrd="0" presId="urn:microsoft.com/office/officeart/2008/layout/NameandTitleOrganizationalChart"/>
    <dgm:cxn modelId="{F3BDA349-367F-4827-A1C8-814122709214}" type="presParOf" srcId="{9ED111E4-F9B0-423A-9B8A-9155EBFE47D2}" destId="{B88BD274-7608-414B-8DD4-BB680C071DB5}" srcOrd="0" destOrd="0" presId="urn:microsoft.com/office/officeart/2008/layout/NameandTitleOrganizationalChart"/>
    <dgm:cxn modelId="{7781C4BC-CD21-409B-A98A-9030D2E901F7}" type="presParOf" srcId="{9ED111E4-F9B0-423A-9B8A-9155EBFE47D2}" destId="{EA94D7B5-711D-4143-BC3E-6EA83052E139}" srcOrd="1" destOrd="0" presId="urn:microsoft.com/office/officeart/2008/layout/NameandTitleOrganizationalChart"/>
    <dgm:cxn modelId="{F08141D7-6DB9-4F21-B5C2-F158A121E300}" type="presParOf" srcId="{EA94D7B5-711D-4143-BC3E-6EA83052E139}" destId="{6EEDC7C6-82D0-4680-96E9-00155ED4C263}" srcOrd="0" destOrd="0" presId="urn:microsoft.com/office/officeart/2008/layout/NameandTitleOrganizationalChart"/>
    <dgm:cxn modelId="{06DD6777-3689-49E4-AF8B-12A7B08A18A2}" type="presParOf" srcId="{6EEDC7C6-82D0-4680-96E9-00155ED4C263}" destId="{6F6290F0-0CB2-4FC0-A1B0-F8D3E2A826FF}" srcOrd="0" destOrd="0" presId="urn:microsoft.com/office/officeart/2008/layout/NameandTitleOrganizationalChart"/>
    <dgm:cxn modelId="{30A04AA1-22F2-4595-8B82-E540B81E2283}" type="presParOf" srcId="{6EEDC7C6-82D0-4680-96E9-00155ED4C263}" destId="{26DC4883-B8F8-4934-9C03-6B3E98588F4F}" srcOrd="1" destOrd="0" presId="urn:microsoft.com/office/officeart/2008/layout/NameandTitleOrganizationalChart"/>
    <dgm:cxn modelId="{5F92467E-BFD8-4829-9379-559A2FF21785}" type="presParOf" srcId="{6EEDC7C6-82D0-4680-96E9-00155ED4C263}" destId="{FD36BD43-4CBB-4B70-9E4B-30837A1A0BC5}" srcOrd="2" destOrd="0" presId="urn:microsoft.com/office/officeart/2008/layout/NameandTitleOrganizationalChart"/>
    <dgm:cxn modelId="{51563824-71A1-4CDC-AB7A-E7CFE754763C}" type="presParOf" srcId="{EA94D7B5-711D-4143-BC3E-6EA83052E139}" destId="{AED52EA9-8874-4780-B88B-75848CF33B56}" srcOrd="1" destOrd="0" presId="urn:microsoft.com/office/officeart/2008/layout/NameandTitleOrganizationalChart"/>
    <dgm:cxn modelId="{25BBC5AA-2BA4-42E4-A7B1-5270DACE95E4}" type="presParOf" srcId="{AED52EA9-8874-4780-B88B-75848CF33B56}" destId="{934D8CBF-2067-4410-BFF9-6201AAEBC582}" srcOrd="0" destOrd="0" presId="urn:microsoft.com/office/officeart/2008/layout/NameandTitleOrganizationalChart"/>
    <dgm:cxn modelId="{AF0D646B-EADB-4BB0-B0D7-52517DBB344A}" type="presParOf" srcId="{AED52EA9-8874-4780-B88B-75848CF33B56}" destId="{49BA8E86-F747-4732-B5A6-141C115663F1}" srcOrd="1" destOrd="0" presId="urn:microsoft.com/office/officeart/2008/layout/NameandTitleOrganizationalChart"/>
    <dgm:cxn modelId="{952D188C-72F5-4F1A-9949-3C8D6B29AF9F}" type="presParOf" srcId="{49BA8E86-F747-4732-B5A6-141C115663F1}" destId="{CCBB40D1-C57D-4D56-AC66-CA767460371A}" srcOrd="0" destOrd="0" presId="urn:microsoft.com/office/officeart/2008/layout/NameandTitleOrganizationalChart"/>
    <dgm:cxn modelId="{D5FDC28A-5D8A-434F-85E0-F75A1290A0B8}" type="presParOf" srcId="{CCBB40D1-C57D-4D56-AC66-CA767460371A}" destId="{10092E0D-5659-4BC3-AE85-672896C71913}" srcOrd="0" destOrd="0" presId="urn:microsoft.com/office/officeart/2008/layout/NameandTitleOrganizationalChart"/>
    <dgm:cxn modelId="{A3AB1921-EE2E-4F1C-9E02-FCB0AF6605AB}" type="presParOf" srcId="{CCBB40D1-C57D-4D56-AC66-CA767460371A}" destId="{CE2A6624-7076-4D35-91AD-024FA8470BAF}" srcOrd="1" destOrd="0" presId="urn:microsoft.com/office/officeart/2008/layout/NameandTitleOrganizationalChart"/>
    <dgm:cxn modelId="{1ED2A493-C50F-4BE9-A748-DE84C3EB1BDE}" type="presParOf" srcId="{CCBB40D1-C57D-4D56-AC66-CA767460371A}" destId="{BEC60137-607D-4792-9CC9-F8F2F720364D}" srcOrd="2" destOrd="0" presId="urn:microsoft.com/office/officeart/2008/layout/NameandTitleOrganizationalChart"/>
    <dgm:cxn modelId="{317FB672-CFB2-4F76-9440-E8A1F1927CD8}" type="presParOf" srcId="{49BA8E86-F747-4732-B5A6-141C115663F1}" destId="{F1268022-2D44-441E-B512-F7C2328A1AB8}" srcOrd="1" destOrd="0" presId="urn:microsoft.com/office/officeart/2008/layout/NameandTitleOrganizationalChart"/>
    <dgm:cxn modelId="{99BB623B-9183-4821-9809-2211EECC7F75}" type="presParOf" srcId="{F1268022-2D44-441E-B512-F7C2328A1AB8}" destId="{B20D098A-5C51-419C-BBB5-E51F0B5CBBEA}" srcOrd="0" destOrd="0" presId="urn:microsoft.com/office/officeart/2008/layout/NameandTitleOrganizationalChart"/>
    <dgm:cxn modelId="{59CAB60B-9989-4E2F-9E6E-9030D98FDF4A}" type="presParOf" srcId="{F1268022-2D44-441E-B512-F7C2328A1AB8}" destId="{458C8426-A342-4D5C-963B-33455B8198D4}" srcOrd="1" destOrd="0" presId="urn:microsoft.com/office/officeart/2008/layout/NameandTitleOrganizationalChart"/>
    <dgm:cxn modelId="{90399098-2B62-45BF-80FC-5699998E805B}" type="presParOf" srcId="{458C8426-A342-4D5C-963B-33455B8198D4}" destId="{206CEB68-9928-464C-A796-7AACEC5F3D7C}" srcOrd="0" destOrd="0" presId="urn:microsoft.com/office/officeart/2008/layout/NameandTitleOrganizationalChart"/>
    <dgm:cxn modelId="{20ED49CD-1892-4ADE-B2BB-82066024E5AB}" type="presParOf" srcId="{206CEB68-9928-464C-A796-7AACEC5F3D7C}" destId="{D57F2214-47EA-46E4-A41D-479290B42ADC}" srcOrd="0" destOrd="0" presId="urn:microsoft.com/office/officeart/2008/layout/NameandTitleOrganizationalChart"/>
    <dgm:cxn modelId="{1611CD84-383C-4D4A-B1CE-1CF8E55DAFF1}" type="presParOf" srcId="{206CEB68-9928-464C-A796-7AACEC5F3D7C}" destId="{FB4FFCEF-5227-4633-8CD0-C974FA77FCBF}" srcOrd="1" destOrd="0" presId="urn:microsoft.com/office/officeart/2008/layout/NameandTitleOrganizationalChart"/>
    <dgm:cxn modelId="{9497A7A3-9913-4972-86CA-930A9FFB3F40}" type="presParOf" srcId="{206CEB68-9928-464C-A796-7AACEC5F3D7C}" destId="{618B63DC-9688-410D-9DFA-AA19457A29CF}" srcOrd="2" destOrd="0" presId="urn:microsoft.com/office/officeart/2008/layout/NameandTitleOrganizationalChart"/>
    <dgm:cxn modelId="{16414456-3D80-498A-BDAE-244C95BDB7C1}" type="presParOf" srcId="{458C8426-A342-4D5C-963B-33455B8198D4}" destId="{74C4A294-FAE1-4E09-8BCC-C7E73E1F0DBD}" srcOrd="1" destOrd="0" presId="urn:microsoft.com/office/officeart/2008/layout/NameandTitleOrganizationalChart"/>
    <dgm:cxn modelId="{FEACE3D1-A454-49CA-B64B-E9FC00E9B83B}" type="presParOf" srcId="{74C4A294-FAE1-4E09-8BCC-C7E73E1F0DBD}" destId="{3C02DF84-CBBC-4F1B-B06A-1644F289EFA7}" srcOrd="0" destOrd="0" presId="urn:microsoft.com/office/officeart/2008/layout/NameandTitleOrganizationalChart"/>
    <dgm:cxn modelId="{DFB154C3-CB47-41BB-A061-D3F41C0272AE}" type="presParOf" srcId="{74C4A294-FAE1-4E09-8BCC-C7E73E1F0DBD}" destId="{2D97D8F3-3D63-4AD1-8676-3E21EF8E2DA7}" srcOrd="1" destOrd="0" presId="urn:microsoft.com/office/officeart/2008/layout/NameandTitleOrganizationalChart"/>
    <dgm:cxn modelId="{AEAD6E2D-13D7-4BAD-8FB4-EE8B9F115D9A}" type="presParOf" srcId="{2D97D8F3-3D63-4AD1-8676-3E21EF8E2DA7}" destId="{8B0C1EBA-16A3-49D1-B9B9-BD3A5ABE578F}" srcOrd="0" destOrd="0" presId="urn:microsoft.com/office/officeart/2008/layout/NameandTitleOrganizationalChart"/>
    <dgm:cxn modelId="{F9535195-A385-4F84-A95B-8B9DA1974C29}" type="presParOf" srcId="{8B0C1EBA-16A3-49D1-B9B9-BD3A5ABE578F}" destId="{DD70E13B-C064-4523-A0D3-3C2E3B4D41BD}" srcOrd="0" destOrd="0" presId="urn:microsoft.com/office/officeart/2008/layout/NameandTitleOrganizationalChart"/>
    <dgm:cxn modelId="{5982B7CD-4499-44EC-B8F1-564DFB0B76A0}" type="presParOf" srcId="{8B0C1EBA-16A3-49D1-B9B9-BD3A5ABE578F}" destId="{26DA89D6-0DF5-4B06-B33D-B3CFBBAC97B2}" srcOrd="1" destOrd="0" presId="urn:microsoft.com/office/officeart/2008/layout/NameandTitleOrganizationalChart"/>
    <dgm:cxn modelId="{508F3899-60E3-492E-80CA-AE20C7298236}" type="presParOf" srcId="{8B0C1EBA-16A3-49D1-B9B9-BD3A5ABE578F}" destId="{A05A08BD-3AFC-43EE-848F-FB00C9BCA94B}" srcOrd="2" destOrd="0" presId="urn:microsoft.com/office/officeart/2008/layout/NameandTitleOrganizationalChart"/>
    <dgm:cxn modelId="{2EECFC0B-B84D-4AFE-9ADC-8E2F7EF58DBD}" type="presParOf" srcId="{2D97D8F3-3D63-4AD1-8676-3E21EF8E2DA7}" destId="{D6EBAFD8-5AC8-4C9F-A4AF-23EC6FF74845}" srcOrd="1" destOrd="0" presId="urn:microsoft.com/office/officeart/2008/layout/NameandTitleOrganizationalChart"/>
    <dgm:cxn modelId="{82148A4D-77EB-4689-B8C4-5111A820252E}" type="presParOf" srcId="{D6EBAFD8-5AC8-4C9F-A4AF-23EC6FF74845}" destId="{406C8F21-1529-43A3-A3D9-ED9E6A4E609A}" srcOrd="0" destOrd="0" presId="urn:microsoft.com/office/officeart/2008/layout/NameandTitleOrganizationalChart"/>
    <dgm:cxn modelId="{E38EE58C-F6F6-481E-B933-404B48D35B76}" type="presParOf" srcId="{D6EBAFD8-5AC8-4C9F-A4AF-23EC6FF74845}" destId="{6554ACFD-C10F-414E-A2B2-5A8DEB54A07C}" srcOrd="1" destOrd="0" presId="urn:microsoft.com/office/officeart/2008/layout/NameandTitleOrganizationalChart"/>
    <dgm:cxn modelId="{4DD4AAE8-637E-4B26-A40E-8986DB9248F9}" type="presParOf" srcId="{6554ACFD-C10F-414E-A2B2-5A8DEB54A07C}" destId="{E9FD883C-278E-455A-8913-17AE1BAEACD5}" srcOrd="0" destOrd="0" presId="urn:microsoft.com/office/officeart/2008/layout/NameandTitleOrganizationalChart"/>
    <dgm:cxn modelId="{95533E16-54BE-4D8B-BA09-17AFB96D9BD6}" type="presParOf" srcId="{E9FD883C-278E-455A-8913-17AE1BAEACD5}" destId="{D283B793-FEE0-40CE-AB31-6DDBCB80CEB2}" srcOrd="0" destOrd="0" presId="urn:microsoft.com/office/officeart/2008/layout/NameandTitleOrganizationalChart"/>
    <dgm:cxn modelId="{D1999CF7-76EA-48D1-9DD0-4D66E6755A25}" type="presParOf" srcId="{E9FD883C-278E-455A-8913-17AE1BAEACD5}" destId="{28735D28-183F-4431-81D3-889405982A94}" srcOrd="1" destOrd="0" presId="urn:microsoft.com/office/officeart/2008/layout/NameandTitleOrganizationalChart"/>
    <dgm:cxn modelId="{4EB87B1D-63FD-4533-8A32-9BE64D0ED6AF}" type="presParOf" srcId="{E9FD883C-278E-455A-8913-17AE1BAEACD5}" destId="{8D9CC486-08F0-413E-9014-95C09180440A}" srcOrd="2" destOrd="0" presId="urn:microsoft.com/office/officeart/2008/layout/NameandTitleOrganizationalChart"/>
    <dgm:cxn modelId="{1CD312BB-09FA-4546-A719-CECDC8202195}" type="presParOf" srcId="{6554ACFD-C10F-414E-A2B2-5A8DEB54A07C}" destId="{FCD76FE5-31AE-442D-BA67-E6A9CDDB9BAD}" srcOrd="1" destOrd="0" presId="urn:microsoft.com/office/officeart/2008/layout/NameandTitleOrganizationalChart"/>
    <dgm:cxn modelId="{E022C8E1-571A-42F6-80FF-B07A4BDC1EAC}" type="presParOf" srcId="{6554ACFD-C10F-414E-A2B2-5A8DEB54A07C}" destId="{3B662A80-F6F4-43B9-902A-82872CADE43C}" srcOrd="2" destOrd="0" presId="urn:microsoft.com/office/officeart/2008/layout/NameandTitleOrganizationalChart"/>
    <dgm:cxn modelId="{D0170A05-23B1-4B3C-87C9-A22899B9F686}" type="presParOf" srcId="{D6EBAFD8-5AC8-4C9F-A4AF-23EC6FF74845}" destId="{C7FA9AC8-5687-4FBC-B373-0D2F81F5B401}" srcOrd="2" destOrd="0" presId="urn:microsoft.com/office/officeart/2008/layout/NameandTitleOrganizationalChart"/>
    <dgm:cxn modelId="{4F70E29D-FAD3-47F7-A58D-AFA61460A849}" type="presParOf" srcId="{D6EBAFD8-5AC8-4C9F-A4AF-23EC6FF74845}" destId="{318ABD50-2DFE-4ACF-8636-7F4673B12C13}" srcOrd="3" destOrd="0" presId="urn:microsoft.com/office/officeart/2008/layout/NameandTitleOrganizationalChart"/>
    <dgm:cxn modelId="{D2073696-402B-43B3-990C-1DE198F821FB}" type="presParOf" srcId="{318ABD50-2DFE-4ACF-8636-7F4673B12C13}" destId="{7D109008-B7E2-4E27-A83E-32C3D312F513}" srcOrd="0" destOrd="0" presId="urn:microsoft.com/office/officeart/2008/layout/NameandTitleOrganizationalChart"/>
    <dgm:cxn modelId="{76F58A8E-F05A-451A-8B5E-560973B68EA0}" type="presParOf" srcId="{7D109008-B7E2-4E27-A83E-32C3D312F513}" destId="{FDA8C1FA-FDE0-4DA0-AAEC-92792F177966}" srcOrd="0" destOrd="0" presId="urn:microsoft.com/office/officeart/2008/layout/NameandTitleOrganizationalChart"/>
    <dgm:cxn modelId="{8D67A0C6-6AAF-4060-A6F1-749FE3937376}" type="presParOf" srcId="{7D109008-B7E2-4E27-A83E-32C3D312F513}" destId="{F4E33BC3-2A1D-46C9-A844-1B846E85687B}" srcOrd="1" destOrd="0" presId="urn:microsoft.com/office/officeart/2008/layout/NameandTitleOrganizationalChart"/>
    <dgm:cxn modelId="{56BEC56D-0FED-4430-8EB6-1A98BF64CCCE}" type="presParOf" srcId="{7D109008-B7E2-4E27-A83E-32C3D312F513}" destId="{E5E4A118-E0A7-4970-9289-0CD1EDE0774E}" srcOrd="2" destOrd="0" presId="urn:microsoft.com/office/officeart/2008/layout/NameandTitleOrganizationalChart"/>
    <dgm:cxn modelId="{4502B819-AD34-49D3-BAD5-524804AC8FD4}" type="presParOf" srcId="{318ABD50-2DFE-4ACF-8636-7F4673B12C13}" destId="{564BBFD1-1086-4888-A906-72CBC259B938}" srcOrd="1" destOrd="0" presId="urn:microsoft.com/office/officeart/2008/layout/NameandTitleOrganizationalChart"/>
    <dgm:cxn modelId="{A811EA0B-CF76-4E06-8E11-AE51A8349EE6}" type="presParOf" srcId="{318ABD50-2DFE-4ACF-8636-7F4673B12C13}" destId="{732D5C42-240A-45A0-A9C4-678D3C23BC57}" srcOrd="2" destOrd="0" presId="urn:microsoft.com/office/officeart/2008/layout/NameandTitleOrganizationalChart"/>
    <dgm:cxn modelId="{20A68BD7-2BFB-4569-B30E-D7B5E9B285AA}" type="presParOf" srcId="{2D97D8F3-3D63-4AD1-8676-3E21EF8E2DA7}" destId="{A3B0F946-A46A-4028-8332-5A77288D06BA}" srcOrd="2" destOrd="0" presId="urn:microsoft.com/office/officeart/2008/layout/NameandTitleOrganizationalChart"/>
    <dgm:cxn modelId="{C5DD24EB-378E-43D5-9B6D-659045DBFDA0}" type="presParOf" srcId="{458C8426-A342-4D5C-963B-33455B8198D4}" destId="{F4D95340-51A4-4607-BC79-810CC46B6864}" srcOrd="2" destOrd="0" presId="urn:microsoft.com/office/officeart/2008/layout/NameandTitleOrganizationalChart"/>
    <dgm:cxn modelId="{ED7FB914-1B6C-4ABD-99FA-B933C5DB9B67}" type="presParOf" srcId="{49BA8E86-F747-4732-B5A6-141C115663F1}" destId="{4AEFE65E-544C-44F3-9063-2F9374EFB288}" srcOrd="2" destOrd="0" presId="urn:microsoft.com/office/officeart/2008/layout/NameandTitleOrganizationalChart"/>
    <dgm:cxn modelId="{8EC47395-1D14-4C5F-9787-A9D55C472450}" type="presParOf" srcId="{EA94D7B5-711D-4143-BC3E-6EA83052E139}" destId="{AF72C14D-1BF5-41AD-94D2-968E5E960410}" srcOrd="2" destOrd="0" presId="urn:microsoft.com/office/officeart/2008/layout/NameandTitleOrganizationalChart"/>
    <dgm:cxn modelId="{22F24F46-57D2-4C85-BC64-8C5DD4E25EA3}" type="presParOf" srcId="{236ED3B9-241E-4CCE-A343-8BC7A70D49C2}" destId="{11B6D688-FFA5-459D-9B13-110B525CE111}" srcOrd="2" destOrd="0" presId="urn:microsoft.com/office/officeart/2008/layout/NameandTitleOrganizationalChart"/>
    <dgm:cxn modelId="{BE764AB6-FA36-4BEE-B83D-BE3E28365CDC}" type="presParOf" srcId="{04996FDE-61FA-4B03-A63B-0C7A21D43409}" destId="{DD00DC04-033B-450A-9221-CF503003856D}" srcOrd="2" destOrd="0" presId="urn:microsoft.com/office/officeart/2008/layout/NameandTitleOrganizationalChart"/>
    <dgm:cxn modelId="{AF15FF90-3C4C-4700-96B3-2141936844E1}" type="presParOf" srcId="{04996FDE-61FA-4B03-A63B-0C7A21D43409}" destId="{42AC5641-2303-4CC4-BCA2-3B2D2DA63F41}" srcOrd="3" destOrd="0" presId="urn:microsoft.com/office/officeart/2008/layout/NameandTitleOrganizationalChart"/>
    <dgm:cxn modelId="{324646DE-BE83-4DB5-B1E0-55458530BF66}" type="presParOf" srcId="{42AC5641-2303-4CC4-BCA2-3B2D2DA63F41}" destId="{1326F92D-146A-474B-9205-A029EC934B71}" srcOrd="0" destOrd="0" presId="urn:microsoft.com/office/officeart/2008/layout/NameandTitleOrganizationalChart"/>
    <dgm:cxn modelId="{9A7722EE-99FB-462F-9509-A79FDAC7DA57}" type="presParOf" srcId="{1326F92D-146A-474B-9205-A029EC934B71}" destId="{FAC119BC-D086-4BA4-8F0E-FA1B9A284E42}" srcOrd="0" destOrd="0" presId="urn:microsoft.com/office/officeart/2008/layout/NameandTitleOrganizationalChart"/>
    <dgm:cxn modelId="{A028EC45-8059-40DB-9277-676ADB65A045}" type="presParOf" srcId="{1326F92D-146A-474B-9205-A029EC934B71}" destId="{C24C0589-9CFB-4A4A-A30F-EBD4EA02AA10}" srcOrd="1" destOrd="0" presId="urn:microsoft.com/office/officeart/2008/layout/NameandTitleOrganizationalChart"/>
    <dgm:cxn modelId="{30FA4DAD-35DE-4F8C-A826-0548692137D2}" type="presParOf" srcId="{1326F92D-146A-474B-9205-A029EC934B71}" destId="{DEFF6FAF-A77F-4AD1-A0FD-D9C37AE82670}" srcOrd="2" destOrd="0" presId="urn:microsoft.com/office/officeart/2008/layout/NameandTitleOrganizationalChart"/>
    <dgm:cxn modelId="{E5122863-8569-477A-A8C7-2D8148F23905}" type="presParOf" srcId="{42AC5641-2303-4CC4-BCA2-3B2D2DA63F41}" destId="{E0D17CB9-C1DF-4861-BE98-46972062DC47}" srcOrd="1" destOrd="0" presId="urn:microsoft.com/office/officeart/2008/layout/NameandTitleOrganizationalChart"/>
    <dgm:cxn modelId="{0AF84918-8928-4250-82BE-5275093049D1}" type="presParOf" srcId="{E0D17CB9-C1DF-4861-BE98-46972062DC47}" destId="{D0FC012D-1789-43A2-93C2-8FA6FEB8AC0A}" srcOrd="0" destOrd="0" presId="urn:microsoft.com/office/officeart/2008/layout/NameandTitleOrganizationalChart"/>
    <dgm:cxn modelId="{AE9C455F-5F15-46A6-A4F5-2290F7F26690}" type="presParOf" srcId="{E0D17CB9-C1DF-4861-BE98-46972062DC47}" destId="{1F37CF74-DD51-481F-A717-9ABCAEACD95C}" srcOrd="1" destOrd="0" presId="urn:microsoft.com/office/officeart/2008/layout/NameandTitleOrganizationalChart"/>
    <dgm:cxn modelId="{E9BA3B04-CFCE-4F49-86F9-732F6470DD21}" type="presParOf" srcId="{1F37CF74-DD51-481F-A717-9ABCAEACD95C}" destId="{3329A5A8-58F0-43A9-A29E-8F16B2218C18}" srcOrd="0" destOrd="0" presId="urn:microsoft.com/office/officeart/2008/layout/NameandTitleOrganizationalChart"/>
    <dgm:cxn modelId="{D63D1686-9BDA-492B-9694-D7E23E291A51}" type="presParOf" srcId="{3329A5A8-58F0-43A9-A29E-8F16B2218C18}" destId="{B19D6484-F95D-4D64-ABED-57AC65B3435A}" srcOrd="0" destOrd="0" presId="urn:microsoft.com/office/officeart/2008/layout/NameandTitleOrganizationalChart"/>
    <dgm:cxn modelId="{909D42A5-6B67-4878-96D8-CF65D6E5F22D}" type="presParOf" srcId="{3329A5A8-58F0-43A9-A29E-8F16B2218C18}" destId="{A4A9CE39-2A10-448B-BF6C-7DCCDF9927FC}" srcOrd="1" destOrd="0" presId="urn:microsoft.com/office/officeart/2008/layout/NameandTitleOrganizationalChart"/>
    <dgm:cxn modelId="{E03C88D1-6340-45A7-A387-FFF4F8F85102}" type="presParOf" srcId="{3329A5A8-58F0-43A9-A29E-8F16B2218C18}" destId="{127114D1-095C-47CB-A575-22BBBB8DD2F8}" srcOrd="2" destOrd="0" presId="urn:microsoft.com/office/officeart/2008/layout/NameandTitleOrganizationalChart"/>
    <dgm:cxn modelId="{6403D9D9-021F-4DC7-984A-E977987FFA6F}" type="presParOf" srcId="{1F37CF74-DD51-481F-A717-9ABCAEACD95C}" destId="{556EF325-020C-4361-ABC7-4A2CE2FC7C85}" srcOrd="1" destOrd="0" presId="urn:microsoft.com/office/officeart/2008/layout/NameandTitleOrganizationalChart"/>
    <dgm:cxn modelId="{FE253B84-2FCA-4EA9-BDCC-7A15000F2A64}" type="presParOf" srcId="{556EF325-020C-4361-ABC7-4A2CE2FC7C85}" destId="{6959804E-B471-4224-9DDA-18010FBD22CF}" srcOrd="0" destOrd="0" presId="urn:microsoft.com/office/officeart/2008/layout/NameandTitleOrganizationalChart"/>
    <dgm:cxn modelId="{3A7911D6-A10C-4D17-8B33-A566D99A2933}" type="presParOf" srcId="{556EF325-020C-4361-ABC7-4A2CE2FC7C85}" destId="{4B90C4FA-9741-455C-B4B7-8EA790E36676}" srcOrd="1" destOrd="0" presId="urn:microsoft.com/office/officeart/2008/layout/NameandTitleOrganizationalChart"/>
    <dgm:cxn modelId="{90FC2553-5385-43E9-AC77-69AEADA8F18E}" type="presParOf" srcId="{4B90C4FA-9741-455C-B4B7-8EA790E36676}" destId="{20D14114-CC2E-47E4-94A5-7E2F29298E22}" srcOrd="0" destOrd="0" presId="urn:microsoft.com/office/officeart/2008/layout/NameandTitleOrganizationalChart"/>
    <dgm:cxn modelId="{E3FE47DD-C658-419E-BA4A-0AA631CDFE83}" type="presParOf" srcId="{20D14114-CC2E-47E4-94A5-7E2F29298E22}" destId="{0566678E-E534-4972-BDCE-6F131A6EF324}" srcOrd="0" destOrd="0" presId="urn:microsoft.com/office/officeart/2008/layout/NameandTitleOrganizationalChart"/>
    <dgm:cxn modelId="{CB867D5E-C98F-445E-B087-35E7E55951CB}" type="presParOf" srcId="{20D14114-CC2E-47E4-94A5-7E2F29298E22}" destId="{5D9A1151-73EE-4F9F-A263-9A3F48DC23CE}" srcOrd="1" destOrd="0" presId="urn:microsoft.com/office/officeart/2008/layout/NameandTitleOrganizationalChart"/>
    <dgm:cxn modelId="{576E0F4B-B1A0-47A0-A590-8A93F5536610}" type="presParOf" srcId="{20D14114-CC2E-47E4-94A5-7E2F29298E22}" destId="{43687206-1176-43C1-9188-14B1AA0D33D8}" srcOrd="2" destOrd="0" presId="urn:microsoft.com/office/officeart/2008/layout/NameandTitleOrganizationalChart"/>
    <dgm:cxn modelId="{15ADAE24-50C2-4B58-BAC5-E63FEBCF9DD7}" type="presParOf" srcId="{4B90C4FA-9741-455C-B4B7-8EA790E36676}" destId="{3BDCD6F1-AAE1-4016-AAFB-382829DAE9ED}" srcOrd="1" destOrd="0" presId="urn:microsoft.com/office/officeart/2008/layout/NameandTitleOrganizationalChart"/>
    <dgm:cxn modelId="{F9D52A37-BDF8-45B2-B256-1E30D3ACE703}" type="presParOf" srcId="{3BDCD6F1-AAE1-4016-AAFB-382829DAE9ED}" destId="{4323E999-2DF6-40E5-8B67-A43ACED7A2A4}" srcOrd="0" destOrd="0" presId="urn:microsoft.com/office/officeart/2008/layout/NameandTitleOrganizationalChart"/>
    <dgm:cxn modelId="{1029DEB5-476B-4B7F-852E-E888CF94C464}" type="presParOf" srcId="{3BDCD6F1-AAE1-4016-AAFB-382829DAE9ED}" destId="{62FC1E23-5EF9-4C8F-BAB7-4AC446502648}" srcOrd="1" destOrd="0" presId="urn:microsoft.com/office/officeart/2008/layout/NameandTitleOrganizationalChart"/>
    <dgm:cxn modelId="{A1C526F1-100D-4A04-B958-AF9CE12CE1C0}" type="presParOf" srcId="{62FC1E23-5EF9-4C8F-BAB7-4AC446502648}" destId="{4F8BFCBE-9949-4CCA-8249-7D7EF7E1F4D6}" srcOrd="0" destOrd="0" presId="urn:microsoft.com/office/officeart/2008/layout/NameandTitleOrganizationalChart"/>
    <dgm:cxn modelId="{B9D99BB1-3874-436D-A957-9355814B01C6}" type="presParOf" srcId="{4F8BFCBE-9949-4CCA-8249-7D7EF7E1F4D6}" destId="{FCF1B085-C181-4525-9760-E123CD035305}" srcOrd="0" destOrd="0" presId="urn:microsoft.com/office/officeart/2008/layout/NameandTitleOrganizationalChart"/>
    <dgm:cxn modelId="{C83F03F1-FB01-4E50-A961-F90CB885D3B9}" type="presParOf" srcId="{4F8BFCBE-9949-4CCA-8249-7D7EF7E1F4D6}" destId="{C0079022-C123-40F0-99A9-D62A3FF086B8}" srcOrd="1" destOrd="0" presId="urn:microsoft.com/office/officeart/2008/layout/NameandTitleOrganizationalChart"/>
    <dgm:cxn modelId="{4BEAEDF5-5DE7-4328-8665-2D97E136227B}" type="presParOf" srcId="{4F8BFCBE-9949-4CCA-8249-7D7EF7E1F4D6}" destId="{ACCFD2F4-3259-49DD-896E-F27E6E2D485B}" srcOrd="2" destOrd="0" presId="urn:microsoft.com/office/officeart/2008/layout/NameandTitleOrganizationalChart"/>
    <dgm:cxn modelId="{BBEEC0E3-83C3-4C83-B175-F997CA05EA3E}" type="presParOf" srcId="{62FC1E23-5EF9-4C8F-BAB7-4AC446502648}" destId="{97DF6665-DFF0-4E1F-AD4A-820E76E49677}" srcOrd="1" destOrd="0" presId="urn:microsoft.com/office/officeart/2008/layout/NameandTitleOrganizationalChart"/>
    <dgm:cxn modelId="{B275B37B-587E-474E-B72F-EBF52B3F6628}" type="presParOf" srcId="{97DF6665-DFF0-4E1F-AD4A-820E76E49677}" destId="{6B1A3D3B-91FE-4F6D-9A94-C4F0E64727EF}" srcOrd="0" destOrd="0" presId="urn:microsoft.com/office/officeart/2008/layout/NameandTitleOrganizationalChart"/>
    <dgm:cxn modelId="{384B85E5-D905-4D1F-913E-1FBA621804F5}" type="presParOf" srcId="{97DF6665-DFF0-4E1F-AD4A-820E76E49677}" destId="{9DB02618-7746-4344-A6C8-5D5DBCFF9BF5}" srcOrd="1" destOrd="0" presId="urn:microsoft.com/office/officeart/2008/layout/NameandTitleOrganizationalChart"/>
    <dgm:cxn modelId="{1EBEDB69-11AC-47A3-869B-9F13ECD40A4A}" type="presParOf" srcId="{9DB02618-7746-4344-A6C8-5D5DBCFF9BF5}" destId="{AB4AA72F-C43C-4FCF-B596-AB3A64A87BF2}" srcOrd="0" destOrd="0" presId="urn:microsoft.com/office/officeart/2008/layout/NameandTitleOrganizationalChart"/>
    <dgm:cxn modelId="{6AF6BB1B-CDC5-4DD9-8167-BA967BCA43F2}" type="presParOf" srcId="{AB4AA72F-C43C-4FCF-B596-AB3A64A87BF2}" destId="{3E29D6B2-3A71-4798-9AB1-B1F867D9E1F1}" srcOrd="0" destOrd="0" presId="urn:microsoft.com/office/officeart/2008/layout/NameandTitleOrganizationalChart"/>
    <dgm:cxn modelId="{B82AB6EC-8D6D-4D04-828E-E3765396252E}" type="presParOf" srcId="{AB4AA72F-C43C-4FCF-B596-AB3A64A87BF2}" destId="{C99B34F6-8DFE-4C7D-83F2-440096951D0B}" srcOrd="1" destOrd="0" presId="urn:microsoft.com/office/officeart/2008/layout/NameandTitleOrganizationalChart"/>
    <dgm:cxn modelId="{A754B0C9-F982-40A1-BC8F-96C7823C5813}" type="presParOf" srcId="{AB4AA72F-C43C-4FCF-B596-AB3A64A87BF2}" destId="{F249EDC3-8E46-4EC9-B2C3-97BEB241133D}" srcOrd="2" destOrd="0" presId="urn:microsoft.com/office/officeart/2008/layout/NameandTitleOrganizationalChart"/>
    <dgm:cxn modelId="{5299057D-D351-4030-9F37-C75AC10BB841}" type="presParOf" srcId="{9DB02618-7746-4344-A6C8-5D5DBCFF9BF5}" destId="{5E796C27-0E5C-4E83-8AA3-10050316618E}" srcOrd="1" destOrd="0" presId="urn:microsoft.com/office/officeart/2008/layout/NameandTitleOrganizationalChart"/>
    <dgm:cxn modelId="{BBB61F04-B69D-4739-877E-BF12CF379829}" type="presParOf" srcId="{5E796C27-0E5C-4E83-8AA3-10050316618E}" destId="{1BB0F72B-5C4B-4B01-BE8A-82383C55EA35}" srcOrd="0" destOrd="0" presId="urn:microsoft.com/office/officeart/2008/layout/NameandTitleOrganizationalChart"/>
    <dgm:cxn modelId="{16CEA336-1173-48BB-B938-CE10D96F8CAC}" type="presParOf" srcId="{5E796C27-0E5C-4E83-8AA3-10050316618E}" destId="{DDF9179D-B1CB-4F16-99B1-2D324A8E22C9}" srcOrd="1" destOrd="0" presId="urn:microsoft.com/office/officeart/2008/layout/NameandTitleOrganizationalChart"/>
    <dgm:cxn modelId="{889128C2-4887-4AE7-AA49-1125A7666C9C}" type="presParOf" srcId="{DDF9179D-B1CB-4F16-99B1-2D324A8E22C9}" destId="{69C0FC34-29D5-46EB-8B9E-0C476C752A32}" srcOrd="0" destOrd="0" presId="urn:microsoft.com/office/officeart/2008/layout/NameandTitleOrganizationalChart"/>
    <dgm:cxn modelId="{D0E8A01A-7906-48A6-96EA-B38F330907F9}" type="presParOf" srcId="{69C0FC34-29D5-46EB-8B9E-0C476C752A32}" destId="{81D7F4A2-D5ED-4BCE-8BFC-6F0E5B15FDA9}" srcOrd="0" destOrd="0" presId="urn:microsoft.com/office/officeart/2008/layout/NameandTitleOrganizationalChart"/>
    <dgm:cxn modelId="{DC02141E-5CBC-480F-8EC5-7A22DF52D480}" type="presParOf" srcId="{69C0FC34-29D5-46EB-8B9E-0C476C752A32}" destId="{DAEC0570-0C88-4988-A273-F2BA53B8370E}" srcOrd="1" destOrd="0" presId="urn:microsoft.com/office/officeart/2008/layout/NameandTitleOrganizationalChart"/>
    <dgm:cxn modelId="{E8E46D0F-0C49-460F-ABB1-9AE061F5CC80}" type="presParOf" srcId="{69C0FC34-29D5-46EB-8B9E-0C476C752A32}" destId="{11204B5A-862A-47A7-B92C-69C4EBF8520E}" srcOrd="2" destOrd="0" presId="urn:microsoft.com/office/officeart/2008/layout/NameandTitleOrganizationalChart"/>
    <dgm:cxn modelId="{8FC9EF50-CE4B-4490-AE51-3F043C46386F}" type="presParOf" srcId="{DDF9179D-B1CB-4F16-99B1-2D324A8E22C9}" destId="{1C3BA236-B8A1-4AF9-A0F5-A0D0BB7656C6}" srcOrd="1" destOrd="0" presId="urn:microsoft.com/office/officeart/2008/layout/NameandTitleOrganizationalChart"/>
    <dgm:cxn modelId="{609F3F6F-6E8E-4983-BA03-376945559B4E}" type="presParOf" srcId="{DDF9179D-B1CB-4F16-99B1-2D324A8E22C9}" destId="{CEB73F81-B6C5-4F7E-A0F5-F555878E17F8}" srcOrd="2" destOrd="0" presId="urn:microsoft.com/office/officeart/2008/layout/NameandTitleOrganizationalChart"/>
    <dgm:cxn modelId="{8F339FD8-16AA-49B3-BD3C-105CB8AA0BA6}" type="presParOf" srcId="{9DB02618-7746-4344-A6C8-5D5DBCFF9BF5}" destId="{40A27227-DD0D-4A66-B1A8-2433965DD391}" srcOrd="2" destOrd="0" presId="urn:microsoft.com/office/officeart/2008/layout/NameandTitleOrganizationalChart"/>
    <dgm:cxn modelId="{1F5E67AF-90A5-494A-BC37-B9FB71C71425}" type="presParOf" srcId="{62FC1E23-5EF9-4C8F-BAB7-4AC446502648}" destId="{72F56931-B30E-4A9A-A4F4-776B37C8332B}" srcOrd="2" destOrd="0" presId="urn:microsoft.com/office/officeart/2008/layout/NameandTitleOrganizationalChart"/>
    <dgm:cxn modelId="{80BECB84-C8CB-4F94-8151-DB41D51C9527}" type="presParOf" srcId="{3BDCD6F1-AAE1-4016-AAFB-382829DAE9ED}" destId="{FEA3D869-48D2-41E7-AAA9-013BFD734BD1}" srcOrd="2" destOrd="0" presId="urn:microsoft.com/office/officeart/2008/layout/NameandTitleOrganizationalChart"/>
    <dgm:cxn modelId="{16B0509B-1C76-4C11-9DA4-519F9B704B81}" type="presParOf" srcId="{3BDCD6F1-AAE1-4016-AAFB-382829DAE9ED}" destId="{322E5ACB-556F-4AA3-A0F0-7FA65434F958}" srcOrd="3" destOrd="0" presId="urn:microsoft.com/office/officeart/2008/layout/NameandTitleOrganizationalChart"/>
    <dgm:cxn modelId="{5B2CF55F-16BA-41FD-9FA7-C0C88CA2795B}" type="presParOf" srcId="{322E5ACB-556F-4AA3-A0F0-7FA65434F958}" destId="{774DDD19-869F-4EE7-AD8D-1C3D9BDA7061}" srcOrd="0" destOrd="0" presId="urn:microsoft.com/office/officeart/2008/layout/NameandTitleOrganizationalChart"/>
    <dgm:cxn modelId="{08E9E8E5-B4DF-4B6D-8D18-DD14429714F5}" type="presParOf" srcId="{774DDD19-869F-4EE7-AD8D-1C3D9BDA7061}" destId="{6B9A51EE-F9BB-42FF-AB98-A54F7BBAB753}" srcOrd="0" destOrd="0" presId="urn:microsoft.com/office/officeart/2008/layout/NameandTitleOrganizationalChart"/>
    <dgm:cxn modelId="{5485D464-1834-470C-B056-CBF8F9F00220}" type="presParOf" srcId="{774DDD19-869F-4EE7-AD8D-1C3D9BDA7061}" destId="{88AE2D57-0331-4F8F-B478-0DED7F751DCD}" srcOrd="1" destOrd="0" presId="urn:microsoft.com/office/officeart/2008/layout/NameandTitleOrganizationalChart"/>
    <dgm:cxn modelId="{58DE08B2-0F13-4CC8-994E-40A50D2FE7A9}" type="presParOf" srcId="{774DDD19-869F-4EE7-AD8D-1C3D9BDA7061}" destId="{5EC5D802-8A35-4299-AD75-D7F52DD0D689}" srcOrd="2" destOrd="0" presId="urn:microsoft.com/office/officeart/2008/layout/NameandTitleOrganizationalChart"/>
    <dgm:cxn modelId="{1A5DD036-3414-46FA-A857-26A1D9892AE5}" type="presParOf" srcId="{322E5ACB-556F-4AA3-A0F0-7FA65434F958}" destId="{48F6FC45-DE65-4023-806F-EDC43C979229}" srcOrd="1" destOrd="0" presId="urn:microsoft.com/office/officeart/2008/layout/NameandTitleOrganizationalChart"/>
    <dgm:cxn modelId="{B775CEB4-ECCB-455E-A1A9-1E169EF702AD}" type="presParOf" srcId="{48F6FC45-DE65-4023-806F-EDC43C979229}" destId="{CD6BCD19-53E4-43C2-AF17-BFF15E0AB73D}" srcOrd="0" destOrd="0" presId="urn:microsoft.com/office/officeart/2008/layout/NameandTitleOrganizationalChart"/>
    <dgm:cxn modelId="{F51AF1E0-6E1A-4384-8F75-E849C952EF0F}" type="presParOf" srcId="{48F6FC45-DE65-4023-806F-EDC43C979229}" destId="{05DAA59E-EC84-4A35-8E5C-E39D18088A8A}" srcOrd="1" destOrd="0" presId="urn:microsoft.com/office/officeart/2008/layout/NameandTitleOrganizationalChart"/>
    <dgm:cxn modelId="{7800A3A8-57CE-47DE-A6BF-B5BDD1F04AB1}" type="presParOf" srcId="{05DAA59E-EC84-4A35-8E5C-E39D18088A8A}" destId="{9B283AD0-74FC-47B8-A2C2-5B20BED71C3C}" srcOrd="0" destOrd="0" presId="urn:microsoft.com/office/officeart/2008/layout/NameandTitleOrganizationalChart"/>
    <dgm:cxn modelId="{C2FE8B3C-BF9C-4D55-848E-C93BDDAAF3F9}" type="presParOf" srcId="{9B283AD0-74FC-47B8-A2C2-5B20BED71C3C}" destId="{D6791594-E9D3-4D8C-9F5C-10ABFF4879D5}" srcOrd="0" destOrd="0" presId="urn:microsoft.com/office/officeart/2008/layout/NameandTitleOrganizationalChart"/>
    <dgm:cxn modelId="{24FDE9EB-7330-4366-8863-5272A6788757}" type="presParOf" srcId="{9B283AD0-74FC-47B8-A2C2-5B20BED71C3C}" destId="{5AC4D3E3-B039-430D-9B45-790EDB3B3FF6}" srcOrd="1" destOrd="0" presId="urn:microsoft.com/office/officeart/2008/layout/NameandTitleOrganizationalChart"/>
    <dgm:cxn modelId="{10ECB3E2-8330-4D42-8A82-945AE87215E7}" type="presParOf" srcId="{9B283AD0-74FC-47B8-A2C2-5B20BED71C3C}" destId="{00090258-C9B4-4B45-A7D5-F64014D7F306}" srcOrd="2" destOrd="0" presId="urn:microsoft.com/office/officeart/2008/layout/NameandTitleOrganizationalChart"/>
    <dgm:cxn modelId="{0EF952FB-D604-4A22-8B40-A45C970E3C88}" type="presParOf" srcId="{05DAA59E-EC84-4A35-8E5C-E39D18088A8A}" destId="{53637ED7-03EE-469E-9F38-54A99836AE0C}" srcOrd="1" destOrd="0" presId="urn:microsoft.com/office/officeart/2008/layout/NameandTitleOrganizationalChart"/>
    <dgm:cxn modelId="{D56E1470-74AD-479E-8B85-0BABCB5C086F}" type="presParOf" srcId="{53637ED7-03EE-469E-9F38-54A99836AE0C}" destId="{63445290-5252-4075-854E-F44AC382318D}" srcOrd="0" destOrd="0" presId="urn:microsoft.com/office/officeart/2008/layout/NameandTitleOrganizationalChart"/>
    <dgm:cxn modelId="{72E94447-FD1D-4486-B30C-91317F935C7F}" type="presParOf" srcId="{53637ED7-03EE-469E-9F38-54A99836AE0C}" destId="{77913FF2-31F9-44AC-B427-9CBC8137FA55}" srcOrd="1" destOrd="0" presId="urn:microsoft.com/office/officeart/2008/layout/NameandTitleOrganizationalChart"/>
    <dgm:cxn modelId="{376D4DAF-F6A6-4F4A-9D86-5B6F2B20E92B}" type="presParOf" srcId="{77913FF2-31F9-44AC-B427-9CBC8137FA55}" destId="{E63D5D8A-9DDC-4D1E-AE77-27DF9FB5565F}" srcOrd="0" destOrd="0" presId="urn:microsoft.com/office/officeart/2008/layout/NameandTitleOrganizationalChart"/>
    <dgm:cxn modelId="{5A3CFE79-B03A-4C24-B8F3-22ACD46918BC}" type="presParOf" srcId="{E63D5D8A-9DDC-4D1E-AE77-27DF9FB5565F}" destId="{BB038CB2-B28C-4AAF-818A-1DFEAEF1B8F8}" srcOrd="0" destOrd="0" presId="urn:microsoft.com/office/officeart/2008/layout/NameandTitleOrganizationalChart"/>
    <dgm:cxn modelId="{B0263E3C-CD04-4923-8E9F-F29607502F8D}" type="presParOf" srcId="{E63D5D8A-9DDC-4D1E-AE77-27DF9FB5565F}" destId="{11D6BA7B-C233-490D-9D16-C9AAAD4F3BE6}" srcOrd="1" destOrd="0" presId="urn:microsoft.com/office/officeart/2008/layout/NameandTitleOrganizationalChart"/>
    <dgm:cxn modelId="{D21DBFB1-A3F8-4A12-A47D-ADF777FAA199}" type="presParOf" srcId="{E63D5D8A-9DDC-4D1E-AE77-27DF9FB5565F}" destId="{F1C9FFDD-04E0-4851-BE0E-72776D3A4C5C}" srcOrd="2" destOrd="0" presId="urn:microsoft.com/office/officeart/2008/layout/NameandTitleOrganizationalChart"/>
    <dgm:cxn modelId="{73219F27-8189-46F8-8BA0-D1CA4A0959F0}" type="presParOf" srcId="{77913FF2-31F9-44AC-B427-9CBC8137FA55}" destId="{75AB8FB0-6566-42C9-A544-D0C7A857635F}" srcOrd="1" destOrd="0" presId="urn:microsoft.com/office/officeart/2008/layout/NameandTitleOrganizationalChart"/>
    <dgm:cxn modelId="{E00C7EAB-5778-4526-ABEB-FF33B2D03D54}" type="presParOf" srcId="{77913FF2-31F9-44AC-B427-9CBC8137FA55}" destId="{4E05EE92-DFD8-4292-BC54-C640C6DDC60C}" srcOrd="2" destOrd="0" presId="urn:microsoft.com/office/officeart/2008/layout/NameandTitleOrganizationalChart"/>
    <dgm:cxn modelId="{04CB0A93-CA80-4E10-A572-8968FE744D2C}" type="presParOf" srcId="{53637ED7-03EE-469E-9F38-54A99836AE0C}" destId="{26AD5A8D-DB5E-40C5-8962-40E367F6C106}" srcOrd="2" destOrd="0" presId="urn:microsoft.com/office/officeart/2008/layout/NameandTitleOrganizationalChart"/>
    <dgm:cxn modelId="{F014BB55-1048-42A4-AC1F-E58549FE4100}" type="presParOf" srcId="{53637ED7-03EE-469E-9F38-54A99836AE0C}" destId="{C7D61F4C-88D6-4DDA-A548-74CB611BF28F}" srcOrd="3" destOrd="0" presId="urn:microsoft.com/office/officeart/2008/layout/NameandTitleOrganizationalChart"/>
    <dgm:cxn modelId="{7FEC700A-11C8-407A-A20F-BFED2CBEB513}" type="presParOf" srcId="{C7D61F4C-88D6-4DDA-A548-74CB611BF28F}" destId="{05C1E6F0-90AE-448A-9F56-7930E7EBF806}" srcOrd="0" destOrd="0" presId="urn:microsoft.com/office/officeart/2008/layout/NameandTitleOrganizationalChart"/>
    <dgm:cxn modelId="{14E99A34-036D-4D06-8E3D-27EF94AFB65B}" type="presParOf" srcId="{05C1E6F0-90AE-448A-9F56-7930E7EBF806}" destId="{77B47E30-D81E-4F17-9407-57378D73A330}" srcOrd="0" destOrd="0" presId="urn:microsoft.com/office/officeart/2008/layout/NameandTitleOrganizationalChart"/>
    <dgm:cxn modelId="{75F65835-0EAF-4622-ABB9-BB0CBEA40519}" type="presParOf" srcId="{05C1E6F0-90AE-448A-9F56-7930E7EBF806}" destId="{119CAEC3-8FA5-40A0-BFD8-B2945A59A516}" srcOrd="1" destOrd="0" presId="urn:microsoft.com/office/officeart/2008/layout/NameandTitleOrganizationalChart"/>
    <dgm:cxn modelId="{8ACE2E22-79B9-4CE9-9FF3-62D91B550AB7}" type="presParOf" srcId="{05C1E6F0-90AE-448A-9F56-7930E7EBF806}" destId="{D002D937-50A7-4CEE-B531-9528B40E206C}" srcOrd="2" destOrd="0" presId="urn:microsoft.com/office/officeart/2008/layout/NameandTitleOrganizationalChart"/>
    <dgm:cxn modelId="{65159387-89E9-42D5-B43C-E8239625BDF5}" type="presParOf" srcId="{C7D61F4C-88D6-4DDA-A548-74CB611BF28F}" destId="{608C5B9B-E35A-4BF2-8E63-0E850B1D6567}" srcOrd="1" destOrd="0" presId="urn:microsoft.com/office/officeart/2008/layout/NameandTitleOrganizationalChart"/>
    <dgm:cxn modelId="{B0C7EB77-AA96-41F1-B5EB-83CF27B41946}" type="presParOf" srcId="{608C5B9B-E35A-4BF2-8E63-0E850B1D6567}" destId="{B29E9937-2DD0-4EDE-BECA-ECB48A7E5654}" srcOrd="0" destOrd="0" presId="urn:microsoft.com/office/officeart/2008/layout/NameandTitleOrganizationalChart"/>
    <dgm:cxn modelId="{BD88AF12-E097-49E9-AA23-B2F894A6BAF7}" type="presParOf" srcId="{608C5B9B-E35A-4BF2-8E63-0E850B1D6567}" destId="{BB61CAE6-3A54-400A-B44D-15C438D0E6CF}" srcOrd="1" destOrd="0" presId="urn:microsoft.com/office/officeart/2008/layout/NameandTitleOrganizationalChart"/>
    <dgm:cxn modelId="{07517F06-439C-41F6-B489-2D3AE63A3D96}" type="presParOf" srcId="{BB61CAE6-3A54-400A-B44D-15C438D0E6CF}" destId="{479D2B92-C1E1-4BC6-80DC-AF54DE9276E0}" srcOrd="0" destOrd="0" presId="urn:microsoft.com/office/officeart/2008/layout/NameandTitleOrganizationalChart"/>
    <dgm:cxn modelId="{B2C460B0-60B4-482F-82D6-F9762BB0FFDD}" type="presParOf" srcId="{479D2B92-C1E1-4BC6-80DC-AF54DE9276E0}" destId="{63218DCF-E1FE-4FA4-933C-F1A6BF147BD3}" srcOrd="0" destOrd="0" presId="urn:microsoft.com/office/officeart/2008/layout/NameandTitleOrganizationalChart"/>
    <dgm:cxn modelId="{1BEE01FE-500E-4E1A-9DB4-0334AFBD1BC3}" type="presParOf" srcId="{479D2B92-C1E1-4BC6-80DC-AF54DE9276E0}" destId="{4A8633E6-1D81-48D2-80B1-16DAB5A9E49A}" srcOrd="1" destOrd="0" presId="urn:microsoft.com/office/officeart/2008/layout/NameandTitleOrganizationalChart"/>
    <dgm:cxn modelId="{C03BE095-6BFB-4326-87F5-740E414FA2C3}" type="presParOf" srcId="{479D2B92-C1E1-4BC6-80DC-AF54DE9276E0}" destId="{76498E60-0252-4054-9BC9-D2FF1EE6B173}" srcOrd="2" destOrd="0" presId="urn:microsoft.com/office/officeart/2008/layout/NameandTitleOrganizationalChart"/>
    <dgm:cxn modelId="{EC6FADFD-C001-4533-9649-9EA8B4690B96}" type="presParOf" srcId="{BB61CAE6-3A54-400A-B44D-15C438D0E6CF}" destId="{C7455DC9-A631-41A4-A69B-13228EA24B01}" srcOrd="1" destOrd="0" presId="urn:microsoft.com/office/officeart/2008/layout/NameandTitleOrganizationalChart"/>
    <dgm:cxn modelId="{AA3B0E54-2BF5-4738-A240-2F902F33869D}" type="presParOf" srcId="{BB61CAE6-3A54-400A-B44D-15C438D0E6CF}" destId="{0960281E-5743-404C-81ED-96DF5A3BF46D}" srcOrd="2" destOrd="0" presId="urn:microsoft.com/office/officeart/2008/layout/NameandTitleOrganizationalChart"/>
    <dgm:cxn modelId="{8CDAE68E-3AF3-4D02-B326-3105FCD18139}" type="presParOf" srcId="{608C5B9B-E35A-4BF2-8E63-0E850B1D6567}" destId="{88D9DEAC-5B4E-4108-B952-3D7ACEA311E6}" srcOrd="2" destOrd="0" presId="urn:microsoft.com/office/officeart/2008/layout/NameandTitleOrganizationalChart"/>
    <dgm:cxn modelId="{1C555BF8-10B0-468E-9F0F-11F7DD07ED9E}" type="presParOf" srcId="{608C5B9B-E35A-4BF2-8E63-0E850B1D6567}" destId="{0950F0E1-BB74-41B6-8C90-95B7BFB659A6}" srcOrd="3" destOrd="0" presId="urn:microsoft.com/office/officeart/2008/layout/NameandTitleOrganizationalChart"/>
    <dgm:cxn modelId="{61C56568-C476-4BB4-8D5A-ED9E97BD5EAC}" type="presParOf" srcId="{0950F0E1-BB74-41B6-8C90-95B7BFB659A6}" destId="{43D266A5-F2CB-487A-8FE4-102631E089B4}" srcOrd="0" destOrd="0" presId="urn:microsoft.com/office/officeart/2008/layout/NameandTitleOrganizationalChart"/>
    <dgm:cxn modelId="{CA09FC7D-A98E-4860-BFF3-9B74887B4DFF}" type="presParOf" srcId="{43D266A5-F2CB-487A-8FE4-102631E089B4}" destId="{0BF48751-B5F9-4CCB-8617-942B5CC0DEFA}" srcOrd="0" destOrd="0" presId="urn:microsoft.com/office/officeart/2008/layout/NameandTitleOrganizationalChart"/>
    <dgm:cxn modelId="{2154CD7B-CAE1-407B-A0B0-4CE4389D2FEA}" type="presParOf" srcId="{43D266A5-F2CB-487A-8FE4-102631E089B4}" destId="{CEF5608A-08FB-498E-8835-798931F399DC}" srcOrd="1" destOrd="0" presId="urn:microsoft.com/office/officeart/2008/layout/NameandTitleOrganizationalChart"/>
    <dgm:cxn modelId="{A244D057-235F-46EE-BC49-4E15EF56F92F}" type="presParOf" srcId="{43D266A5-F2CB-487A-8FE4-102631E089B4}" destId="{9D98B848-EE98-4A76-A615-DF475C8EACA8}" srcOrd="2" destOrd="0" presId="urn:microsoft.com/office/officeart/2008/layout/NameandTitleOrganizationalChart"/>
    <dgm:cxn modelId="{F5F2A3B6-863C-4D7B-B9B7-8F60C5C92AC2}" type="presParOf" srcId="{0950F0E1-BB74-41B6-8C90-95B7BFB659A6}" destId="{F835CBD3-3049-444C-B172-BFDED433F94D}" srcOrd="1" destOrd="0" presId="urn:microsoft.com/office/officeart/2008/layout/NameandTitleOrganizationalChart"/>
    <dgm:cxn modelId="{18BC95E7-CB9C-4F0A-B08C-F65705C40FD4}" type="presParOf" srcId="{0950F0E1-BB74-41B6-8C90-95B7BFB659A6}" destId="{B638CB27-84C9-4D5B-BAB0-0935C2A7173D}" srcOrd="2" destOrd="0" presId="urn:microsoft.com/office/officeart/2008/layout/NameandTitleOrganizationalChart"/>
    <dgm:cxn modelId="{CDE5DE0E-6C17-46D7-9A1A-E9FBF4BFFF49}" type="presParOf" srcId="{C7D61F4C-88D6-4DDA-A548-74CB611BF28F}" destId="{F895AC57-B57A-4877-85A3-3E566D0F459B}" srcOrd="2" destOrd="0" presId="urn:microsoft.com/office/officeart/2008/layout/NameandTitleOrganizationalChart"/>
    <dgm:cxn modelId="{3597FBA3-DDDC-46FB-84F9-645F4B3D5C6C}" type="presParOf" srcId="{53637ED7-03EE-469E-9F38-54A99836AE0C}" destId="{5CBF0B90-0FCD-4255-B998-29D5097C6ED9}" srcOrd="4" destOrd="0" presId="urn:microsoft.com/office/officeart/2008/layout/NameandTitleOrganizationalChart"/>
    <dgm:cxn modelId="{CAE90568-3B6B-4268-A37B-FF6A7176FD17}" type="presParOf" srcId="{53637ED7-03EE-469E-9F38-54A99836AE0C}" destId="{F69F8D76-63CD-40AE-8F19-86E3C93D2270}" srcOrd="5" destOrd="0" presId="urn:microsoft.com/office/officeart/2008/layout/NameandTitleOrganizationalChart"/>
    <dgm:cxn modelId="{CA8AF4F8-141E-4078-BF5F-7CCA418B99B2}" type="presParOf" srcId="{F69F8D76-63CD-40AE-8F19-86E3C93D2270}" destId="{882870AD-661E-4FF3-9625-36E26C3F11BC}" srcOrd="0" destOrd="0" presId="urn:microsoft.com/office/officeart/2008/layout/NameandTitleOrganizationalChart"/>
    <dgm:cxn modelId="{52CEB701-C901-4D2D-A0E7-4DD7F5B3BEA5}" type="presParOf" srcId="{882870AD-661E-4FF3-9625-36E26C3F11BC}" destId="{42EAAC15-4E8C-446B-99F3-B39FF7E44024}" srcOrd="0" destOrd="0" presId="urn:microsoft.com/office/officeart/2008/layout/NameandTitleOrganizationalChart"/>
    <dgm:cxn modelId="{693C58CC-FA4A-4AEE-8F6F-D2C0729B2869}" type="presParOf" srcId="{882870AD-661E-4FF3-9625-36E26C3F11BC}" destId="{114A6F19-7DA2-4C3A-BF59-90B3C1F03F10}" srcOrd="1" destOrd="0" presId="urn:microsoft.com/office/officeart/2008/layout/NameandTitleOrganizationalChart"/>
    <dgm:cxn modelId="{8D8DF156-552D-40BF-891C-86010B96004B}" type="presParOf" srcId="{882870AD-661E-4FF3-9625-36E26C3F11BC}" destId="{4B94060C-5EA2-434C-A9F4-2351E689DA30}" srcOrd="2" destOrd="0" presId="urn:microsoft.com/office/officeart/2008/layout/NameandTitleOrganizationalChart"/>
    <dgm:cxn modelId="{BCAD04DF-9351-4F01-BFC4-7A4328F89B89}" type="presParOf" srcId="{F69F8D76-63CD-40AE-8F19-86E3C93D2270}" destId="{65D67C74-E364-4E9D-8F4E-08145CB4197E}" srcOrd="1" destOrd="0" presId="urn:microsoft.com/office/officeart/2008/layout/NameandTitleOrganizationalChart"/>
    <dgm:cxn modelId="{5940FC64-4DA5-4F42-B35F-3D48CD774F59}" type="presParOf" srcId="{F69F8D76-63CD-40AE-8F19-86E3C93D2270}" destId="{FF05DF19-E529-4D7B-B043-829ACAD55C9A}" srcOrd="2" destOrd="0" presId="urn:microsoft.com/office/officeart/2008/layout/NameandTitleOrganizationalChart"/>
    <dgm:cxn modelId="{C798F6EA-8A8B-4F3B-9CB3-A0A2C2BE29B5}" type="presParOf" srcId="{05DAA59E-EC84-4A35-8E5C-E39D18088A8A}" destId="{B69D0A7D-D57F-4A9F-9707-DA441A99F643}" srcOrd="2" destOrd="0" presId="urn:microsoft.com/office/officeart/2008/layout/NameandTitleOrganizationalChart"/>
    <dgm:cxn modelId="{92A3442D-0E58-41FF-9C32-400FF9E5B2EB}" type="presParOf" srcId="{322E5ACB-556F-4AA3-A0F0-7FA65434F958}" destId="{F9EF04C9-575B-4980-9069-9C13BD469153}" srcOrd="2" destOrd="0" presId="urn:microsoft.com/office/officeart/2008/layout/NameandTitleOrganizationalChart"/>
    <dgm:cxn modelId="{04481CBF-67E5-4CFD-9BA9-3FC74AE0F1A0}" type="presParOf" srcId="{4B90C4FA-9741-455C-B4B7-8EA790E36676}" destId="{3AE48756-D951-4CD6-9A0D-81B723E75C5E}" srcOrd="2" destOrd="0" presId="urn:microsoft.com/office/officeart/2008/layout/NameandTitleOrganizationalChart"/>
    <dgm:cxn modelId="{563D1C0D-19DA-4B50-AE35-B7F2E65C73F2}" type="presParOf" srcId="{1F37CF74-DD51-481F-A717-9ABCAEACD95C}" destId="{AFD71BB5-E44A-4262-A7FC-C11DFD0C2B03}" srcOrd="2" destOrd="0" presId="urn:microsoft.com/office/officeart/2008/layout/NameandTitleOrganizationalChart"/>
    <dgm:cxn modelId="{3FB6759F-96ED-49AF-A9CD-8339FDD172E4}" type="presParOf" srcId="{42AC5641-2303-4CC4-BCA2-3B2D2DA63F41}" destId="{18046174-34BA-44B2-A5B6-37E0800941FF}" srcOrd="2" destOrd="0" presId="urn:microsoft.com/office/officeart/2008/layout/NameandTitleOrganizationalChart"/>
    <dgm:cxn modelId="{B8E30DD5-0571-4D49-8E4D-202E713B1457}" type="presParOf" srcId="{0ED992E5-4E2D-4EC4-B491-87AFAAABAA6B}" destId="{0F4564C5-B972-4653-A28E-AB3F57B32080}" srcOrd="2" destOrd="0" presId="urn:microsoft.com/office/officeart/2008/layout/NameandTitleOrganizationalChart"/>
    <dgm:cxn modelId="{EEA4BEF0-6367-4A8F-A679-4B51B1B738C4}" type="presParOf" srcId="{A8973E94-7363-4DDF-9857-5FDC68512541}" destId="{2624D2AC-3F1A-421A-8FD7-4824DA7B8697}" srcOrd="2" destOrd="0" presId="urn:microsoft.com/office/officeart/2008/layout/NameandTitleOrganizationalChart"/>
    <dgm:cxn modelId="{C9C05E77-B05F-4164-8023-B714735BA4CA}" type="presParOf" srcId="{2624D2AC-3F1A-421A-8FD7-4824DA7B8697}" destId="{E58B1CB7-8B72-4174-B0FA-C60B924D99D5}" srcOrd="0" destOrd="0" presId="urn:microsoft.com/office/officeart/2008/layout/NameandTitleOrganizationalChart"/>
    <dgm:cxn modelId="{598E7A19-A4FD-42F8-9DCA-4433ADC5D230}" type="presParOf" srcId="{2624D2AC-3F1A-421A-8FD7-4824DA7B8697}" destId="{E7BB3AAF-68B1-45A5-9377-3DE556788472}" srcOrd="1" destOrd="0" presId="urn:microsoft.com/office/officeart/2008/layout/NameandTitleOrganizationalChart"/>
    <dgm:cxn modelId="{9DE73E6B-569D-471C-B03C-328330CFF161}" type="presParOf" srcId="{E7BB3AAF-68B1-45A5-9377-3DE556788472}" destId="{47F2DFBD-8E49-4A85-B1BB-9E05D3554446}" srcOrd="0" destOrd="0" presId="urn:microsoft.com/office/officeart/2008/layout/NameandTitleOrganizationalChart"/>
    <dgm:cxn modelId="{97D98BD7-53C5-4014-B3C7-9BC88F70BCC9}" type="presParOf" srcId="{47F2DFBD-8E49-4A85-B1BB-9E05D3554446}" destId="{139C0D1E-C044-42ED-BB62-3E2000853087}" srcOrd="0" destOrd="0" presId="urn:microsoft.com/office/officeart/2008/layout/NameandTitleOrganizationalChart"/>
    <dgm:cxn modelId="{A8CAA20E-BB16-4EF9-B6C5-1F288A644DFB}" type="presParOf" srcId="{47F2DFBD-8E49-4A85-B1BB-9E05D3554446}" destId="{C9DF9438-F1D4-4E88-911D-045FE6B29C33}" srcOrd="1" destOrd="0" presId="urn:microsoft.com/office/officeart/2008/layout/NameandTitleOrganizationalChart"/>
    <dgm:cxn modelId="{098DE305-843C-474C-B689-D60EBC8E1447}" type="presParOf" srcId="{47F2DFBD-8E49-4A85-B1BB-9E05D3554446}" destId="{07CC1E5E-B70C-49CD-8387-9C0DB3BC9EB4}" srcOrd="2" destOrd="0" presId="urn:microsoft.com/office/officeart/2008/layout/NameandTitleOrganizationalChart"/>
    <dgm:cxn modelId="{3B6AC854-2C78-4371-9B38-6042B744D12D}" type="presParOf" srcId="{E7BB3AAF-68B1-45A5-9377-3DE556788472}" destId="{5B0B508E-B6DF-4A02-95FA-33F85C7A3BE6}" srcOrd="1" destOrd="0" presId="urn:microsoft.com/office/officeart/2008/layout/NameandTitleOrganizationalChart"/>
    <dgm:cxn modelId="{29FA1869-EE15-4613-9B0D-90D379073514}" type="presParOf" srcId="{E7BB3AAF-68B1-45A5-9377-3DE556788472}" destId="{CE381410-0579-42E8-BB34-4B1850881CE8}" srcOrd="2" destOrd="0" presId="urn:microsoft.com/office/officeart/2008/layout/NameandTitleOrganizational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8B1CB7-8B72-4174-B0FA-C60B924D99D5}">
      <dsp:nvSpPr>
        <dsp:cNvPr id="0" name=""/>
        <dsp:cNvSpPr/>
      </dsp:nvSpPr>
      <dsp:spPr>
        <a:xfrm>
          <a:off x="9588307" y="2971140"/>
          <a:ext cx="272476" cy="619125"/>
        </a:xfrm>
        <a:custGeom>
          <a:avLst/>
          <a:gdLst/>
          <a:ahLst/>
          <a:cxnLst/>
          <a:rect l="0" t="0" r="0" b="0"/>
          <a:pathLst>
            <a:path>
              <a:moveTo>
                <a:pt x="272476" y="0"/>
              </a:moveTo>
              <a:lnTo>
                <a:pt x="272476" y="619125"/>
              </a:lnTo>
              <a:lnTo>
                <a:pt x="0" y="61912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CBF0B90-0FCD-4255-B998-29D5097C6ED9}">
      <dsp:nvSpPr>
        <dsp:cNvPr id="0" name=""/>
        <dsp:cNvSpPr/>
      </dsp:nvSpPr>
      <dsp:spPr>
        <a:xfrm>
          <a:off x="19235297" y="9378189"/>
          <a:ext cx="1152401" cy="303595"/>
        </a:xfrm>
        <a:custGeom>
          <a:avLst/>
          <a:gdLst/>
          <a:ahLst/>
          <a:cxnLst/>
          <a:rect l="0" t="0" r="0" b="0"/>
          <a:pathLst>
            <a:path>
              <a:moveTo>
                <a:pt x="0" y="0"/>
              </a:moveTo>
              <a:lnTo>
                <a:pt x="0" y="168476"/>
              </a:lnTo>
              <a:lnTo>
                <a:pt x="1152401" y="168476"/>
              </a:lnTo>
              <a:lnTo>
                <a:pt x="1152401" y="3035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8D9DEAC-5B4E-4108-B952-3D7ACEA311E6}">
      <dsp:nvSpPr>
        <dsp:cNvPr id="0" name=""/>
        <dsp:cNvSpPr/>
      </dsp:nvSpPr>
      <dsp:spPr>
        <a:xfrm>
          <a:off x="18979561" y="10232006"/>
          <a:ext cx="676448" cy="386507"/>
        </a:xfrm>
        <a:custGeom>
          <a:avLst/>
          <a:gdLst/>
          <a:ahLst/>
          <a:cxnLst/>
          <a:rect l="0" t="0" r="0" b="0"/>
          <a:pathLst>
            <a:path>
              <a:moveTo>
                <a:pt x="0" y="0"/>
              </a:moveTo>
              <a:lnTo>
                <a:pt x="0" y="251388"/>
              </a:lnTo>
              <a:lnTo>
                <a:pt x="676448" y="251388"/>
              </a:lnTo>
              <a:lnTo>
                <a:pt x="676448" y="38650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9E9937-2DD0-4EDE-BECA-ECB48A7E5654}">
      <dsp:nvSpPr>
        <dsp:cNvPr id="0" name=""/>
        <dsp:cNvSpPr/>
      </dsp:nvSpPr>
      <dsp:spPr>
        <a:xfrm>
          <a:off x="18443254" y="10232006"/>
          <a:ext cx="536306" cy="372847"/>
        </a:xfrm>
        <a:custGeom>
          <a:avLst/>
          <a:gdLst/>
          <a:ahLst/>
          <a:cxnLst/>
          <a:rect l="0" t="0" r="0" b="0"/>
          <a:pathLst>
            <a:path>
              <a:moveTo>
                <a:pt x="536306" y="0"/>
              </a:moveTo>
              <a:lnTo>
                <a:pt x="536306" y="237727"/>
              </a:lnTo>
              <a:lnTo>
                <a:pt x="0" y="237727"/>
              </a:lnTo>
              <a:lnTo>
                <a:pt x="0" y="37284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6AD5A8D-DB5E-40C5-8962-40E367F6C106}">
      <dsp:nvSpPr>
        <dsp:cNvPr id="0" name=""/>
        <dsp:cNvSpPr/>
      </dsp:nvSpPr>
      <dsp:spPr>
        <a:xfrm>
          <a:off x="18979561" y="9378189"/>
          <a:ext cx="255735" cy="274734"/>
        </a:xfrm>
        <a:custGeom>
          <a:avLst/>
          <a:gdLst/>
          <a:ahLst/>
          <a:cxnLst/>
          <a:rect l="0" t="0" r="0" b="0"/>
          <a:pathLst>
            <a:path>
              <a:moveTo>
                <a:pt x="255735" y="0"/>
              </a:moveTo>
              <a:lnTo>
                <a:pt x="255735" y="139614"/>
              </a:lnTo>
              <a:lnTo>
                <a:pt x="0" y="139614"/>
              </a:lnTo>
              <a:lnTo>
                <a:pt x="0" y="27473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3445290-5252-4075-854E-F44AC382318D}">
      <dsp:nvSpPr>
        <dsp:cNvPr id="0" name=""/>
        <dsp:cNvSpPr/>
      </dsp:nvSpPr>
      <dsp:spPr>
        <a:xfrm>
          <a:off x="17634766" y="9378189"/>
          <a:ext cx="1600530" cy="312999"/>
        </a:xfrm>
        <a:custGeom>
          <a:avLst/>
          <a:gdLst/>
          <a:ahLst/>
          <a:cxnLst/>
          <a:rect l="0" t="0" r="0" b="0"/>
          <a:pathLst>
            <a:path>
              <a:moveTo>
                <a:pt x="1600530" y="0"/>
              </a:moveTo>
              <a:lnTo>
                <a:pt x="1600530" y="177880"/>
              </a:lnTo>
              <a:lnTo>
                <a:pt x="0" y="177880"/>
              </a:lnTo>
              <a:lnTo>
                <a:pt x="0" y="31299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D6BCD19-53E4-43C2-AF17-BFF15E0AB73D}">
      <dsp:nvSpPr>
        <dsp:cNvPr id="0" name=""/>
        <dsp:cNvSpPr/>
      </dsp:nvSpPr>
      <dsp:spPr>
        <a:xfrm>
          <a:off x="19140264" y="8464524"/>
          <a:ext cx="91440" cy="334581"/>
        </a:xfrm>
        <a:custGeom>
          <a:avLst/>
          <a:gdLst/>
          <a:ahLst/>
          <a:cxnLst/>
          <a:rect l="0" t="0" r="0" b="0"/>
          <a:pathLst>
            <a:path>
              <a:moveTo>
                <a:pt x="45720" y="0"/>
              </a:moveTo>
              <a:lnTo>
                <a:pt x="45720" y="199461"/>
              </a:lnTo>
              <a:lnTo>
                <a:pt x="95032" y="199461"/>
              </a:lnTo>
              <a:lnTo>
                <a:pt x="95032"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EA3D869-48D2-41E7-AAA9-013BFD734BD1}">
      <dsp:nvSpPr>
        <dsp:cNvPr id="0" name=""/>
        <dsp:cNvSpPr/>
      </dsp:nvSpPr>
      <dsp:spPr>
        <a:xfrm>
          <a:off x="17218025" y="7526081"/>
          <a:ext cx="1967958" cy="359360"/>
        </a:xfrm>
        <a:custGeom>
          <a:avLst/>
          <a:gdLst/>
          <a:ahLst/>
          <a:cxnLst/>
          <a:rect l="0" t="0" r="0" b="0"/>
          <a:pathLst>
            <a:path>
              <a:moveTo>
                <a:pt x="0" y="0"/>
              </a:moveTo>
              <a:lnTo>
                <a:pt x="0" y="224240"/>
              </a:lnTo>
              <a:lnTo>
                <a:pt x="1967958" y="224240"/>
              </a:lnTo>
              <a:lnTo>
                <a:pt x="1967958" y="35936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BB0F72B-5C4B-4B01-BE8A-82383C55EA35}">
      <dsp:nvSpPr>
        <dsp:cNvPr id="0" name=""/>
        <dsp:cNvSpPr/>
      </dsp:nvSpPr>
      <dsp:spPr>
        <a:xfrm>
          <a:off x="16012502" y="9324554"/>
          <a:ext cx="100995" cy="276869"/>
        </a:xfrm>
        <a:custGeom>
          <a:avLst/>
          <a:gdLst/>
          <a:ahLst/>
          <a:cxnLst/>
          <a:rect l="0" t="0" r="0" b="0"/>
          <a:pathLst>
            <a:path>
              <a:moveTo>
                <a:pt x="100995" y="0"/>
              </a:moveTo>
              <a:lnTo>
                <a:pt x="100995" y="141750"/>
              </a:lnTo>
              <a:lnTo>
                <a:pt x="0" y="141750"/>
              </a:lnTo>
              <a:lnTo>
                <a:pt x="0" y="27686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B1A3D3B-91FE-4F6D-9A94-C4F0E64727EF}">
      <dsp:nvSpPr>
        <dsp:cNvPr id="0" name=""/>
        <dsp:cNvSpPr/>
      </dsp:nvSpPr>
      <dsp:spPr>
        <a:xfrm>
          <a:off x="16113498" y="8464524"/>
          <a:ext cx="162510" cy="280946"/>
        </a:xfrm>
        <a:custGeom>
          <a:avLst/>
          <a:gdLst/>
          <a:ahLst/>
          <a:cxnLst/>
          <a:rect l="0" t="0" r="0" b="0"/>
          <a:pathLst>
            <a:path>
              <a:moveTo>
                <a:pt x="162510" y="0"/>
              </a:moveTo>
              <a:lnTo>
                <a:pt x="162510" y="145827"/>
              </a:lnTo>
              <a:lnTo>
                <a:pt x="0" y="145827"/>
              </a:lnTo>
              <a:lnTo>
                <a:pt x="0" y="28094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323E999-2DF6-40E5-8B67-A43ACED7A2A4}">
      <dsp:nvSpPr>
        <dsp:cNvPr id="0" name=""/>
        <dsp:cNvSpPr/>
      </dsp:nvSpPr>
      <dsp:spPr>
        <a:xfrm>
          <a:off x="16276008" y="7526081"/>
          <a:ext cx="942017" cy="359360"/>
        </a:xfrm>
        <a:custGeom>
          <a:avLst/>
          <a:gdLst/>
          <a:ahLst/>
          <a:cxnLst/>
          <a:rect l="0" t="0" r="0" b="0"/>
          <a:pathLst>
            <a:path>
              <a:moveTo>
                <a:pt x="942017" y="0"/>
              </a:moveTo>
              <a:lnTo>
                <a:pt x="942017" y="224240"/>
              </a:lnTo>
              <a:lnTo>
                <a:pt x="0" y="224240"/>
              </a:lnTo>
              <a:lnTo>
                <a:pt x="0" y="35936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59804E-B471-4224-9DDA-18010FBD22CF}">
      <dsp:nvSpPr>
        <dsp:cNvPr id="0" name=""/>
        <dsp:cNvSpPr/>
      </dsp:nvSpPr>
      <dsp:spPr>
        <a:xfrm>
          <a:off x="17218025" y="6637195"/>
          <a:ext cx="537627" cy="309802"/>
        </a:xfrm>
        <a:custGeom>
          <a:avLst/>
          <a:gdLst/>
          <a:ahLst/>
          <a:cxnLst/>
          <a:rect l="0" t="0" r="0" b="0"/>
          <a:pathLst>
            <a:path>
              <a:moveTo>
                <a:pt x="537627" y="0"/>
              </a:moveTo>
              <a:lnTo>
                <a:pt x="537627" y="174683"/>
              </a:lnTo>
              <a:lnTo>
                <a:pt x="0" y="174683"/>
              </a:lnTo>
              <a:lnTo>
                <a:pt x="0" y="30980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0FC012D-1789-43A2-93C2-8FA6FEB8AC0A}">
      <dsp:nvSpPr>
        <dsp:cNvPr id="0" name=""/>
        <dsp:cNvSpPr/>
      </dsp:nvSpPr>
      <dsp:spPr>
        <a:xfrm>
          <a:off x="17709933" y="5723530"/>
          <a:ext cx="91440" cy="334581"/>
        </a:xfrm>
        <a:custGeom>
          <a:avLst/>
          <a:gdLst/>
          <a:ahLst/>
          <a:cxnLst/>
          <a:rect l="0" t="0" r="0" b="0"/>
          <a:pathLst>
            <a:path>
              <a:moveTo>
                <a:pt x="45720" y="0"/>
              </a:moveTo>
              <a:lnTo>
                <a:pt x="4572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D00DC04-033B-450A-9221-CF503003856D}">
      <dsp:nvSpPr>
        <dsp:cNvPr id="0" name=""/>
        <dsp:cNvSpPr/>
      </dsp:nvSpPr>
      <dsp:spPr>
        <a:xfrm>
          <a:off x="15711755" y="4809866"/>
          <a:ext cx="2043897" cy="334581"/>
        </a:xfrm>
        <a:custGeom>
          <a:avLst/>
          <a:gdLst/>
          <a:ahLst/>
          <a:cxnLst/>
          <a:rect l="0" t="0" r="0" b="0"/>
          <a:pathLst>
            <a:path>
              <a:moveTo>
                <a:pt x="0" y="0"/>
              </a:moveTo>
              <a:lnTo>
                <a:pt x="0" y="199461"/>
              </a:lnTo>
              <a:lnTo>
                <a:pt x="2043897" y="199461"/>
              </a:lnTo>
              <a:lnTo>
                <a:pt x="2043897"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7FA9AC8-5687-4FBC-B373-0D2F81F5B401}">
      <dsp:nvSpPr>
        <dsp:cNvPr id="0" name=""/>
        <dsp:cNvSpPr/>
      </dsp:nvSpPr>
      <dsp:spPr>
        <a:xfrm>
          <a:off x="14025210" y="9421076"/>
          <a:ext cx="800316" cy="309802"/>
        </a:xfrm>
        <a:custGeom>
          <a:avLst/>
          <a:gdLst/>
          <a:ahLst/>
          <a:cxnLst/>
          <a:rect l="0" t="0" r="0" b="0"/>
          <a:pathLst>
            <a:path>
              <a:moveTo>
                <a:pt x="0" y="0"/>
              </a:moveTo>
              <a:lnTo>
                <a:pt x="0" y="174683"/>
              </a:lnTo>
              <a:lnTo>
                <a:pt x="800316" y="174683"/>
              </a:lnTo>
              <a:lnTo>
                <a:pt x="800316" y="30980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06C8F21-1529-43A3-A3D9-ED9E6A4E609A}">
      <dsp:nvSpPr>
        <dsp:cNvPr id="0" name=""/>
        <dsp:cNvSpPr/>
      </dsp:nvSpPr>
      <dsp:spPr>
        <a:xfrm>
          <a:off x="13274943" y="9421076"/>
          <a:ext cx="750266" cy="334581"/>
        </a:xfrm>
        <a:custGeom>
          <a:avLst/>
          <a:gdLst/>
          <a:ahLst/>
          <a:cxnLst/>
          <a:rect l="0" t="0" r="0" b="0"/>
          <a:pathLst>
            <a:path>
              <a:moveTo>
                <a:pt x="750266" y="0"/>
              </a:moveTo>
              <a:lnTo>
                <a:pt x="750266" y="199461"/>
              </a:lnTo>
              <a:lnTo>
                <a:pt x="0" y="199461"/>
              </a:lnTo>
              <a:lnTo>
                <a:pt x="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C02DF84-CBBC-4F1B-B06A-1644F289EFA7}">
      <dsp:nvSpPr>
        <dsp:cNvPr id="0" name=""/>
        <dsp:cNvSpPr/>
      </dsp:nvSpPr>
      <dsp:spPr>
        <a:xfrm>
          <a:off x="13979490" y="8464524"/>
          <a:ext cx="91440" cy="377468"/>
        </a:xfrm>
        <a:custGeom>
          <a:avLst/>
          <a:gdLst/>
          <a:ahLst/>
          <a:cxnLst/>
          <a:rect l="0" t="0" r="0" b="0"/>
          <a:pathLst>
            <a:path>
              <a:moveTo>
                <a:pt x="45720" y="0"/>
              </a:moveTo>
              <a:lnTo>
                <a:pt x="45720" y="37746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0D098A-5C51-419C-BBB5-E51F0B5CBBEA}">
      <dsp:nvSpPr>
        <dsp:cNvPr id="0" name=""/>
        <dsp:cNvSpPr/>
      </dsp:nvSpPr>
      <dsp:spPr>
        <a:xfrm>
          <a:off x="13979490" y="7550860"/>
          <a:ext cx="91440" cy="334581"/>
        </a:xfrm>
        <a:custGeom>
          <a:avLst/>
          <a:gdLst/>
          <a:ahLst/>
          <a:cxnLst/>
          <a:rect l="0" t="0" r="0" b="0"/>
          <a:pathLst>
            <a:path>
              <a:moveTo>
                <a:pt x="45720" y="0"/>
              </a:moveTo>
              <a:lnTo>
                <a:pt x="4572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34D8CBF-2067-4410-BFF9-6201AAEBC582}">
      <dsp:nvSpPr>
        <dsp:cNvPr id="0" name=""/>
        <dsp:cNvSpPr/>
      </dsp:nvSpPr>
      <dsp:spPr>
        <a:xfrm>
          <a:off x="13979490" y="6637195"/>
          <a:ext cx="91440" cy="334581"/>
        </a:xfrm>
        <a:custGeom>
          <a:avLst/>
          <a:gdLst/>
          <a:ahLst/>
          <a:cxnLst/>
          <a:rect l="0" t="0" r="0" b="0"/>
          <a:pathLst>
            <a:path>
              <a:moveTo>
                <a:pt x="45720" y="0"/>
              </a:moveTo>
              <a:lnTo>
                <a:pt x="4572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88BD274-7608-414B-8DD4-BB680C071DB5}">
      <dsp:nvSpPr>
        <dsp:cNvPr id="0" name=""/>
        <dsp:cNvSpPr/>
      </dsp:nvSpPr>
      <dsp:spPr>
        <a:xfrm>
          <a:off x="13979490" y="5723530"/>
          <a:ext cx="91440" cy="334581"/>
        </a:xfrm>
        <a:custGeom>
          <a:avLst/>
          <a:gdLst/>
          <a:ahLst/>
          <a:cxnLst/>
          <a:rect l="0" t="0" r="0" b="0"/>
          <a:pathLst>
            <a:path>
              <a:moveTo>
                <a:pt x="45720" y="0"/>
              </a:moveTo>
              <a:lnTo>
                <a:pt x="4572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4F39901-AF2F-4557-AACB-AAC214CE3F8F}">
      <dsp:nvSpPr>
        <dsp:cNvPr id="0" name=""/>
        <dsp:cNvSpPr/>
      </dsp:nvSpPr>
      <dsp:spPr>
        <a:xfrm>
          <a:off x="14025210" y="4809866"/>
          <a:ext cx="1686545" cy="334581"/>
        </a:xfrm>
        <a:custGeom>
          <a:avLst/>
          <a:gdLst/>
          <a:ahLst/>
          <a:cxnLst/>
          <a:rect l="0" t="0" r="0" b="0"/>
          <a:pathLst>
            <a:path>
              <a:moveTo>
                <a:pt x="1686545" y="0"/>
              </a:moveTo>
              <a:lnTo>
                <a:pt x="1686545" y="199461"/>
              </a:lnTo>
              <a:lnTo>
                <a:pt x="0" y="199461"/>
              </a:lnTo>
              <a:lnTo>
                <a:pt x="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05C5368-A7B4-45BD-A437-29D888CD27A9}">
      <dsp:nvSpPr>
        <dsp:cNvPr id="0" name=""/>
        <dsp:cNvSpPr/>
      </dsp:nvSpPr>
      <dsp:spPr>
        <a:xfrm>
          <a:off x="9860784" y="2971140"/>
          <a:ext cx="5850971" cy="1259642"/>
        </a:xfrm>
        <a:custGeom>
          <a:avLst/>
          <a:gdLst/>
          <a:ahLst/>
          <a:cxnLst/>
          <a:rect l="0" t="0" r="0" b="0"/>
          <a:pathLst>
            <a:path>
              <a:moveTo>
                <a:pt x="0" y="0"/>
              </a:moveTo>
              <a:lnTo>
                <a:pt x="0" y="1124522"/>
              </a:lnTo>
              <a:lnTo>
                <a:pt x="5850971" y="1124522"/>
              </a:lnTo>
              <a:lnTo>
                <a:pt x="5850971" y="125964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BF1F096-9C26-46CC-80B6-F1411655806F}">
      <dsp:nvSpPr>
        <dsp:cNvPr id="0" name=""/>
        <dsp:cNvSpPr/>
      </dsp:nvSpPr>
      <dsp:spPr>
        <a:xfrm>
          <a:off x="11671681" y="9397575"/>
          <a:ext cx="183090" cy="334581"/>
        </a:xfrm>
        <a:custGeom>
          <a:avLst/>
          <a:gdLst/>
          <a:ahLst/>
          <a:cxnLst/>
          <a:rect l="0" t="0" r="0" b="0"/>
          <a:pathLst>
            <a:path>
              <a:moveTo>
                <a:pt x="183090" y="0"/>
              </a:moveTo>
              <a:lnTo>
                <a:pt x="183090" y="199461"/>
              </a:lnTo>
              <a:lnTo>
                <a:pt x="0" y="199461"/>
              </a:lnTo>
              <a:lnTo>
                <a:pt x="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0C41FA2-0389-4B8F-99B1-30A007A5DE0E}">
      <dsp:nvSpPr>
        <dsp:cNvPr id="0" name=""/>
        <dsp:cNvSpPr/>
      </dsp:nvSpPr>
      <dsp:spPr>
        <a:xfrm>
          <a:off x="11809052" y="8453128"/>
          <a:ext cx="91440" cy="365364"/>
        </a:xfrm>
        <a:custGeom>
          <a:avLst/>
          <a:gdLst/>
          <a:ahLst/>
          <a:cxnLst/>
          <a:rect l="0" t="0" r="0" b="0"/>
          <a:pathLst>
            <a:path>
              <a:moveTo>
                <a:pt x="45720" y="0"/>
              </a:moveTo>
              <a:lnTo>
                <a:pt x="45720" y="36536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3E4A50-5986-4F3A-BA02-538B030B94D4}">
      <dsp:nvSpPr>
        <dsp:cNvPr id="0" name=""/>
        <dsp:cNvSpPr/>
      </dsp:nvSpPr>
      <dsp:spPr>
        <a:xfrm>
          <a:off x="11809052" y="7539463"/>
          <a:ext cx="91440" cy="334581"/>
        </a:xfrm>
        <a:custGeom>
          <a:avLst/>
          <a:gdLst/>
          <a:ahLst/>
          <a:cxnLst/>
          <a:rect l="0" t="0" r="0" b="0"/>
          <a:pathLst>
            <a:path>
              <a:moveTo>
                <a:pt x="45720" y="0"/>
              </a:moveTo>
              <a:lnTo>
                <a:pt x="4572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E6EC90B-76BA-46BB-B8B6-543188FFD6E2}">
      <dsp:nvSpPr>
        <dsp:cNvPr id="0" name=""/>
        <dsp:cNvSpPr/>
      </dsp:nvSpPr>
      <dsp:spPr>
        <a:xfrm>
          <a:off x="11809052" y="6625799"/>
          <a:ext cx="91440" cy="334581"/>
        </a:xfrm>
        <a:custGeom>
          <a:avLst/>
          <a:gdLst/>
          <a:ahLst/>
          <a:cxnLst/>
          <a:rect l="0" t="0" r="0" b="0"/>
          <a:pathLst>
            <a:path>
              <a:moveTo>
                <a:pt x="45720" y="0"/>
              </a:moveTo>
              <a:lnTo>
                <a:pt x="4572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59F89CE-0254-4684-B730-7D50CD09A986}">
      <dsp:nvSpPr>
        <dsp:cNvPr id="0" name=""/>
        <dsp:cNvSpPr/>
      </dsp:nvSpPr>
      <dsp:spPr>
        <a:xfrm>
          <a:off x="11809052" y="5712134"/>
          <a:ext cx="91440" cy="334581"/>
        </a:xfrm>
        <a:custGeom>
          <a:avLst/>
          <a:gdLst/>
          <a:ahLst/>
          <a:cxnLst/>
          <a:rect l="0" t="0" r="0" b="0"/>
          <a:pathLst>
            <a:path>
              <a:moveTo>
                <a:pt x="45720" y="0"/>
              </a:moveTo>
              <a:lnTo>
                <a:pt x="4572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3AFAAFB-A485-4D55-8E83-BC3FD6301783}">
      <dsp:nvSpPr>
        <dsp:cNvPr id="0" name=""/>
        <dsp:cNvSpPr/>
      </dsp:nvSpPr>
      <dsp:spPr>
        <a:xfrm>
          <a:off x="9198012" y="4798469"/>
          <a:ext cx="2656759" cy="334581"/>
        </a:xfrm>
        <a:custGeom>
          <a:avLst/>
          <a:gdLst/>
          <a:ahLst/>
          <a:cxnLst/>
          <a:rect l="0" t="0" r="0" b="0"/>
          <a:pathLst>
            <a:path>
              <a:moveTo>
                <a:pt x="0" y="0"/>
              </a:moveTo>
              <a:lnTo>
                <a:pt x="0" y="199461"/>
              </a:lnTo>
              <a:lnTo>
                <a:pt x="2656759" y="199461"/>
              </a:lnTo>
              <a:lnTo>
                <a:pt x="2656759"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46C4611-3DA3-4A7E-8C62-3A5CC0F1B2BE}">
      <dsp:nvSpPr>
        <dsp:cNvPr id="0" name=""/>
        <dsp:cNvSpPr/>
      </dsp:nvSpPr>
      <dsp:spPr>
        <a:xfrm>
          <a:off x="10076405" y="9366792"/>
          <a:ext cx="91440" cy="334581"/>
        </a:xfrm>
        <a:custGeom>
          <a:avLst/>
          <a:gdLst/>
          <a:ahLst/>
          <a:cxnLst/>
          <a:rect l="0" t="0" r="0" b="0"/>
          <a:pathLst>
            <a:path>
              <a:moveTo>
                <a:pt x="45720" y="0"/>
              </a:moveTo>
              <a:lnTo>
                <a:pt x="4572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907E45B-2E66-4889-8383-E74DC6EC7009}">
      <dsp:nvSpPr>
        <dsp:cNvPr id="0" name=""/>
        <dsp:cNvSpPr/>
      </dsp:nvSpPr>
      <dsp:spPr>
        <a:xfrm>
          <a:off x="10076405" y="8453128"/>
          <a:ext cx="91440" cy="334581"/>
        </a:xfrm>
        <a:custGeom>
          <a:avLst/>
          <a:gdLst/>
          <a:ahLst/>
          <a:cxnLst/>
          <a:rect l="0" t="0" r="0" b="0"/>
          <a:pathLst>
            <a:path>
              <a:moveTo>
                <a:pt x="45720" y="0"/>
              </a:moveTo>
              <a:lnTo>
                <a:pt x="4572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99114C8-0F8D-4A79-8349-2B5C3568A2D8}">
      <dsp:nvSpPr>
        <dsp:cNvPr id="0" name=""/>
        <dsp:cNvSpPr/>
      </dsp:nvSpPr>
      <dsp:spPr>
        <a:xfrm>
          <a:off x="10076405" y="7539463"/>
          <a:ext cx="91440" cy="334581"/>
        </a:xfrm>
        <a:custGeom>
          <a:avLst/>
          <a:gdLst/>
          <a:ahLst/>
          <a:cxnLst/>
          <a:rect l="0" t="0" r="0" b="0"/>
          <a:pathLst>
            <a:path>
              <a:moveTo>
                <a:pt x="45720" y="0"/>
              </a:moveTo>
              <a:lnTo>
                <a:pt x="4572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8775E5F-E3C1-44CE-A943-9C8D7245C17F}">
      <dsp:nvSpPr>
        <dsp:cNvPr id="0" name=""/>
        <dsp:cNvSpPr/>
      </dsp:nvSpPr>
      <dsp:spPr>
        <a:xfrm>
          <a:off x="10076405" y="6625799"/>
          <a:ext cx="91440" cy="334581"/>
        </a:xfrm>
        <a:custGeom>
          <a:avLst/>
          <a:gdLst/>
          <a:ahLst/>
          <a:cxnLst/>
          <a:rect l="0" t="0" r="0" b="0"/>
          <a:pathLst>
            <a:path>
              <a:moveTo>
                <a:pt x="45720" y="0"/>
              </a:moveTo>
              <a:lnTo>
                <a:pt x="4572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A2734E2-DEBA-4F47-8FC5-8EAF4AAE51FA}">
      <dsp:nvSpPr>
        <dsp:cNvPr id="0" name=""/>
        <dsp:cNvSpPr/>
      </dsp:nvSpPr>
      <dsp:spPr>
        <a:xfrm>
          <a:off x="10052328" y="5712134"/>
          <a:ext cx="91440" cy="334581"/>
        </a:xfrm>
        <a:custGeom>
          <a:avLst/>
          <a:gdLst/>
          <a:ahLst/>
          <a:cxnLst/>
          <a:rect l="0" t="0" r="0" b="0"/>
          <a:pathLst>
            <a:path>
              <a:moveTo>
                <a:pt x="45720" y="0"/>
              </a:moveTo>
              <a:lnTo>
                <a:pt x="45720" y="199461"/>
              </a:lnTo>
              <a:lnTo>
                <a:pt x="69796" y="199461"/>
              </a:lnTo>
              <a:lnTo>
                <a:pt x="69796"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A2A8592-425A-4ABE-878F-C51E0DB68C38}">
      <dsp:nvSpPr>
        <dsp:cNvPr id="0" name=""/>
        <dsp:cNvSpPr/>
      </dsp:nvSpPr>
      <dsp:spPr>
        <a:xfrm>
          <a:off x="9198012" y="4798469"/>
          <a:ext cx="900036" cy="334581"/>
        </a:xfrm>
        <a:custGeom>
          <a:avLst/>
          <a:gdLst/>
          <a:ahLst/>
          <a:cxnLst/>
          <a:rect l="0" t="0" r="0" b="0"/>
          <a:pathLst>
            <a:path>
              <a:moveTo>
                <a:pt x="0" y="0"/>
              </a:moveTo>
              <a:lnTo>
                <a:pt x="0" y="199461"/>
              </a:lnTo>
              <a:lnTo>
                <a:pt x="900036" y="199461"/>
              </a:lnTo>
              <a:lnTo>
                <a:pt x="900036"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C3CE34F-87CB-4992-8C14-9BAA66C7ED27}">
      <dsp:nvSpPr>
        <dsp:cNvPr id="0" name=""/>
        <dsp:cNvSpPr/>
      </dsp:nvSpPr>
      <dsp:spPr>
        <a:xfrm>
          <a:off x="8294801" y="9366792"/>
          <a:ext cx="91440" cy="334581"/>
        </a:xfrm>
        <a:custGeom>
          <a:avLst/>
          <a:gdLst/>
          <a:ahLst/>
          <a:cxnLst/>
          <a:rect l="0" t="0" r="0" b="0"/>
          <a:pathLst>
            <a:path>
              <a:moveTo>
                <a:pt x="45720" y="0"/>
              </a:moveTo>
              <a:lnTo>
                <a:pt x="4572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577355F-B7F6-4930-A88D-1684942BA649}">
      <dsp:nvSpPr>
        <dsp:cNvPr id="0" name=""/>
        <dsp:cNvSpPr/>
      </dsp:nvSpPr>
      <dsp:spPr>
        <a:xfrm>
          <a:off x="8294801" y="8453128"/>
          <a:ext cx="91440" cy="334581"/>
        </a:xfrm>
        <a:custGeom>
          <a:avLst/>
          <a:gdLst/>
          <a:ahLst/>
          <a:cxnLst/>
          <a:rect l="0" t="0" r="0" b="0"/>
          <a:pathLst>
            <a:path>
              <a:moveTo>
                <a:pt x="45720" y="0"/>
              </a:moveTo>
              <a:lnTo>
                <a:pt x="4572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CC222E6-1154-4AA9-B8E8-B388F5A61F23}">
      <dsp:nvSpPr>
        <dsp:cNvPr id="0" name=""/>
        <dsp:cNvSpPr/>
      </dsp:nvSpPr>
      <dsp:spPr>
        <a:xfrm>
          <a:off x="8294801" y="7539463"/>
          <a:ext cx="91440" cy="334581"/>
        </a:xfrm>
        <a:custGeom>
          <a:avLst/>
          <a:gdLst/>
          <a:ahLst/>
          <a:cxnLst/>
          <a:rect l="0" t="0" r="0" b="0"/>
          <a:pathLst>
            <a:path>
              <a:moveTo>
                <a:pt x="98868" y="0"/>
              </a:moveTo>
              <a:lnTo>
                <a:pt x="98868" y="199461"/>
              </a:lnTo>
              <a:lnTo>
                <a:pt x="45720" y="199461"/>
              </a:lnTo>
              <a:lnTo>
                <a:pt x="4572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FA2476A-8000-4168-860F-6CCAFC17199E}">
      <dsp:nvSpPr>
        <dsp:cNvPr id="0" name=""/>
        <dsp:cNvSpPr/>
      </dsp:nvSpPr>
      <dsp:spPr>
        <a:xfrm>
          <a:off x="8339092" y="6625799"/>
          <a:ext cx="91440" cy="334581"/>
        </a:xfrm>
        <a:custGeom>
          <a:avLst/>
          <a:gdLst/>
          <a:ahLst/>
          <a:cxnLst/>
          <a:rect l="0" t="0" r="0" b="0"/>
          <a:pathLst>
            <a:path>
              <a:moveTo>
                <a:pt x="45720" y="0"/>
              </a:moveTo>
              <a:lnTo>
                <a:pt x="45720" y="199461"/>
              </a:lnTo>
              <a:lnTo>
                <a:pt x="54578" y="199461"/>
              </a:lnTo>
              <a:lnTo>
                <a:pt x="54578"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0AF75DB-1FF1-4407-B048-87140FFD09E6}">
      <dsp:nvSpPr>
        <dsp:cNvPr id="0" name=""/>
        <dsp:cNvSpPr/>
      </dsp:nvSpPr>
      <dsp:spPr>
        <a:xfrm>
          <a:off x="8339092" y="5712134"/>
          <a:ext cx="91440" cy="334581"/>
        </a:xfrm>
        <a:custGeom>
          <a:avLst/>
          <a:gdLst/>
          <a:ahLst/>
          <a:cxnLst/>
          <a:rect l="0" t="0" r="0" b="0"/>
          <a:pathLst>
            <a:path>
              <a:moveTo>
                <a:pt x="50386" y="0"/>
              </a:moveTo>
              <a:lnTo>
                <a:pt x="50386" y="199461"/>
              </a:lnTo>
              <a:lnTo>
                <a:pt x="45720" y="199461"/>
              </a:lnTo>
              <a:lnTo>
                <a:pt x="4572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B0B9279-11F2-4321-BCE6-F486564C09C7}">
      <dsp:nvSpPr>
        <dsp:cNvPr id="0" name=""/>
        <dsp:cNvSpPr/>
      </dsp:nvSpPr>
      <dsp:spPr>
        <a:xfrm>
          <a:off x="8389479" y="4798469"/>
          <a:ext cx="808533" cy="334581"/>
        </a:xfrm>
        <a:custGeom>
          <a:avLst/>
          <a:gdLst/>
          <a:ahLst/>
          <a:cxnLst/>
          <a:rect l="0" t="0" r="0" b="0"/>
          <a:pathLst>
            <a:path>
              <a:moveTo>
                <a:pt x="808533" y="0"/>
              </a:moveTo>
              <a:lnTo>
                <a:pt x="808533" y="199461"/>
              </a:lnTo>
              <a:lnTo>
                <a:pt x="0" y="199461"/>
              </a:lnTo>
              <a:lnTo>
                <a:pt x="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B6601CE-0439-4612-8F27-001F0148CE5C}">
      <dsp:nvSpPr>
        <dsp:cNvPr id="0" name=""/>
        <dsp:cNvSpPr/>
      </dsp:nvSpPr>
      <dsp:spPr>
        <a:xfrm>
          <a:off x="6764943" y="10351841"/>
          <a:ext cx="1355357" cy="330290"/>
        </a:xfrm>
        <a:custGeom>
          <a:avLst/>
          <a:gdLst/>
          <a:ahLst/>
          <a:cxnLst/>
          <a:rect l="0" t="0" r="0" b="0"/>
          <a:pathLst>
            <a:path>
              <a:moveTo>
                <a:pt x="0" y="0"/>
              </a:moveTo>
              <a:lnTo>
                <a:pt x="0" y="195170"/>
              </a:lnTo>
              <a:lnTo>
                <a:pt x="1355357" y="195170"/>
              </a:lnTo>
              <a:lnTo>
                <a:pt x="1355357" y="33029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CB3CE5F-D7C1-4F1F-972B-F0F1C7F64356}">
      <dsp:nvSpPr>
        <dsp:cNvPr id="0" name=""/>
        <dsp:cNvSpPr/>
      </dsp:nvSpPr>
      <dsp:spPr>
        <a:xfrm>
          <a:off x="6619768" y="10351841"/>
          <a:ext cx="145174" cy="330290"/>
        </a:xfrm>
        <a:custGeom>
          <a:avLst/>
          <a:gdLst/>
          <a:ahLst/>
          <a:cxnLst/>
          <a:rect l="0" t="0" r="0" b="0"/>
          <a:pathLst>
            <a:path>
              <a:moveTo>
                <a:pt x="145174" y="0"/>
              </a:moveTo>
              <a:lnTo>
                <a:pt x="145174" y="195170"/>
              </a:lnTo>
              <a:lnTo>
                <a:pt x="0" y="195170"/>
              </a:lnTo>
              <a:lnTo>
                <a:pt x="0" y="33029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2F3DDB4-C8CA-4F5F-ADB9-9169434A94D8}">
      <dsp:nvSpPr>
        <dsp:cNvPr id="0" name=""/>
        <dsp:cNvSpPr/>
      </dsp:nvSpPr>
      <dsp:spPr>
        <a:xfrm>
          <a:off x="5264410" y="10351841"/>
          <a:ext cx="1500532" cy="334581"/>
        </a:xfrm>
        <a:custGeom>
          <a:avLst/>
          <a:gdLst/>
          <a:ahLst/>
          <a:cxnLst/>
          <a:rect l="0" t="0" r="0" b="0"/>
          <a:pathLst>
            <a:path>
              <a:moveTo>
                <a:pt x="1500532" y="0"/>
              </a:moveTo>
              <a:lnTo>
                <a:pt x="1500532" y="199461"/>
              </a:lnTo>
              <a:lnTo>
                <a:pt x="0" y="199461"/>
              </a:lnTo>
              <a:lnTo>
                <a:pt x="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8164AF-5E28-4BC0-A621-4267520628A0}">
      <dsp:nvSpPr>
        <dsp:cNvPr id="0" name=""/>
        <dsp:cNvSpPr/>
      </dsp:nvSpPr>
      <dsp:spPr>
        <a:xfrm>
          <a:off x="6719223" y="9438176"/>
          <a:ext cx="91440" cy="334581"/>
        </a:xfrm>
        <a:custGeom>
          <a:avLst/>
          <a:gdLst/>
          <a:ahLst/>
          <a:cxnLst/>
          <a:rect l="0" t="0" r="0" b="0"/>
          <a:pathLst>
            <a:path>
              <a:moveTo>
                <a:pt x="45720" y="0"/>
              </a:moveTo>
              <a:lnTo>
                <a:pt x="4572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9E542FB-1A47-4645-BFE4-4E5C77DEBBEC}">
      <dsp:nvSpPr>
        <dsp:cNvPr id="0" name=""/>
        <dsp:cNvSpPr/>
      </dsp:nvSpPr>
      <dsp:spPr>
        <a:xfrm>
          <a:off x="6719223" y="8453128"/>
          <a:ext cx="91440" cy="405964"/>
        </a:xfrm>
        <a:custGeom>
          <a:avLst/>
          <a:gdLst/>
          <a:ahLst/>
          <a:cxnLst/>
          <a:rect l="0" t="0" r="0" b="0"/>
          <a:pathLst>
            <a:path>
              <a:moveTo>
                <a:pt x="49669" y="0"/>
              </a:moveTo>
              <a:lnTo>
                <a:pt x="49669" y="270845"/>
              </a:lnTo>
              <a:lnTo>
                <a:pt x="45720" y="270845"/>
              </a:lnTo>
              <a:lnTo>
                <a:pt x="45720" y="40596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8C58BEE-3235-4CD3-B8D7-3DD15C290385}">
      <dsp:nvSpPr>
        <dsp:cNvPr id="0" name=""/>
        <dsp:cNvSpPr/>
      </dsp:nvSpPr>
      <dsp:spPr>
        <a:xfrm>
          <a:off x="6719223" y="7539463"/>
          <a:ext cx="91440" cy="334581"/>
        </a:xfrm>
        <a:custGeom>
          <a:avLst/>
          <a:gdLst/>
          <a:ahLst/>
          <a:cxnLst/>
          <a:rect l="0" t="0" r="0" b="0"/>
          <a:pathLst>
            <a:path>
              <a:moveTo>
                <a:pt x="45720" y="0"/>
              </a:moveTo>
              <a:lnTo>
                <a:pt x="45720" y="199461"/>
              </a:lnTo>
              <a:lnTo>
                <a:pt x="49669" y="199461"/>
              </a:lnTo>
              <a:lnTo>
                <a:pt x="49669"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0284E0B-6F6E-4E4E-80FB-41AD312C5A8C}">
      <dsp:nvSpPr>
        <dsp:cNvPr id="0" name=""/>
        <dsp:cNvSpPr/>
      </dsp:nvSpPr>
      <dsp:spPr>
        <a:xfrm>
          <a:off x="6719223" y="6625799"/>
          <a:ext cx="91440" cy="334581"/>
        </a:xfrm>
        <a:custGeom>
          <a:avLst/>
          <a:gdLst/>
          <a:ahLst/>
          <a:cxnLst/>
          <a:rect l="0" t="0" r="0" b="0"/>
          <a:pathLst>
            <a:path>
              <a:moveTo>
                <a:pt x="45720" y="0"/>
              </a:moveTo>
              <a:lnTo>
                <a:pt x="4572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35C3F35-E49F-4693-812D-94DCFE85D8C6}">
      <dsp:nvSpPr>
        <dsp:cNvPr id="0" name=""/>
        <dsp:cNvSpPr/>
      </dsp:nvSpPr>
      <dsp:spPr>
        <a:xfrm>
          <a:off x="6719223" y="5712134"/>
          <a:ext cx="91440" cy="334581"/>
        </a:xfrm>
        <a:custGeom>
          <a:avLst/>
          <a:gdLst/>
          <a:ahLst/>
          <a:cxnLst/>
          <a:rect l="0" t="0" r="0" b="0"/>
          <a:pathLst>
            <a:path>
              <a:moveTo>
                <a:pt x="45720" y="0"/>
              </a:moveTo>
              <a:lnTo>
                <a:pt x="4572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B65AE57-3F48-4BE0-93DE-16A181DC5113}">
      <dsp:nvSpPr>
        <dsp:cNvPr id="0" name=""/>
        <dsp:cNvSpPr/>
      </dsp:nvSpPr>
      <dsp:spPr>
        <a:xfrm>
          <a:off x="6764943" y="4798469"/>
          <a:ext cx="2433069" cy="334581"/>
        </a:xfrm>
        <a:custGeom>
          <a:avLst/>
          <a:gdLst/>
          <a:ahLst/>
          <a:cxnLst/>
          <a:rect l="0" t="0" r="0" b="0"/>
          <a:pathLst>
            <a:path>
              <a:moveTo>
                <a:pt x="2433069" y="0"/>
              </a:moveTo>
              <a:lnTo>
                <a:pt x="2433069" y="199461"/>
              </a:lnTo>
              <a:lnTo>
                <a:pt x="0" y="199461"/>
              </a:lnTo>
              <a:lnTo>
                <a:pt x="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89F2A2-7029-49FF-A344-AA6BF0C50C76}">
      <dsp:nvSpPr>
        <dsp:cNvPr id="0" name=""/>
        <dsp:cNvSpPr/>
      </dsp:nvSpPr>
      <dsp:spPr>
        <a:xfrm>
          <a:off x="9198012" y="2971140"/>
          <a:ext cx="662771" cy="1248246"/>
        </a:xfrm>
        <a:custGeom>
          <a:avLst/>
          <a:gdLst/>
          <a:ahLst/>
          <a:cxnLst/>
          <a:rect l="0" t="0" r="0" b="0"/>
          <a:pathLst>
            <a:path>
              <a:moveTo>
                <a:pt x="662771" y="0"/>
              </a:moveTo>
              <a:lnTo>
                <a:pt x="662771" y="1113126"/>
              </a:lnTo>
              <a:lnTo>
                <a:pt x="0" y="1113126"/>
              </a:lnTo>
              <a:lnTo>
                <a:pt x="0" y="124824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7D7C44-0A35-43E2-8B4A-3369E71D1773}">
      <dsp:nvSpPr>
        <dsp:cNvPr id="0" name=""/>
        <dsp:cNvSpPr/>
      </dsp:nvSpPr>
      <dsp:spPr>
        <a:xfrm>
          <a:off x="5086525" y="9423348"/>
          <a:ext cx="91440" cy="334581"/>
        </a:xfrm>
        <a:custGeom>
          <a:avLst/>
          <a:gdLst/>
          <a:ahLst/>
          <a:cxnLst/>
          <a:rect l="0" t="0" r="0" b="0"/>
          <a:pathLst>
            <a:path>
              <a:moveTo>
                <a:pt x="45720" y="0"/>
              </a:moveTo>
              <a:lnTo>
                <a:pt x="4572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EE7F57F-8E31-48CB-9EF0-DF0F8371EAAA}">
      <dsp:nvSpPr>
        <dsp:cNvPr id="0" name=""/>
        <dsp:cNvSpPr/>
      </dsp:nvSpPr>
      <dsp:spPr>
        <a:xfrm>
          <a:off x="5086525" y="8453128"/>
          <a:ext cx="91440" cy="391136"/>
        </a:xfrm>
        <a:custGeom>
          <a:avLst/>
          <a:gdLst/>
          <a:ahLst/>
          <a:cxnLst/>
          <a:rect l="0" t="0" r="0" b="0"/>
          <a:pathLst>
            <a:path>
              <a:moveTo>
                <a:pt x="48723" y="0"/>
              </a:moveTo>
              <a:lnTo>
                <a:pt x="48723" y="256017"/>
              </a:lnTo>
              <a:lnTo>
                <a:pt x="45720" y="256017"/>
              </a:lnTo>
              <a:lnTo>
                <a:pt x="45720" y="39113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C06C46D-4070-4844-B952-F2B78256846E}">
      <dsp:nvSpPr>
        <dsp:cNvPr id="0" name=""/>
        <dsp:cNvSpPr/>
      </dsp:nvSpPr>
      <dsp:spPr>
        <a:xfrm>
          <a:off x="5086525" y="7539463"/>
          <a:ext cx="91440" cy="334581"/>
        </a:xfrm>
        <a:custGeom>
          <a:avLst/>
          <a:gdLst/>
          <a:ahLst/>
          <a:cxnLst/>
          <a:rect l="0" t="0" r="0" b="0"/>
          <a:pathLst>
            <a:path>
              <a:moveTo>
                <a:pt x="45720" y="0"/>
              </a:moveTo>
              <a:lnTo>
                <a:pt x="45720" y="199461"/>
              </a:lnTo>
              <a:lnTo>
                <a:pt x="48723" y="199461"/>
              </a:lnTo>
              <a:lnTo>
                <a:pt x="48723"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A35F4EB-E08F-4BDB-A3C2-D463B270C20E}">
      <dsp:nvSpPr>
        <dsp:cNvPr id="0" name=""/>
        <dsp:cNvSpPr/>
      </dsp:nvSpPr>
      <dsp:spPr>
        <a:xfrm>
          <a:off x="5086525" y="6625799"/>
          <a:ext cx="91440" cy="334581"/>
        </a:xfrm>
        <a:custGeom>
          <a:avLst/>
          <a:gdLst/>
          <a:ahLst/>
          <a:cxnLst/>
          <a:rect l="0" t="0" r="0" b="0"/>
          <a:pathLst>
            <a:path>
              <a:moveTo>
                <a:pt x="45720" y="0"/>
              </a:moveTo>
              <a:lnTo>
                <a:pt x="4572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93150CF-6D25-4AF7-B870-EFF1AC10C2C1}">
      <dsp:nvSpPr>
        <dsp:cNvPr id="0" name=""/>
        <dsp:cNvSpPr/>
      </dsp:nvSpPr>
      <dsp:spPr>
        <a:xfrm>
          <a:off x="5086525" y="5712134"/>
          <a:ext cx="91440" cy="334581"/>
        </a:xfrm>
        <a:custGeom>
          <a:avLst/>
          <a:gdLst/>
          <a:ahLst/>
          <a:cxnLst/>
          <a:rect l="0" t="0" r="0" b="0"/>
          <a:pathLst>
            <a:path>
              <a:moveTo>
                <a:pt x="45720" y="0"/>
              </a:moveTo>
              <a:lnTo>
                <a:pt x="4572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2C5FB36-B1B9-4944-9EA9-260DD3B2C856}">
      <dsp:nvSpPr>
        <dsp:cNvPr id="0" name=""/>
        <dsp:cNvSpPr/>
      </dsp:nvSpPr>
      <dsp:spPr>
        <a:xfrm>
          <a:off x="3687635" y="4798469"/>
          <a:ext cx="1444610" cy="334581"/>
        </a:xfrm>
        <a:custGeom>
          <a:avLst/>
          <a:gdLst/>
          <a:ahLst/>
          <a:cxnLst/>
          <a:rect l="0" t="0" r="0" b="0"/>
          <a:pathLst>
            <a:path>
              <a:moveTo>
                <a:pt x="0" y="0"/>
              </a:moveTo>
              <a:lnTo>
                <a:pt x="0" y="199461"/>
              </a:lnTo>
              <a:lnTo>
                <a:pt x="1444610" y="199461"/>
              </a:lnTo>
              <a:lnTo>
                <a:pt x="144461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A596665-C2E5-4B6A-AA37-ED2EBF2B693D}">
      <dsp:nvSpPr>
        <dsp:cNvPr id="0" name=""/>
        <dsp:cNvSpPr/>
      </dsp:nvSpPr>
      <dsp:spPr>
        <a:xfrm>
          <a:off x="3585993" y="6625799"/>
          <a:ext cx="91440" cy="334581"/>
        </a:xfrm>
        <a:custGeom>
          <a:avLst/>
          <a:gdLst/>
          <a:ahLst/>
          <a:cxnLst/>
          <a:rect l="0" t="0" r="0" b="0"/>
          <a:pathLst>
            <a:path>
              <a:moveTo>
                <a:pt x="45720" y="0"/>
              </a:moveTo>
              <a:lnTo>
                <a:pt x="4572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D28C641-2F21-43F2-BF88-B2234DD49CF8}">
      <dsp:nvSpPr>
        <dsp:cNvPr id="0" name=""/>
        <dsp:cNvSpPr/>
      </dsp:nvSpPr>
      <dsp:spPr>
        <a:xfrm>
          <a:off x="3585993" y="5712134"/>
          <a:ext cx="91440" cy="334581"/>
        </a:xfrm>
        <a:custGeom>
          <a:avLst/>
          <a:gdLst/>
          <a:ahLst/>
          <a:cxnLst/>
          <a:rect l="0" t="0" r="0" b="0"/>
          <a:pathLst>
            <a:path>
              <a:moveTo>
                <a:pt x="45720" y="0"/>
              </a:moveTo>
              <a:lnTo>
                <a:pt x="4572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1D2D063-F9AB-4FBA-9DE3-34C8787E00DF}">
      <dsp:nvSpPr>
        <dsp:cNvPr id="0" name=""/>
        <dsp:cNvSpPr/>
      </dsp:nvSpPr>
      <dsp:spPr>
        <a:xfrm>
          <a:off x="3585993" y="4798469"/>
          <a:ext cx="91440" cy="334581"/>
        </a:xfrm>
        <a:custGeom>
          <a:avLst/>
          <a:gdLst/>
          <a:ahLst/>
          <a:cxnLst/>
          <a:rect l="0" t="0" r="0" b="0"/>
          <a:pathLst>
            <a:path>
              <a:moveTo>
                <a:pt x="101642" y="0"/>
              </a:moveTo>
              <a:lnTo>
                <a:pt x="101642" y="199461"/>
              </a:lnTo>
              <a:lnTo>
                <a:pt x="45720" y="199461"/>
              </a:lnTo>
              <a:lnTo>
                <a:pt x="4572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202320C-CA0C-47AC-BD99-56961C4D0FF6}">
      <dsp:nvSpPr>
        <dsp:cNvPr id="0" name=""/>
        <dsp:cNvSpPr/>
      </dsp:nvSpPr>
      <dsp:spPr>
        <a:xfrm>
          <a:off x="2881447" y="10280457"/>
          <a:ext cx="567511" cy="306188"/>
        </a:xfrm>
        <a:custGeom>
          <a:avLst/>
          <a:gdLst/>
          <a:ahLst/>
          <a:cxnLst/>
          <a:rect l="0" t="0" r="0" b="0"/>
          <a:pathLst>
            <a:path>
              <a:moveTo>
                <a:pt x="0" y="0"/>
              </a:moveTo>
              <a:lnTo>
                <a:pt x="0" y="171069"/>
              </a:lnTo>
              <a:lnTo>
                <a:pt x="567511" y="171069"/>
              </a:lnTo>
              <a:lnTo>
                <a:pt x="567511" y="30618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18B97E3-3D8E-4DEA-A86D-04036E6576EA}">
      <dsp:nvSpPr>
        <dsp:cNvPr id="0" name=""/>
        <dsp:cNvSpPr/>
      </dsp:nvSpPr>
      <dsp:spPr>
        <a:xfrm>
          <a:off x="2131181" y="10280457"/>
          <a:ext cx="750266" cy="334581"/>
        </a:xfrm>
        <a:custGeom>
          <a:avLst/>
          <a:gdLst/>
          <a:ahLst/>
          <a:cxnLst/>
          <a:rect l="0" t="0" r="0" b="0"/>
          <a:pathLst>
            <a:path>
              <a:moveTo>
                <a:pt x="750266" y="0"/>
              </a:moveTo>
              <a:lnTo>
                <a:pt x="750266" y="199461"/>
              </a:lnTo>
              <a:lnTo>
                <a:pt x="0" y="199461"/>
              </a:lnTo>
              <a:lnTo>
                <a:pt x="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02A8589-FFB7-458B-83C8-E71B993943E7}">
      <dsp:nvSpPr>
        <dsp:cNvPr id="0" name=""/>
        <dsp:cNvSpPr/>
      </dsp:nvSpPr>
      <dsp:spPr>
        <a:xfrm>
          <a:off x="2835727" y="9366792"/>
          <a:ext cx="91440" cy="334581"/>
        </a:xfrm>
        <a:custGeom>
          <a:avLst/>
          <a:gdLst/>
          <a:ahLst/>
          <a:cxnLst/>
          <a:rect l="0" t="0" r="0" b="0"/>
          <a:pathLst>
            <a:path>
              <a:moveTo>
                <a:pt x="45720" y="0"/>
              </a:moveTo>
              <a:lnTo>
                <a:pt x="4572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53954C2-6A5C-48CA-949C-67581654662B}">
      <dsp:nvSpPr>
        <dsp:cNvPr id="0" name=""/>
        <dsp:cNvSpPr/>
      </dsp:nvSpPr>
      <dsp:spPr>
        <a:xfrm>
          <a:off x="2131181" y="8453128"/>
          <a:ext cx="750266" cy="334581"/>
        </a:xfrm>
        <a:custGeom>
          <a:avLst/>
          <a:gdLst/>
          <a:ahLst/>
          <a:cxnLst/>
          <a:rect l="0" t="0" r="0" b="0"/>
          <a:pathLst>
            <a:path>
              <a:moveTo>
                <a:pt x="0" y="0"/>
              </a:moveTo>
              <a:lnTo>
                <a:pt x="0" y="199461"/>
              </a:lnTo>
              <a:lnTo>
                <a:pt x="750266" y="199461"/>
              </a:lnTo>
              <a:lnTo>
                <a:pt x="750266"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565D553-A001-47EA-8E5B-E66A71B05351}">
      <dsp:nvSpPr>
        <dsp:cNvPr id="0" name=""/>
        <dsp:cNvSpPr/>
      </dsp:nvSpPr>
      <dsp:spPr>
        <a:xfrm>
          <a:off x="1380914" y="8453128"/>
          <a:ext cx="750266" cy="334581"/>
        </a:xfrm>
        <a:custGeom>
          <a:avLst/>
          <a:gdLst/>
          <a:ahLst/>
          <a:cxnLst/>
          <a:rect l="0" t="0" r="0" b="0"/>
          <a:pathLst>
            <a:path>
              <a:moveTo>
                <a:pt x="750266" y="0"/>
              </a:moveTo>
              <a:lnTo>
                <a:pt x="750266" y="199461"/>
              </a:lnTo>
              <a:lnTo>
                <a:pt x="0" y="199461"/>
              </a:lnTo>
              <a:lnTo>
                <a:pt x="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C9B7120-A6DF-4034-B5EE-AED1B396C70A}">
      <dsp:nvSpPr>
        <dsp:cNvPr id="0" name=""/>
        <dsp:cNvSpPr/>
      </dsp:nvSpPr>
      <dsp:spPr>
        <a:xfrm>
          <a:off x="2085461" y="7539463"/>
          <a:ext cx="91440" cy="334581"/>
        </a:xfrm>
        <a:custGeom>
          <a:avLst/>
          <a:gdLst/>
          <a:ahLst/>
          <a:cxnLst/>
          <a:rect l="0" t="0" r="0" b="0"/>
          <a:pathLst>
            <a:path>
              <a:moveTo>
                <a:pt x="45720" y="0"/>
              </a:moveTo>
              <a:lnTo>
                <a:pt x="4572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011FA2C-6DBF-4EC7-A3F5-B80FA9C4D9DE}">
      <dsp:nvSpPr>
        <dsp:cNvPr id="0" name=""/>
        <dsp:cNvSpPr/>
      </dsp:nvSpPr>
      <dsp:spPr>
        <a:xfrm>
          <a:off x="1513193" y="6612416"/>
          <a:ext cx="617987" cy="347964"/>
        </a:xfrm>
        <a:custGeom>
          <a:avLst/>
          <a:gdLst/>
          <a:ahLst/>
          <a:cxnLst/>
          <a:rect l="0" t="0" r="0" b="0"/>
          <a:pathLst>
            <a:path>
              <a:moveTo>
                <a:pt x="0" y="0"/>
              </a:moveTo>
              <a:lnTo>
                <a:pt x="0" y="212844"/>
              </a:lnTo>
              <a:lnTo>
                <a:pt x="617987" y="212844"/>
              </a:lnTo>
              <a:lnTo>
                <a:pt x="617987" y="34796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7C1EA9-1BFE-4CF6-8484-162268C1ADB9}">
      <dsp:nvSpPr>
        <dsp:cNvPr id="0" name=""/>
        <dsp:cNvSpPr/>
      </dsp:nvSpPr>
      <dsp:spPr>
        <a:xfrm>
          <a:off x="1513193" y="5712134"/>
          <a:ext cx="617987" cy="321198"/>
        </a:xfrm>
        <a:custGeom>
          <a:avLst/>
          <a:gdLst/>
          <a:ahLst/>
          <a:cxnLst/>
          <a:rect l="0" t="0" r="0" b="0"/>
          <a:pathLst>
            <a:path>
              <a:moveTo>
                <a:pt x="617987" y="0"/>
              </a:moveTo>
              <a:lnTo>
                <a:pt x="617987" y="186079"/>
              </a:lnTo>
              <a:lnTo>
                <a:pt x="0" y="186079"/>
              </a:lnTo>
              <a:lnTo>
                <a:pt x="0" y="32119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2491E88-32D2-4132-95EF-73E1FC1F0436}">
      <dsp:nvSpPr>
        <dsp:cNvPr id="0" name=""/>
        <dsp:cNvSpPr/>
      </dsp:nvSpPr>
      <dsp:spPr>
        <a:xfrm>
          <a:off x="2131181" y="4798469"/>
          <a:ext cx="1556454" cy="334581"/>
        </a:xfrm>
        <a:custGeom>
          <a:avLst/>
          <a:gdLst/>
          <a:ahLst/>
          <a:cxnLst/>
          <a:rect l="0" t="0" r="0" b="0"/>
          <a:pathLst>
            <a:path>
              <a:moveTo>
                <a:pt x="1556454" y="0"/>
              </a:moveTo>
              <a:lnTo>
                <a:pt x="1556454" y="199461"/>
              </a:lnTo>
              <a:lnTo>
                <a:pt x="0" y="199461"/>
              </a:lnTo>
              <a:lnTo>
                <a:pt x="0" y="3345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9F61D5F-0DEF-43E7-9E5B-7299AB636D46}">
      <dsp:nvSpPr>
        <dsp:cNvPr id="0" name=""/>
        <dsp:cNvSpPr/>
      </dsp:nvSpPr>
      <dsp:spPr>
        <a:xfrm>
          <a:off x="3687635" y="2971140"/>
          <a:ext cx="6173148" cy="1248246"/>
        </a:xfrm>
        <a:custGeom>
          <a:avLst/>
          <a:gdLst/>
          <a:ahLst/>
          <a:cxnLst/>
          <a:rect l="0" t="0" r="0" b="0"/>
          <a:pathLst>
            <a:path>
              <a:moveTo>
                <a:pt x="6173148" y="0"/>
              </a:moveTo>
              <a:lnTo>
                <a:pt x="6173148" y="1113126"/>
              </a:lnTo>
              <a:lnTo>
                <a:pt x="0" y="1113126"/>
              </a:lnTo>
              <a:lnTo>
                <a:pt x="0" y="124824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8303D86-3936-454C-ACC0-BCE2DAD93ACA}">
      <dsp:nvSpPr>
        <dsp:cNvPr id="0" name=""/>
        <dsp:cNvSpPr/>
      </dsp:nvSpPr>
      <dsp:spPr>
        <a:xfrm>
          <a:off x="8664921" y="2392057"/>
          <a:ext cx="2391724"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ARNEL RYAN </a:t>
          </a:r>
        </a:p>
      </dsp:txBody>
      <dsp:txXfrm>
        <a:off x="8664921" y="2392057"/>
        <a:ext cx="2391724" cy="579083"/>
      </dsp:txXfrm>
    </dsp:sp>
    <dsp:sp modelId="{5B4E2512-A6E1-45B9-B21D-D2BE4918F50C}">
      <dsp:nvSpPr>
        <dsp:cNvPr id="0" name=""/>
        <dsp:cNvSpPr/>
      </dsp:nvSpPr>
      <dsp:spPr>
        <a:xfrm>
          <a:off x="9441949" y="2842453"/>
          <a:ext cx="1173196"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CEO</a:t>
          </a:r>
        </a:p>
      </dsp:txBody>
      <dsp:txXfrm>
        <a:off x="9441949" y="2842453"/>
        <a:ext cx="1173196" cy="193027"/>
      </dsp:txXfrm>
    </dsp:sp>
    <dsp:sp modelId="{F3FF0AAA-75AB-4E7E-919E-BBE5E6C049A0}">
      <dsp:nvSpPr>
        <dsp:cNvPr id="0" name=""/>
        <dsp:cNvSpPr/>
      </dsp:nvSpPr>
      <dsp:spPr>
        <a:xfrm>
          <a:off x="2482300" y="4219386"/>
          <a:ext cx="2410670"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GENERAL ADMIN MANAGER</a:t>
          </a:r>
        </a:p>
      </dsp:txBody>
      <dsp:txXfrm>
        <a:off x="2482300" y="4219386"/>
        <a:ext cx="2410670" cy="579083"/>
      </dsp:txXfrm>
    </dsp:sp>
    <dsp:sp modelId="{924974C5-ADB4-4402-8111-909FBD0E3C9F}">
      <dsp:nvSpPr>
        <dsp:cNvPr id="0" name=""/>
        <dsp:cNvSpPr/>
      </dsp:nvSpPr>
      <dsp:spPr>
        <a:xfrm>
          <a:off x="3021317" y="4669782"/>
          <a:ext cx="1668164"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OPEN</a:t>
          </a:r>
        </a:p>
      </dsp:txBody>
      <dsp:txXfrm>
        <a:off x="3021317" y="4669782"/>
        <a:ext cx="1668164" cy="193027"/>
      </dsp:txXfrm>
    </dsp:sp>
    <dsp:sp modelId="{54478735-5C20-4308-9A20-5DAE2E88C537}">
      <dsp:nvSpPr>
        <dsp:cNvPr id="0" name=""/>
        <dsp:cNvSpPr/>
      </dsp:nvSpPr>
      <dsp:spPr>
        <a:xfrm>
          <a:off x="1571956" y="5133051"/>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PH" sz="800" b="1" kern="1200">
              <a:latin typeface="Arial Narrow" pitchFamily="34" charset="0"/>
            </a:rPr>
            <a:t>GREEG GIMONGALA</a:t>
          </a:r>
          <a:endParaRPr lang="en-SG" sz="800" b="1" kern="1200">
            <a:latin typeface="Arial Narrow" pitchFamily="34" charset="0"/>
          </a:endParaRPr>
        </a:p>
      </dsp:txBody>
      <dsp:txXfrm>
        <a:off x="1571956" y="5133051"/>
        <a:ext cx="1118448" cy="579083"/>
      </dsp:txXfrm>
    </dsp:sp>
    <dsp:sp modelId="{4F3B09F9-0219-44BA-AE25-1DEF7952D699}">
      <dsp:nvSpPr>
        <dsp:cNvPr id="0" name=""/>
        <dsp:cNvSpPr/>
      </dsp:nvSpPr>
      <dsp:spPr>
        <a:xfrm>
          <a:off x="1795643" y="5583447"/>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6985" rIns="27940" bIns="6985" numCol="1" spcCol="1270" anchor="ctr" anchorCtr="0">
          <a:noAutofit/>
        </a:bodyPr>
        <a:lstStyle/>
        <a:p>
          <a:pPr lvl="0" algn="ctr" defTabSz="488950">
            <a:lnSpc>
              <a:spcPct val="90000"/>
            </a:lnSpc>
            <a:spcBef>
              <a:spcPct val="0"/>
            </a:spcBef>
            <a:spcAft>
              <a:spcPct val="35000"/>
            </a:spcAft>
          </a:pPr>
          <a:r>
            <a:rPr lang="en-PH" sz="1100" kern="1200">
              <a:latin typeface="Arial Narrow" pitchFamily="34" charset="0"/>
            </a:rPr>
            <a:t>IT Senior Manager</a:t>
          </a:r>
          <a:endParaRPr lang="en-SG" sz="1100" kern="1200">
            <a:latin typeface="Arial Narrow" pitchFamily="34" charset="0"/>
          </a:endParaRPr>
        </a:p>
      </dsp:txBody>
      <dsp:txXfrm>
        <a:off x="1795643" y="5583447"/>
        <a:ext cx="1006603" cy="193027"/>
      </dsp:txXfrm>
    </dsp:sp>
    <dsp:sp modelId="{6F88AA7D-1790-43AA-BECB-EB2B66E14144}">
      <dsp:nvSpPr>
        <dsp:cNvPr id="0" name=""/>
        <dsp:cNvSpPr/>
      </dsp:nvSpPr>
      <dsp:spPr>
        <a:xfrm>
          <a:off x="953968" y="6033333"/>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IT Manager</a:t>
          </a:r>
        </a:p>
      </dsp:txBody>
      <dsp:txXfrm>
        <a:off x="953968" y="6033333"/>
        <a:ext cx="1118448" cy="579083"/>
      </dsp:txXfrm>
    </dsp:sp>
    <dsp:sp modelId="{A8DA08E0-BDBC-4583-BD96-2DC87FD14E30}">
      <dsp:nvSpPr>
        <dsp:cNvPr id="0" name=""/>
        <dsp:cNvSpPr/>
      </dsp:nvSpPr>
      <dsp:spPr>
        <a:xfrm>
          <a:off x="1177658" y="6483731"/>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r" defTabSz="577850">
            <a:lnSpc>
              <a:spcPct val="90000"/>
            </a:lnSpc>
            <a:spcBef>
              <a:spcPct val="0"/>
            </a:spcBef>
            <a:spcAft>
              <a:spcPct val="35000"/>
            </a:spcAft>
          </a:pPr>
          <a:r>
            <a:rPr lang="en-US" sz="1300" kern="1200"/>
            <a:t>Open</a:t>
          </a:r>
        </a:p>
      </dsp:txBody>
      <dsp:txXfrm>
        <a:off x="1177658" y="6483731"/>
        <a:ext cx="1006603" cy="193027"/>
      </dsp:txXfrm>
    </dsp:sp>
    <dsp:sp modelId="{50873C78-2CCB-468D-85EC-FC7F71385A91}">
      <dsp:nvSpPr>
        <dsp:cNvPr id="0" name=""/>
        <dsp:cNvSpPr/>
      </dsp:nvSpPr>
      <dsp:spPr>
        <a:xfrm>
          <a:off x="1571956" y="6960380"/>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Marc Jhonel Tayros</a:t>
          </a:r>
        </a:p>
      </dsp:txBody>
      <dsp:txXfrm>
        <a:off x="1571956" y="6960380"/>
        <a:ext cx="1118448" cy="579083"/>
      </dsp:txXfrm>
    </dsp:sp>
    <dsp:sp modelId="{8C3CC895-85D3-4AAD-BD41-C0FAEA276876}">
      <dsp:nvSpPr>
        <dsp:cNvPr id="0" name=""/>
        <dsp:cNvSpPr/>
      </dsp:nvSpPr>
      <dsp:spPr>
        <a:xfrm>
          <a:off x="1795643" y="7410776"/>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5715" rIns="22860" bIns="5715" numCol="1" spcCol="1270" anchor="ctr" anchorCtr="0">
          <a:noAutofit/>
        </a:bodyPr>
        <a:lstStyle/>
        <a:p>
          <a:pPr lvl="0" algn="ctr" defTabSz="400050">
            <a:lnSpc>
              <a:spcPct val="90000"/>
            </a:lnSpc>
            <a:spcBef>
              <a:spcPct val="0"/>
            </a:spcBef>
            <a:spcAft>
              <a:spcPct val="35000"/>
            </a:spcAft>
          </a:pPr>
          <a:r>
            <a:rPr lang="en-SG" sz="900" kern="1200">
              <a:latin typeface="Arial Narrow" pitchFamily="34" charset="0"/>
            </a:rPr>
            <a:t>IT Assistant Manager</a:t>
          </a:r>
        </a:p>
      </dsp:txBody>
      <dsp:txXfrm>
        <a:off x="1795643" y="7410776"/>
        <a:ext cx="1006603" cy="193027"/>
      </dsp:txXfrm>
    </dsp:sp>
    <dsp:sp modelId="{0F22B9B8-D058-4A75-A9F6-F3E62FA8E397}">
      <dsp:nvSpPr>
        <dsp:cNvPr id="0" name=""/>
        <dsp:cNvSpPr/>
      </dsp:nvSpPr>
      <dsp:spPr>
        <a:xfrm>
          <a:off x="1571956" y="7874045"/>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IT Supervisor</a:t>
          </a:r>
        </a:p>
      </dsp:txBody>
      <dsp:txXfrm>
        <a:off x="1571956" y="7874045"/>
        <a:ext cx="1118448" cy="579083"/>
      </dsp:txXfrm>
    </dsp:sp>
    <dsp:sp modelId="{8B6B4938-9AF3-48E4-91E0-4706D5040C66}">
      <dsp:nvSpPr>
        <dsp:cNvPr id="0" name=""/>
        <dsp:cNvSpPr/>
      </dsp:nvSpPr>
      <dsp:spPr>
        <a:xfrm>
          <a:off x="1795643" y="8324441"/>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IT Supervisor</a:t>
          </a:r>
        </a:p>
      </dsp:txBody>
      <dsp:txXfrm>
        <a:off x="1795643" y="8324441"/>
        <a:ext cx="1006603" cy="193027"/>
      </dsp:txXfrm>
    </dsp:sp>
    <dsp:sp modelId="{DA76919A-58F3-4FCF-8B29-88F69F7573C0}">
      <dsp:nvSpPr>
        <dsp:cNvPr id="0" name=""/>
        <dsp:cNvSpPr/>
      </dsp:nvSpPr>
      <dsp:spPr>
        <a:xfrm>
          <a:off x="821690" y="8787709"/>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Marvin Villascensio</a:t>
          </a:r>
        </a:p>
      </dsp:txBody>
      <dsp:txXfrm>
        <a:off x="821690" y="8787709"/>
        <a:ext cx="1118448" cy="579083"/>
      </dsp:txXfrm>
    </dsp:sp>
    <dsp:sp modelId="{0736F6FD-5DC2-4C7C-840C-E58C7B9A465D}">
      <dsp:nvSpPr>
        <dsp:cNvPr id="0" name=""/>
        <dsp:cNvSpPr/>
      </dsp:nvSpPr>
      <dsp:spPr>
        <a:xfrm>
          <a:off x="1045376" y="9238105"/>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4445" rIns="17780" bIns="4445" numCol="1" spcCol="1270" anchor="ctr" anchorCtr="0">
          <a:noAutofit/>
        </a:bodyPr>
        <a:lstStyle/>
        <a:p>
          <a:pPr lvl="0" algn="ctr" defTabSz="311150">
            <a:lnSpc>
              <a:spcPct val="90000"/>
            </a:lnSpc>
            <a:spcBef>
              <a:spcPct val="0"/>
            </a:spcBef>
            <a:spcAft>
              <a:spcPct val="35000"/>
            </a:spcAft>
          </a:pPr>
          <a:r>
            <a:rPr lang="en-SG" sz="700" b="0" kern="1200">
              <a:latin typeface="Arial Narrow" pitchFamily="34" charset="0"/>
            </a:rPr>
            <a:t>IT Compliance Coordinator</a:t>
          </a:r>
        </a:p>
      </dsp:txBody>
      <dsp:txXfrm>
        <a:off x="1045376" y="9238105"/>
        <a:ext cx="1006603" cy="193027"/>
      </dsp:txXfrm>
    </dsp:sp>
    <dsp:sp modelId="{81E14BB5-20FC-479B-942D-9A0DA5B344E6}">
      <dsp:nvSpPr>
        <dsp:cNvPr id="0" name=""/>
        <dsp:cNvSpPr/>
      </dsp:nvSpPr>
      <dsp:spPr>
        <a:xfrm>
          <a:off x="2322222" y="8787709"/>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Almario Miano</a:t>
          </a:r>
        </a:p>
      </dsp:txBody>
      <dsp:txXfrm>
        <a:off x="2322222" y="8787709"/>
        <a:ext cx="1118448" cy="579083"/>
      </dsp:txXfrm>
    </dsp:sp>
    <dsp:sp modelId="{5B10EFD7-693D-480D-9FC8-4964591ED49C}">
      <dsp:nvSpPr>
        <dsp:cNvPr id="0" name=""/>
        <dsp:cNvSpPr/>
      </dsp:nvSpPr>
      <dsp:spPr>
        <a:xfrm>
          <a:off x="2627655" y="9224725"/>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60" tIns="2540" rIns="10160" bIns="2540" numCol="1" spcCol="1270" anchor="ctr" anchorCtr="0">
          <a:noAutofit/>
        </a:bodyPr>
        <a:lstStyle/>
        <a:p>
          <a:pPr lvl="0" algn="r" defTabSz="177800">
            <a:lnSpc>
              <a:spcPct val="90000"/>
            </a:lnSpc>
            <a:spcBef>
              <a:spcPct val="0"/>
            </a:spcBef>
            <a:spcAft>
              <a:spcPct val="35000"/>
            </a:spcAft>
          </a:pPr>
          <a:r>
            <a:rPr lang="en-US" sz="400" kern="1200"/>
            <a:t>IT Compliance Coordinator</a:t>
          </a:r>
        </a:p>
      </dsp:txBody>
      <dsp:txXfrm>
        <a:off x="2627655" y="9224725"/>
        <a:ext cx="1006603" cy="193027"/>
      </dsp:txXfrm>
    </dsp:sp>
    <dsp:sp modelId="{D3CC568B-0BF1-42A7-9707-ECC65A365E89}">
      <dsp:nvSpPr>
        <dsp:cNvPr id="0" name=""/>
        <dsp:cNvSpPr/>
      </dsp:nvSpPr>
      <dsp:spPr>
        <a:xfrm>
          <a:off x="2322222" y="9701374"/>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IT Team Lead</a:t>
          </a:r>
        </a:p>
      </dsp:txBody>
      <dsp:txXfrm>
        <a:off x="2322222" y="9701374"/>
        <a:ext cx="1118448" cy="579083"/>
      </dsp:txXfrm>
    </dsp:sp>
    <dsp:sp modelId="{3B90E90B-23CB-4846-B4EC-025AAF383C6D}">
      <dsp:nvSpPr>
        <dsp:cNvPr id="0" name=""/>
        <dsp:cNvSpPr/>
      </dsp:nvSpPr>
      <dsp:spPr>
        <a:xfrm>
          <a:off x="2545909" y="10151770"/>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IT Team Lead</a:t>
          </a:r>
        </a:p>
      </dsp:txBody>
      <dsp:txXfrm>
        <a:off x="2545909" y="10151770"/>
        <a:ext cx="1006603" cy="193027"/>
      </dsp:txXfrm>
    </dsp:sp>
    <dsp:sp modelId="{1B1CAA74-2DEA-4D00-807B-DF33637B7768}">
      <dsp:nvSpPr>
        <dsp:cNvPr id="0" name=""/>
        <dsp:cNvSpPr/>
      </dsp:nvSpPr>
      <dsp:spPr>
        <a:xfrm>
          <a:off x="1571956" y="10615038"/>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Nelmar Buncag</a:t>
          </a:r>
        </a:p>
      </dsp:txBody>
      <dsp:txXfrm>
        <a:off x="1571956" y="10615038"/>
        <a:ext cx="1118448" cy="579083"/>
      </dsp:txXfrm>
    </dsp:sp>
    <dsp:sp modelId="{31484F15-4A27-4D5E-BEBE-022286E8F586}">
      <dsp:nvSpPr>
        <dsp:cNvPr id="0" name=""/>
        <dsp:cNvSpPr/>
      </dsp:nvSpPr>
      <dsp:spPr>
        <a:xfrm>
          <a:off x="1795643" y="11065435"/>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6985" rIns="27940" bIns="6985" numCol="1" spcCol="1270" anchor="ctr" anchorCtr="0">
          <a:noAutofit/>
        </a:bodyPr>
        <a:lstStyle/>
        <a:p>
          <a:pPr lvl="0" algn="ctr" defTabSz="488950">
            <a:lnSpc>
              <a:spcPct val="90000"/>
            </a:lnSpc>
            <a:spcBef>
              <a:spcPct val="0"/>
            </a:spcBef>
            <a:spcAft>
              <a:spcPct val="35000"/>
            </a:spcAft>
          </a:pPr>
          <a:r>
            <a:rPr lang="en-US" sz="1100" kern="1200"/>
            <a:t>IT Coordinator</a:t>
          </a:r>
          <a:endParaRPr lang="en-SG" sz="1100" kern="1200">
            <a:latin typeface="Arial Narrow" pitchFamily="34" charset="0"/>
          </a:endParaRPr>
        </a:p>
      </dsp:txBody>
      <dsp:txXfrm>
        <a:off x="1795643" y="11065435"/>
        <a:ext cx="1006603" cy="193027"/>
      </dsp:txXfrm>
    </dsp:sp>
    <dsp:sp modelId="{FB805743-5969-41E7-A149-1543651E2EB2}">
      <dsp:nvSpPr>
        <dsp:cNvPr id="0" name=""/>
        <dsp:cNvSpPr/>
      </dsp:nvSpPr>
      <dsp:spPr>
        <a:xfrm>
          <a:off x="2889734" y="10586646"/>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Rusty James Valladolid</a:t>
          </a:r>
        </a:p>
      </dsp:txBody>
      <dsp:txXfrm>
        <a:off x="2889734" y="10586646"/>
        <a:ext cx="1118448" cy="579083"/>
      </dsp:txXfrm>
    </dsp:sp>
    <dsp:sp modelId="{67FB88A8-890C-4392-B6A8-A36704D6B7EA}">
      <dsp:nvSpPr>
        <dsp:cNvPr id="0" name=""/>
        <dsp:cNvSpPr/>
      </dsp:nvSpPr>
      <dsp:spPr>
        <a:xfrm>
          <a:off x="3143443" y="11097078"/>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6985" rIns="27940" bIns="6985" numCol="1" spcCol="1270" anchor="ctr" anchorCtr="0">
          <a:noAutofit/>
        </a:bodyPr>
        <a:lstStyle/>
        <a:p>
          <a:pPr lvl="0" algn="r" defTabSz="488950">
            <a:lnSpc>
              <a:spcPct val="90000"/>
            </a:lnSpc>
            <a:spcBef>
              <a:spcPct val="0"/>
            </a:spcBef>
            <a:spcAft>
              <a:spcPct val="35000"/>
            </a:spcAft>
          </a:pPr>
          <a:r>
            <a:rPr lang="en-US" sz="1100" kern="1200"/>
            <a:t>IT Coordinator</a:t>
          </a:r>
        </a:p>
      </dsp:txBody>
      <dsp:txXfrm>
        <a:off x="3143443" y="11097078"/>
        <a:ext cx="1006603" cy="193027"/>
      </dsp:txXfrm>
    </dsp:sp>
    <dsp:sp modelId="{73547B04-1518-441C-8E10-D7BA7A97DB77}">
      <dsp:nvSpPr>
        <dsp:cNvPr id="0" name=""/>
        <dsp:cNvSpPr/>
      </dsp:nvSpPr>
      <dsp:spPr>
        <a:xfrm>
          <a:off x="3072489" y="5133051"/>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PH" sz="800" kern="1200">
              <a:latin typeface="Arial Narrow" pitchFamily="34" charset="0"/>
            </a:rPr>
            <a:t>PROJECT MANAGER</a:t>
          </a:r>
          <a:endParaRPr lang="en-SG" sz="800" b="1" kern="1200">
            <a:latin typeface="Arial Narrow" pitchFamily="34" charset="0"/>
          </a:endParaRPr>
        </a:p>
      </dsp:txBody>
      <dsp:txXfrm>
        <a:off x="3072489" y="5133051"/>
        <a:ext cx="1118448" cy="579083"/>
      </dsp:txXfrm>
    </dsp:sp>
    <dsp:sp modelId="{5F241DC3-25BE-4AFA-8C1D-197C0328CA62}">
      <dsp:nvSpPr>
        <dsp:cNvPr id="0" name=""/>
        <dsp:cNvSpPr/>
      </dsp:nvSpPr>
      <dsp:spPr>
        <a:xfrm>
          <a:off x="3296175" y="5583447"/>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Open</a:t>
          </a:r>
        </a:p>
      </dsp:txBody>
      <dsp:txXfrm>
        <a:off x="3296175" y="5583447"/>
        <a:ext cx="1006603" cy="193027"/>
      </dsp:txXfrm>
    </dsp:sp>
    <dsp:sp modelId="{DDAC122D-BD25-43B8-B983-2D6C392ACDF0}">
      <dsp:nvSpPr>
        <dsp:cNvPr id="0" name=""/>
        <dsp:cNvSpPr/>
      </dsp:nvSpPr>
      <dsp:spPr>
        <a:xfrm>
          <a:off x="3072489" y="6046715"/>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Assistant Project Manager</a:t>
          </a:r>
        </a:p>
      </dsp:txBody>
      <dsp:txXfrm>
        <a:off x="3072489" y="6046715"/>
        <a:ext cx="1118448" cy="579083"/>
      </dsp:txXfrm>
    </dsp:sp>
    <dsp:sp modelId="{52AAE135-6A60-4A75-A786-C67C500720B8}">
      <dsp:nvSpPr>
        <dsp:cNvPr id="0" name=""/>
        <dsp:cNvSpPr/>
      </dsp:nvSpPr>
      <dsp:spPr>
        <a:xfrm>
          <a:off x="3296175" y="6497111"/>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Open</a:t>
          </a:r>
        </a:p>
      </dsp:txBody>
      <dsp:txXfrm>
        <a:off x="3296175" y="6497111"/>
        <a:ext cx="1006603" cy="193027"/>
      </dsp:txXfrm>
    </dsp:sp>
    <dsp:sp modelId="{9259E9DC-2A32-44FA-9F71-ED8D0DFE9EB4}">
      <dsp:nvSpPr>
        <dsp:cNvPr id="0" name=""/>
        <dsp:cNvSpPr/>
      </dsp:nvSpPr>
      <dsp:spPr>
        <a:xfrm>
          <a:off x="3072489" y="6960380"/>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Cherry Rose Damayo</a:t>
          </a:r>
        </a:p>
      </dsp:txBody>
      <dsp:txXfrm>
        <a:off x="3072489" y="6960380"/>
        <a:ext cx="1118448" cy="579083"/>
      </dsp:txXfrm>
    </dsp:sp>
    <dsp:sp modelId="{63402D58-715D-4A86-8CD0-C25E3F315D5B}">
      <dsp:nvSpPr>
        <dsp:cNvPr id="0" name=""/>
        <dsp:cNvSpPr/>
      </dsp:nvSpPr>
      <dsp:spPr>
        <a:xfrm>
          <a:off x="3296175" y="7410776"/>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4445" rIns="17780" bIns="4445" numCol="1" spcCol="1270" anchor="ctr" anchorCtr="0">
          <a:noAutofit/>
        </a:bodyPr>
        <a:lstStyle/>
        <a:p>
          <a:pPr lvl="0" algn="ctr" defTabSz="311150">
            <a:lnSpc>
              <a:spcPct val="90000"/>
            </a:lnSpc>
            <a:spcBef>
              <a:spcPct val="0"/>
            </a:spcBef>
            <a:spcAft>
              <a:spcPct val="35000"/>
            </a:spcAft>
          </a:pPr>
          <a:r>
            <a:rPr lang="en-SG" sz="700" kern="1200">
              <a:latin typeface="Arial Narrow" pitchFamily="34" charset="0"/>
            </a:rPr>
            <a:t>Project Compliance Coordinator</a:t>
          </a:r>
        </a:p>
      </dsp:txBody>
      <dsp:txXfrm>
        <a:off x="3296175" y="7410776"/>
        <a:ext cx="1006603" cy="193027"/>
      </dsp:txXfrm>
    </dsp:sp>
    <dsp:sp modelId="{2A3DE114-6A2C-442C-96A3-1C1ACB01DBD8}">
      <dsp:nvSpPr>
        <dsp:cNvPr id="0" name=""/>
        <dsp:cNvSpPr/>
      </dsp:nvSpPr>
      <dsp:spPr>
        <a:xfrm>
          <a:off x="4573021" y="5133051"/>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PH" sz="800" b="1" kern="1200">
              <a:latin typeface="Arial Narrow" pitchFamily="34" charset="0"/>
            </a:rPr>
            <a:t>HR and Accounting Manager</a:t>
          </a:r>
          <a:endParaRPr lang="en-SG" sz="800" b="1" kern="1200">
            <a:latin typeface="Arial Narrow" pitchFamily="34" charset="0"/>
          </a:endParaRPr>
        </a:p>
      </dsp:txBody>
      <dsp:txXfrm>
        <a:off x="4573021" y="5133051"/>
        <a:ext cx="1118448" cy="579083"/>
      </dsp:txXfrm>
    </dsp:sp>
    <dsp:sp modelId="{53D1C075-0C0B-4C72-819D-DE00793011BA}">
      <dsp:nvSpPr>
        <dsp:cNvPr id="0" name=""/>
        <dsp:cNvSpPr/>
      </dsp:nvSpPr>
      <dsp:spPr>
        <a:xfrm>
          <a:off x="4796707" y="5583447"/>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Open</a:t>
          </a:r>
        </a:p>
      </dsp:txBody>
      <dsp:txXfrm>
        <a:off x="4796707" y="5583447"/>
        <a:ext cx="1006603" cy="193027"/>
      </dsp:txXfrm>
    </dsp:sp>
    <dsp:sp modelId="{88DD8099-9935-4015-B5E2-03CECB9D4F79}">
      <dsp:nvSpPr>
        <dsp:cNvPr id="0" name=""/>
        <dsp:cNvSpPr/>
      </dsp:nvSpPr>
      <dsp:spPr>
        <a:xfrm>
          <a:off x="4573021" y="6046715"/>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81715" numCol="1" spcCol="1270" anchor="ctr" anchorCtr="0">
          <a:noAutofit/>
        </a:bodyPr>
        <a:lstStyle/>
        <a:p>
          <a:pPr lvl="0" algn="ctr" defTabSz="311150">
            <a:lnSpc>
              <a:spcPct val="90000"/>
            </a:lnSpc>
            <a:spcBef>
              <a:spcPct val="0"/>
            </a:spcBef>
            <a:spcAft>
              <a:spcPct val="35000"/>
            </a:spcAft>
          </a:pPr>
          <a:r>
            <a:rPr lang="en-SG" sz="700" b="1" kern="1200">
              <a:latin typeface="Arial Narrow" pitchFamily="34" charset="0"/>
            </a:rPr>
            <a:t>HR &amp; Accounting Asistant Manager</a:t>
          </a:r>
        </a:p>
      </dsp:txBody>
      <dsp:txXfrm>
        <a:off x="4573021" y="6046715"/>
        <a:ext cx="1118448" cy="579083"/>
      </dsp:txXfrm>
    </dsp:sp>
    <dsp:sp modelId="{57C2D6B2-A5EE-45CD-9CAE-F9EAD3F57F23}">
      <dsp:nvSpPr>
        <dsp:cNvPr id="0" name=""/>
        <dsp:cNvSpPr/>
      </dsp:nvSpPr>
      <dsp:spPr>
        <a:xfrm>
          <a:off x="4796707" y="6497111"/>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Open</a:t>
          </a:r>
        </a:p>
      </dsp:txBody>
      <dsp:txXfrm>
        <a:off x="4796707" y="6497111"/>
        <a:ext cx="1006603" cy="193027"/>
      </dsp:txXfrm>
    </dsp:sp>
    <dsp:sp modelId="{94F105C3-2CBA-49AD-9435-0C4AD5EBE3ED}">
      <dsp:nvSpPr>
        <dsp:cNvPr id="0" name=""/>
        <dsp:cNvSpPr/>
      </dsp:nvSpPr>
      <dsp:spPr>
        <a:xfrm>
          <a:off x="4573021" y="6960380"/>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0" kern="1200">
              <a:latin typeface="Arial Narrow" pitchFamily="34" charset="0"/>
            </a:rPr>
            <a:t>HR &amp; Accounting Supervisor</a:t>
          </a:r>
        </a:p>
      </dsp:txBody>
      <dsp:txXfrm>
        <a:off x="4573021" y="6960380"/>
        <a:ext cx="1118448" cy="579083"/>
      </dsp:txXfrm>
    </dsp:sp>
    <dsp:sp modelId="{AC1EEE97-4A6B-4DDC-AC90-7D1A29CF8F0C}">
      <dsp:nvSpPr>
        <dsp:cNvPr id="0" name=""/>
        <dsp:cNvSpPr/>
      </dsp:nvSpPr>
      <dsp:spPr>
        <a:xfrm>
          <a:off x="4796707" y="7410776"/>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Open</a:t>
          </a:r>
        </a:p>
      </dsp:txBody>
      <dsp:txXfrm>
        <a:off x="4796707" y="7410776"/>
        <a:ext cx="1006603" cy="193027"/>
      </dsp:txXfrm>
    </dsp:sp>
    <dsp:sp modelId="{EC22421D-5EC5-413E-A69B-4B74F807AEA3}">
      <dsp:nvSpPr>
        <dsp:cNvPr id="0" name=""/>
        <dsp:cNvSpPr/>
      </dsp:nvSpPr>
      <dsp:spPr>
        <a:xfrm>
          <a:off x="4515902" y="7874045"/>
          <a:ext cx="1238693"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Girlie Ho</a:t>
          </a:r>
        </a:p>
      </dsp:txBody>
      <dsp:txXfrm>
        <a:off x="4515902" y="7874045"/>
        <a:ext cx="1238693" cy="579083"/>
      </dsp:txXfrm>
    </dsp:sp>
    <dsp:sp modelId="{00D69FAE-2CEC-4613-AED0-E40F9848AB23}">
      <dsp:nvSpPr>
        <dsp:cNvPr id="0" name=""/>
        <dsp:cNvSpPr/>
      </dsp:nvSpPr>
      <dsp:spPr>
        <a:xfrm>
          <a:off x="4745596" y="8267885"/>
          <a:ext cx="1114833" cy="306138"/>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5715" rIns="22860" bIns="5715" numCol="1" spcCol="1270" anchor="ctr" anchorCtr="0">
          <a:noAutofit/>
        </a:bodyPr>
        <a:lstStyle/>
        <a:p>
          <a:pPr lvl="0" algn="ctr" defTabSz="400050">
            <a:lnSpc>
              <a:spcPct val="90000"/>
            </a:lnSpc>
            <a:spcBef>
              <a:spcPct val="0"/>
            </a:spcBef>
            <a:spcAft>
              <a:spcPct val="35000"/>
            </a:spcAft>
          </a:pPr>
          <a:r>
            <a:rPr lang="en-SG" sz="900" kern="1200">
              <a:latin typeface="Arial Narrow" pitchFamily="34" charset="0"/>
            </a:rPr>
            <a:t>HR &amp; Accounting Compliance Coordinator</a:t>
          </a:r>
        </a:p>
      </dsp:txBody>
      <dsp:txXfrm>
        <a:off x="4745596" y="8267885"/>
        <a:ext cx="1114833" cy="306138"/>
      </dsp:txXfrm>
    </dsp:sp>
    <dsp:sp modelId="{3252C458-2E78-484A-A1EC-6EAF524FBBBA}">
      <dsp:nvSpPr>
        <dsp:cNvPr id="0" name=""/>
        <dsp:cNvSpPr/>
      </dsp:nvSpPr>
      <dsp:spPr>
        <a:xfrm>
          <a:off x="4573021" y="8844264"/>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0" kern="1200">
              <a:latin typeface="Arial Narrow" pitchFamily="34" charset="0"/>
            </a:rPr>
            <a:t>HR &amp; Accounting Team Lead</a:t>
          </a:r>
        </a:p>
      </dsp:txBody>
      <dsp:txXfrm>
        <a:off x="4573021" y="8844264"/>
        <a:ext cx="1118448" cy="579083"/>
      </dsp:txXfrm>
    </dsp:sp>
    <dsp:sp modelId="{BC6E1FBB-4113-4680-8062-811D877566EA}">
      <dsp:nvSpPr>
        <dsp:cNvPr id="0" name=""/>
        <dsp:cNvSpPr/>
      </dsp:nvSpPr>
      <dsp:spPr>
        <a:xfrm>
          <a:off x="4796707" y="9294660"/>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Open</a:t>
          </a:r>
        </a:p>
      </dsp:txBody>
      <dsp:txXfrm>
        <a:off x="4796707" y="9294660"/>
        <a:ext cx="1006603" cy="193027"/>
      </dsp:txXfrm>
    </dsp:sp>
    <dsp:sp modelId="{FEEA702E-93CE-4AF1-B8C0-6150A01E1569}">
      <dsp:nvSpPr>
        <dsp:cNvPr id="0" name=""/>
        <dsp:cNvSpPr/>
      </dsp:nvSpPr>
      <dsp:spPr>
        <a:xfrm>
          <a:off x="4573021" y="9757929"/>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Jezza Mae Llagono</a:t>
          </a:r>
        </a:p>
      </dsp:txBody>
      <dsp:txXfrm>
        <a:off x="4573021" y="9757929"/>
        <a:ext cx="1118448" cy="579083"/>
      </dsp:txXfrm>
    </dsp:sp>
    <dsp:sp modelId="{7B36F0EC-B36B-4EB9-BCAA-3965EBB41174}">
      <dsp:nvSpPr>
        <dsp:cNvPr id="0" name=""/>
        <dsp:cNvSpPr/>
      </dsp:nvSpPr>
      <dsp:spPr>
        <a:xfrm>
          <a:off x="4796707" y="10158418"/>
          <a:ext cx="1006603" cy="292842"/>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5715" rIns="22860" bIns="5715" numCol="1" spcCol="1270" anchor="ctr" anchorCtr="0">
          <a:noAutofit/>
        </a:bodyPr>
        <a:lstStyle/>
        <a:p>
          <a:pPr lvl="0" algn="ctr" defTabSz="400050">
            <a:lnSpc>
              <a:spcPct val="90000"/>
            </a:lnSpc>
            <a:spcBef>
              <a:spcPct val="0"/>
            </a:spcBef>
            <a:spcAft>
              <a:spcPct val="35000"/>
            </a:spcAft>
          </a:pPr>
          <a:r>
            <a:rPr lang="en-SG" sz="900" kern="1200">
              <a:latin typeface="Arial Narrow" pitchFamily="34" charset="0"/>
            </a:rPr>
            <a:t>HR &amp; Accounting Coordinator</a:t>
          </a:r>
        </a:p>
      </dsp:txBody>
      <dsp:txXfrm>
        <a:off x="4796707" y="10158418"/>
        <a:ext cx="1006603" cy="292842"/>
      </dsp:txXfrm>
    </dsp:sp>
    <dsp:sp modelId="{F155E75F-52F6-42D7-94B8-D0B597C46BC2}">
      <dsp:nvSpPr>
        <dsp:cNvPr id="0" name=""/>
        <dsp:cNvSpPr/>
      </dsp:nvSpPr>
      <dsp:spPr>
        <a:xfrm>
          <a:off x="7703239" y="4219386"/>
          <a:ext cx="2989546"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PH" sz="800" b="1" kern="1200">
              <a:latin typeface="Arial Narrow" pitchFamily="34" charset="0"/>
            </a:rPr>
            <a:t>CHRISTOPHER SANTIAÑEZ</a:t>
          </a:r>
          <a:endParaRPr lang="en-SG" sz="800" kern="1200">
            <a:latin typeface="Arial Narrow" pitchFamily="34" charset="0"/>
          </a:endParaRPr>
        </a:p>
      </dsp:txBody>
      <dsp:txXfrm>
        <a:off x="7703239" y="4219386"/>
        <a:ext cx="2989546" cy="579083"/>
      </dsp:txXfrm>
    </dsp:sp>
    <dsp:sp modelId="{FEC51113-705B-4D79-9D9C-9D848061C3D1}">
      <dsp:nvSpPr>
        <dsp:cNvPr id="0" name=""/>
        <dsp:cNvSpPr/>
      </dsp:nvSpPr>
      <dsp:spPr>
        <a:xfrm>
          <a:off x="7738163" y="4705191"/>
          <a:ext cx="3333056"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4445" rIns="17780" bIns="4445" numCol="1" spcCol="1270" anchor="ctr" anchorCtr="0">
          <a:noAutofit/>
        </a:bodyPr>
        <a:lstStyle/>
        <a:p>
          <a:pPr lvl="0" algn="ctr" defTabSz="311150">
            <a:lnSpc>
              <a:spcPct val="90000"/>
            </a:lnSpc>
            <a:spcBef>
              <a:spcPct val="0"/>
            </a:spcBef>
            <a:spcAft>
              <a:spcPct val="35000"/>
            </a:spcAft>
          </a:pPr>
          <a:r>
            <a:rPr lang="en-PH" sz="700" kern="1200">
              <a:latin typeface="Arial Narrow" pitchFamily="34" charset="0"/>
            </a:rPr>
            <a:t>Sales and Marketing Senior Manager/GM L1</a:t>
          </a:r>
          <a:endParaRPr lang="en-SG" sz="700" kern="1200">
            <a:latin typeface="Arial Narrow" pitchFamily="34" charset="0"/>
          </a:endParaRPr>
        </a:p>
      </dsp:txBody>
      <dsp:txXfrm>
        <a:off x="7738163" y="4705191"/>
        <a:ext cx="3333056" cy="193027"/>
      </dsp:txXfrm>
    </dsp:sp>
    <dsp:sp modelId="{9D15AD87-9578-4311-B5C9-6A67D1D9E514}">
      <dsp:nvSpPr>
        <dsp:cNvPr id="0" name=""/>
        <dsp:cNvSpPr/>
      </dsp:nvSpPr>
      <dsp:spPr>
        <a:xfrm>
          <a:off x="6205718" y="5133051"/>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Marketing Manager</a:t>
          </a:r>
        </a:p>
      </dsp:txBody>
      <dsp:txXfrm>
        <a:off x="6205718" y="5133051"/>
        <a:ext cx="1118448" cy="579083"/>
      </dsp:txXfrm>
    </dsp:sp>
    <dsp:sp modelId="{E181C29E-5E56-43C8-BEE0-A51A2D94655D}">
      <dsp:nvSpPr>
        <dsp:cNvPr id="0" name=""/>
        <dsp:cNvSpPr/>
      </dsp:nvSpPr>
      <dsp:spPr>
        <a:xfrm>
          <a:off x="6429405" y="5583447"/>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Open</a:t>
          </a:r>
        </a:p>
      </dsp:txBody>
      <dsp:txXfrm>
        <a:off x="6429405" y="5583447"/>
        <a:ext cx="1006603" cy="193027"/>
      </dsp:txXfrm>
    </dsp:sp>
    <dsp:sp modelId="{CD61E2D5-6659-47BE-81E1-B9561EAD79CA}">
      <dsp:nvSpPr>
        <dsp:cNvPr id="0" name=""/>
        <dsp:cNvSpPr/>
      </dsp:nvSpPr>
      <dsp:spPr>
        <a:xfrm>
          <a:off x="6205718" y="6046715"/>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Assistant Marketing Manager</a:t>
          </a:r>
        </a:p>
      </dsp:txBody>
      <dsp:txXfrm>
        <a:off x="6205718" y="6046715"/>
        <a:ext cx="1118448" cy="579083"/>
      </dsp:txXfrm>
    </dsp:sp>
    <dsp:sp modelId="{FF3A0D50-1281-4B85-BF8D-021FB3474308}">
      <dsp:nvSpPr>
        <dsp:cNvPr id="0" name=""/>
        <dsp:cNvSpPr/>
      </dsp:nvSpPr>
      <dsp:spPr>
        <a:xfrm>
          <a:off x="6415504" y="6538825"/>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Open</a:t>
          </a:r>
        </a:p>
      </dsp:txBody>
      <dsp:txXfrm>
        <a:off x="6415504" y="6538825"/>
        <a:ext cx="1006603" cy="193027"/>
      </dsp:txXfrm>
    </dsp:sp>
    <dsp:sp modelId="{296D1E2E-0A3A-433B-8BFF-886C1406C059}">
      <dsp:nvSpPr>
        <dsp:cNvPr id="0" name=""/>
        <dsp:cNvSpPr/>
      </dsp:nvSpPr>
      <dsp:spPr>
        <a:xfrm>
          <a:off x="6205718" y="6960380"/>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Marketing Supervisor</a:t>
          </a:r>
        </a:p>
      </dsp:txBody>
      <dsp:txXfrm>
        <a:off x="6205718" y="6960380"/>
        <a:ext cx="1118448" cy="579083"/>
      </dsp:txXfrm>
    </dsp:sp>
    <dsp:sp modelId="{011D18A6-68F5-405C-89E9-47711BB5CE60}">
      <dsp:nvSpPr>
        <dsp:cNvPr id="0" name=""/>
        <dsp:cNvSpPr/>
      </dsp:nvSpPr>
      <dsp:spPr>
        <a:xfrm>
          <a:off x="6429405" y="7410776"/>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Open</a:t>
          </a:r>
        </a:p>
      </dsp:txBody>
      <dsp:txXfrm>
        <a:off x="6429405" y="7410776"/>
        <a:ext cx="1006603" cy="193027"/>
      </dsp:txXfrm>
    </dsp:sp>
    <dsp:sp modelId="{CBB20F74-53DC-409C-9F25-720FB540D6D2}">
      <dsp:nvSpPr>
        <dsp:cNvPr id="0" name=""/>
        <dsp:cNvSpPr/>
      </dsp:nvSpPr>
      <dsp:spPr>
        <a:xfrm>
          <a:off x="6130672" y="7874045"/>
          <a:ext cx="1276440"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Justi Desierto</a:t>
          </a:r>
        </a:p>
      </dsp:txBody>
      <dsp:txXfrm>
        <a:off x="6130672" y="7874045"/>
        <a:ext cx="1276440" cy="579083"/>
      </dsp:txXfrm>
    </dsp:sp>
    <dsp:sp modelId="{72101718-88FF-4C6B-B7D0-D67303AC0CBC}">
      <dsp:nvSpPr>
        <dsp:cNvPr id="0" name=""/>
        <dsp:cNvSpPr/>
      </dsp:nvSpPr>
      <dsp:spPr>
        <a:xfrm>
          <a:off x="6362258" y="8253057"/>
          <a:ext cx="1148796" cy="335794"/>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4445" rIns="17780" bIns="4445" numCol="1" spcCol="1270" anchor="ctr" anchorCtr="0">
          <a:noAutofit/>
        </a:bodyPr>
        <a:lstStyle/>
        <a:p>
          <a:pPr lvl="0" algn="ctr" defTabSz="311150">
            <a:lnSpc>
              <a:spcPct val="90000"/>
            </a:lnSpc>
            <a:spcBef>
              <a:spcPct val="0"/>
            </a:spcBef>
            <a:spcAft>
              <a:spcPct val="35000"/>
            </a:spcAft>
          </a:pPr>
          <a:r>
            <a:rPr lang="en-SG" sz="700" kern="1200">
              <a:latin typeface="Arial Narrow" pitchFamily="34" charset="0"/>
            </a:rPr>
            <a:t>Marketing-Graphic Designer/Compliance Cooridnator</a:t>
          </a:r>
        </a:p>
      </dsp:txBody>
      <dsp:txXfrm>
        <a:off x="6362258" y="8253057"/>
        <a:ext cx="1148796" cy="335794"/>
      </dsp:txXfrm>
    </dsp:sp>
    <dsp:sp modelId="{1DC0B2E6-3A89-48AB-BEA0-D31CF2CE58B3}">
      <dsp:nvSpPr>
        <dsp:cNvPr id="0" name=""/>
        <dsp:cNvSpPr/>
      </dsp:nvSpPr>
      <dsp:spPr>
        <a:xfrm>
          <a:off x="6205718" y="8859093"/>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MarketingTeam Lead</a:t>
          </a:r>
        </a:p>
      </dsp:txBody>
      <dsp:txXfrm>
        <a:off x="6205718" y="8859093"/>
        <a:ext cx="1118448" cy="579083"/>
      </dsp:txXfrm>
    </dsp:sp>
    <dsp:sp modelId="{3EFE5E0E-4125-4931-8B2F-946E5A7C3B81}">
      <dsp:nvSpPr>
        <dsp:cNvPr id="0" name=""/>
        <dsp:cNvSpPr/>
      </dsp:nvSpPr>
      <dsp:spPr>
        <a:xfrm>
          <a:off x="6429405" y="9309489"/>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5715" rIns="22860" bIns="5715" numCol="1" spcCol="1270" anchor="ctr" anchorCtr="0">
          <a:noAutofit/>
        </a:bodyPr>
        <a:lstStyle/>
        <a:p>
          <a:pPr lvl="0" algn="ctr" defTabSz="400050">
            <a:lnSpc>
              <a:spcPct val="90000"/>
            </a:lnSpc>
            <a:spcBef>
              <a:spcPct val="0"/>
            </a:spcBef>
            <a:spcAft>
              <a:spcPct val="35000"/>
            </a:spcAft>
          </a:pPr>
          <a:r>
            <a:rPr lang="en-SG" sz="900" kern="1200">
              <a:latin typeface="Arial Narrow" pitchFamily="34" charset="0"/>
            </a:rPr>
            <a:t>Marketing Team Lead</a:t>
          </a:r>
        </a:p>
      </dsp:txBody>
      <dsp:txXfrm>
        <a:off x="6429405" y="9309489"/>
        <a:ext cx="1006603" cy="193027"/>
      </dsp:txXfrm>
    </dsp:sp>
    <dsp:sp modelId="{55B2E6B6-4DD6-4858-9D29-DF76EA7F2EDB}">
      <dsp:nvSpPr>
        <dsp:cNvPr id="0" name=""/>
        <dsp:cNvSpPr/>
      </dsp:nvSpPr>
      <dsp:spPr>
        <a:xfrm>
          <a:off x="6205718" y="9772757"/>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Sharon Belleza</a:t>
          </a:r>
        </a:p>
      </dsp:txBody>
      <dsp:txXfrm>
        <a:off x="6205718" y="9772757"/>
        <a:ext cx="1118448" cy="579083"/>
      </dsp:txXfrm>
    </dsp:sp>
    <dsp:sp modelId="{1D167993-66B5-49C5-A09C-872D50475B5F}">
      <dsp:nvSpPr>
        <dsp:cNvPr id="0" name=""/>
        <dsp:cNvSpPr/>
      </dsp:nvSpPr>
      <dsp:spPr>
        <a:xfrm>
          <a:off x="6429405" y="10223153"/>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5715" rIns="22860" bIns="5715" numCol="1" spcCol="1270" anchor="ctr" anchorCtr="0">
          <a:noAutofit/>
        </a:bodyPr>
        <a:lstStyle/>
        <a:p>
          <a:pPr lvl="0" algn="ctr" defTabSz="400050">
            <a:lnSpc>
              <a:spcPct val="90000"/>
            </a:lnSpc>
            <a:spcBef>
              <a:spcPct val="0"/>
            </a:spcBef>
            <a:spcAft>
              <a:spcPct val="35000"/>
            </a:spcAft>
          </a:pPr>
          <a:r>
            <a:rPr lang="en-SG" sz="900" kern="1200">
              <a:latin typeface="Arial Narrow" pitchFamily="34" charset="0"/>
            </a:rPr>
            <a:t>Marketing Coordinator</a:t>
          </a:r>
        </a:p>
      </dsp:txBody>
      <dsp:txXfrm>
        <a:off x="6429405" y="10223153"/>
        <a:ext cx="1006603" cy="193027"/>
      </dsp:txXfrm>
    </dsp:sp>
    <dsp:sp modelId="{82D653A8-B225-4F98-B651-A7808900C349}">
      <dsp:nvSpPr>
        <dsp:cNvPr id="0" name=""/>
        <dsp:cNvSpPr/>
      </dsp:nvSpPr>
      <dsp:spPr>
        <a:xfrm>
          <a:off x="4705186" y="10686422"/>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Cess Leira Paige</a:t>
          </a:r>
        </a:p>
      </dsp:txBody>
      <dsp:txXfrm>
        <a:off x="4705186" y="10686422"/>
        <a:ext cx="1118448" cy="579083"/>
      </dsp:txXfrm>
    </dsp:sp>
    <dsp:sp modelId="{E37E4832-3214-4CBE-9454-94720FE2E68A}">
      <dsp:nvSpPr>
        <dsp:cNvPr id="0" name=""/>
        <dsp:cNvSpPr/>
      </dsp:nvSpPr>
      <dsp:spPr>
        <a:xfrm>
          <a:off x="4928872" y="11115959"/>
          <a:ext cx="1006603" cy="234746"/>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3810" rIns="15240" bIns="3810" numCol="1" spcCol="1270" anchor="ctr" anchorCtr="0">
          <a:noAutofit/>
        </a:bodyPr>
        <a:lstStyle/>
        <a:p>
          <a:pPr lvl="0" algn="ctr" defTabSz="266700">
            <a:lnSpc>
              <a:spcPct val="90000"/>
            </a:lnSpc>
            <a:spcBef>
              <a:spcPct val="0"/>
            </a:spcBef>
            <a:spcAft>
              <a:spcPct val="35000"/>
            </a:spcAft>
          </a:pPr>
          <a:r>
            <a:rPr lang="en-SG" sz="600" kern="1200">
              <a:latin typeface="Arial Narrow" pitchFamily="34" charset="0"/>
            </a:rPr>
            <a:t>Marketing Part Time Apprentice</a:t>
          </a:r>
        </a:p>
      </dsp:txBody>
      <dsp:txXfrm>
        <a:off x="4928872" y="11115959"/>
        <a:ext cx="1006603" cy="234746"/>
      </dsp:txXfrm>
    </dsp:sp>
    <dsp:sp modelId="{BE3EB238-A359-43A8-A94C-E62229395B9B}">
      <dsp:nvSpPr>
        <dsp:cNvPr id="0" name=""/>
        <dsp:cNvSpPr/>
      </dsp:nvSpPr>
      <dsp:spPr>
        <a:xfrm>
          <a:off x="6060544" y="10682131"/>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Allina Marie Morales</a:t>
          </a:r>
        </a:p>
      </dsp:txBody>
      <dsp:txXfrm>
        <a:off x="6060544" y="10682131"/>
        <a:ext cx="1118448" cy="579083"/>
      </dsp:txXfrm>
    </dsp:sp>
    <dsp:sp modelId="{11F811AB-BBF6-482F-8831-EB799A4F0009}">
      <dsp:nvSpPr>
        <dsp:cNvPr id="0" name=""/>
        <dsp:cNvSpPr/>
      </dsp:nvSpPr>
      <dsp:spPr>
        <a:xfrm>
          <a:off x="6284081" y="11132529"/>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4445" rIns="17780" bIns="4445" numCol="1" spcCol="1270" anchor="ctr" anchorCtr="0">
          <a:noAutofit/>
        </a:bodyPr>
        <a:lstStyle/>
        <a:p>
          <a:pPr lvl="0" algn="ctr" defTabSz="311150">
            <a:lnSpc>
              <a:spcPct val="90000"/>
            </a:lnSpc>
            <a:spcBef>
              <a:spcPct val="0"/>
            </a:spcBef>
            <a:spcAft>
              <a:spcPct val="35000"/>
            </a:spcAft>
          </a:pPr>
          <a:r>
            <a:rPr lang="en-US" sz="700" kern="1200"/>
            <a:t>Marketing Part Time Apprentice</a:t>
          </a:r>
        </a:p>
      </dsp:txBody>
      <dsp:txXfrm>
        <a:off x="6284081" y="11132529"/>
        <a:ext cx="1006603" cy="193027"/>
      </dsp:txXfrm>
    </dsp:sp>
    <dsp:sp modelId="{39D514DF-9623-457B-AD09-08F87D5DB5F2}">
      <dsp:nvSpPr>
        <dsp:cNvPr id="0" name=""/>
        <dsp:cNvSpPr/>
      </dsp:nvSpPr>
      <dsp:spPr>
        <a:xfrm>
          <a:off x="7561076" y="10682131"/>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Sheen Christele Palma</a:t>
          </a:r>
        </a:p>
      </dsp:txBody>
      <dsp:txXfrm>
        <a:off x="7561076" y="10682131"/>
        <a:ext cx="1118448" cy="579083"/>
      </dsp:txXfrm>
    </dsp:sp>
    <dsp:sp modelId="{3329AB9F-2AE0-4851-B9A3-6CBD695F53AE}">
      <dsp:nvSpPr>
        <dsp:cNvPr id="0" name=""/>
        <dsp:cNvSpPr/>
      </dsp:nvSpPr>
      <dsp:spPr>
        <a:xfrm>
          <a:off x="7784614" y="11132529"/>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4445" rIns="17780" bIns="4445" numCol="1" spcCol="1270" anchor="ctr" anchorCtr="0">
          <a:noAutofit/>
        </a:bodyPr>
        <a:lstStyle/>
        <a:p>
          <a:pPr lvl="0" algn="ctr" defTabSz="311150">
            <a:lnSpc>
              <a:spcPct val="90000"/>
            </a:lnSpc>
            <a:spcBef>
              <a:spcPct val="0"/>
            </a:spcBef>
            <a:spcAft>
              <a:spcPct val="35000"/>
            </a:spcAft>
          </a:pPr>
          <a:r>
            <a:rPr lang="en-US" sz="700" kern="1200"/>
            <a:t>Marketing Part Time Apprentice</a:t>
          </a:r>
        </a:p>
      </dsp:txBody>
      <dsp:txXfrm>
        <a:off x="7784614" y="11132529"/>
        <a:ext cx="1006603" cy="193027"/>
      </dsp:txXfrm>
    </dsp:sp>
    <dsp:sp modelId="{BA185457-142A-4AB9-9630-55537D061488}">
      <dsp:nvSpPr>
        <dsp:cNvPr id="0" name=""/>
        <dsp:cNvSpPr/>
      </dsp:nvSpPr>
      <dsp:spPr>
        <a:xfrm>
          <a:off x="7732340" y="5133051"/>
          <a:ext cx="1314277"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Sales Manager</a:t>
          </a:r>
        </a:p>
      </dsp:txBody>
      <dsp:txXfrm>
        <a:off x="7732340" y="5133051"/>
        <a:ext cx="1314277" cy="579083"/>
      </dsp:txXfrm>
    </dsp:sp>
    <dsp:sp modelId="{C1FC5CB5-68A6-4844-933E-905149C1CBEA}">
      <dsp:nvSpPr>
        <dsp:cNvPr id="0" name=""/>
        <dsp:cNvSpPr/>
      </dsp:nvSpPr>
      <dsp:spPr>
        <a:xfrm>
          <a:off x="8053941" y="5583447"/>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Open </a:t>
          </a:r>
        </a:p>
      </dsp:txBody>
      <dsp:txXfrm>
        <a:off x="8053941" y="5583447"/>
        <a:ext cx="1006603" cy="193027"/>
      </dsp:txXfrm>
    </dsp:sp>
    <dsp:sp modelId="{9E68D088-3773-4676-96A9-5FDAFF3EE309}">
      <dsp:nvSpPr>
        <dsp:cNvPr id="0" name=""/>
        <dsp:cNvSpPr/>
      </dsp:nvSpPr>
      <dsp:spPr>
        <a:xfrm>
          <a:off x="7825588" y="6046715"/>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Assistant Sales Manager</a:t>
          </a:r>
        </a:p>
      </dsp:txBody>
      <dsp:txXfrm>
        <a:off x="7825588" y="6046715"/>
        <a:ext cx="1118448" cy="579083"/>
      </dsp:txXfrm>
    </dsp:sp>
    <dsp:sp modelId="{98A42301-AF98-41A7-BD4B-69609EF2161E}">
      <dsp:nvSpPr>
        <dsp:cNvPr id="0" name=""/>
        <dsp:cNvSpPr/>
      </dsp:nvSpPr>
      <dsp:spPr>
        <a:xfrm>
          <a:off x="8004983" y="6497111"/>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Open</a:t>
          </a:r>
        </a:p>
      </dsp:txBody>
      <dsp:txXfrm>
        <a:off x="8004983" y="6497111"/>
        <a:ext cx="1006603" cy="193027"/>
      </dsp:txXfrm>
    </dsp:sp>
    <dsp:sp modelId="{C072D273-2782-4737-806A-7BADDE43627A}">
      <dsp:nvSpPr>
        <dsp:cNvPr id="0" name=""/>
        <dsp:cNvSpPr/>
      </dsp:nvSpPr>
      <dsp:spPr>
        <a:xfrm>
          <a:off x="7834446" y="6960380"/>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Roxanne Balcita</a:t>
          </a:r>
        </a:p>
      </dsp:txBody>
      <dsp:txXfrm>
        <a:off x="7834446" y="6960380"/>
        <a:ext cx="1118448" cy="579083"/>
      </dsp:txXfrm>
    </dsp:sp>
    <dsp:sp modelId="{0D015C79-5529-4A5B-886A-3A0F032F9FA2}">
      <dsp:nvSpPr>
        <dsp:cNvPr id="0" name=""/>
        <dsp:cNvSpPr/>
      </dsp:nvSpPr>
      <dsp:spPr>
        <a:xfrm>
          <a:off x="8004983" y="7410776"/>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7620" rIns="30480" bIns="7620" numCol="1" spcCol="1270" anchor="ctr" anchorCtr="0">
          <a:noAutofit/>
        </a:bodyPr>
        <a:lstStyle/>
        <a:p>
          <a:pPr lvl="0" algn="ctr" defTabSz="533400">
            <a:lnSpc>
              <a:spcPct val="90000"/>
            </a:lnSpc>
            <a:spcBef>
              <a:spcPct val="0"/>
            </a:spcBef>
            <a:spcAft>
              <a:spcPct val="35000"/>
            </a:spcAft>
          </a:pPr>
          <a:r>
            <a:rPr lang="en-SG" sz="1200" kern="1200">
              <a:latin typeface="Arial Narrow" pitchFamily="34" charset="0"/>
            </a:rPr>
            <a:t>Sales Supervisor</a:t>
          </a:r>
        </a:p>
      </dsp:txBody>
      <dsp:txXfrm>
        <a:off x="8004983" y="7410776"/>
        <a:ext cx="1006603" cy="193027"/>
      </dsp:txXfrm>
    </dsp:sp>
    <dsp:sp modelId="{2AD54272-5DB6-4C89-A33E-4BFFFB453F73}">
      <dsp:nvSpPr>
        <dsp:cNvPr id="0" name=""/>
        <dsp:cNvSpPr/>
      </dsp:nvSpPr>
      <dsp:spPr>
        <a:xfrm>
          <a:off x="7781297" y="7874045"/>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Sales Compliance Coordinator</a:t>
          </a:r>
        </a:p>
      </dsp:txBody>
      <dsp:txXfrm>
        <a:off x="7781297" y="7874045"/>
        <a:ext cx="1118448" cy="579083"/>
      </dsp:txXfrm>
    </dsp:sp>
    <dsp:sp modelId="{F78EC1A7-AF3B-472C-A9EA-EDB2A922A70A}">
      <dsp:nvSpPr>
        <dsp:cNvPr id="0" name=""/>
        <dsp:cNvSpPr/>
      </dsp:nvSpPr>
      <dsp:spPr>
        <a:xfrm>
          <a:off x="8004983" y="8324441"/>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Open</a:t>
          </a:r>
        </a:p>
      </dsp:txBody>
      <dsp:txXfrm>
        <a:off x="8004983" y="8324441"/>
        <a:ext cx="1006603" cy="193027"/>
      </dsp:txXfrm>
    </dsp:sp>
    <dsp:sp modelId="{4D91CE5E-A808-489F-904B-172C26C3332C}">
      <dsp:nvSpPr>
        <dsp:cNvPr id="0" name=""/>
        <dsp:cNvSpPr/>
      </dsp:nvSpPr>
      <dsp:spPr>
        <a:xfrm>
          <a:off x="7781297" y="8787709"/>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Sales Team Lead</a:t>
          </a:r>
        </a:p>
      </dsp:txBody>
      <dsp:txXfrm>
        <a:off x="7781297" y="8787709"/>
        <a:ext cx="1118448" cy="579083"/>
      </dsp:txXfrm>
    </dsp:sp>
    <dsp:sp modelId="{7E36EADC-C738-4ED2-AEF0-6DC2073F0030}">
      <dsp:nvSpPr>
        <dsp:cNvPr id="0" name=""/>
        <dsp:cNvSpPr/>
      </dsp:nvSpPr>
      <dsp:spPr>
        <a:xfrm>
          <a:off x="8004983" y="9238105"/>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Open</a:t>
          </a:r>
        </a:p>
      </dsp:txBody>
      <dsp:txXfrm>
        <a:off x="8004983" y="9238105"/>
        <a:ext cx="1006603" cy="193027"/>
      </dsp:txXfrm>
    </dsp:sp>
    <dsp:sp modelId="{C61AAC9B-5573-475A-8319-629D9AD1355C}">
      <dsp:nvSpPr>
        <dsp:cNvPr id="0" name=""/>
        <dsp:cNvSpPr/>
      </dsp:nvSpPr>
      <dsp:spPr>
        <a:xfrm>
          <a:off x="7781297" y="9701374"/>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Jezrel Barnizo</a:t>
          </a:r>
        </a:p>
      </dsp:txBody>
      <dsp:txXfrm>
        <a:off x="7781297" y="9701374"/>
        <a:ext cx="1118448" cy="579083"/>
      </dsp:txXfrm>
    </dsp:sp>
    <dsp:sp modelId="{7B30E651-BE85-4F05-8F05-9803B96BDD55}">
      <dsp:nvSpPr>
        <dsp:cNvPr id="0" name=""/>
        <dsp:cNvSpPr/>
      </dsp:nvSpPr>
      <dsp:spPr>
        <a:xfrm>
          <a:off x="8004983" y="10192041"/>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6350" rIns="25400" bIns="6350" numCol="1" spcCol="1270" anchor="ctr" anchorCtr="0">
          <a:noAutofit/>
        </a:bodyPr>
        <a:lstStyle/>
        <a:p>
          <a:pPr lvl="0" algn="ctr" defTabSz="444500">
            <a:lnSpc>
              <a:spcPct val="90000"/>
            </a:lnSpc>
            <a:spcBef>
              <a:spcPct val="0"/>
            </a:spcBef>
            <a:spcAft>
              <a:spcPct val="35000"/>
            </a:spcAft>
          </a:pPr>
          <a:r>
            <a:rPr lang="en-SG" sz="1000" b="1" kern="1200">
              <a:latin typeface="Arial Narrow" pitchFamily="34" charset="0"/>
            </a:rPr>
            <a:t>Sales Coordinator</a:t>
          </a:r>
          <a:endParaRPr lang="en-SG" sz="1000" kern="1200">
            <a:latin typeface="Arial Narrow" pitchFamily="34" charset="0"/>
          </a:endParaRPr>
        </a:p>
      </dsp:txBody>
      <dsp:txXfrm>
        <a:off x="8004983" y="10192041"/>
        <a:ext cx="1006603" cy="193027"/>
      </dsp:txXfrm>
    </dsp:sp>
    <dsp:sp modelId="{AA44136F-C0EA-467D-B2BF-2EAF45641185}">
      <dsp:nvSpPr>
        <dsp:cNvPr id="0" name=""/>
        <dsp:cNvSpPr/>
      </dsp:nvSpPr>
      <dsp:spPr>
        <a:xfrm>
          <a:off x="9330787" y="5133051"/>
          <a:ext cx="1534522"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PH" sz="800" b="1" kern="1200">
              <a:latin typeface="Arial Narrow" pitchFamily="34" charset="0"/>
            </a:rPr>
            <a:t>VIRGINIA WAGEYEN</a:t>
          </a:r>
          <a:endParaRPr lang="en-SG" sz="800" b="1" kern="1200">
            <a:latin typeface="Arial Narrow" pitchFamily="34" charset="0"/>
          </a:endParaRPr>
        </a:p>
      </dsp:txBody>
      <dsp:txXfrm>
        <a:off x="9330787" y="5133051"/>
        <a:ext cx="1534522" cy="579083"/>
      </dsp:txXfrm>
    </dsp:sp>
    <dsp:sp modelId="{9A69A07F-5968-48BD-A457-F89CE64C9EBC}">
      <dsp:nvSpPr>
        <dsp:cNvPr id="0" name=""/>
        <dsp:cNvSpPr/>
      </dsp:nvSpPr>
      <dsp:spPr>
        <a:xfrm>
          <a:off x="9506320" y="5583447"/>
          <a:ext cx="1518985"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60" tIns="2540" rIns="10160" bIns="2540" numCol="1" spcCol="1270" anchor="ctr" anchorCtr="0">
          <a:noAutofit/>
        </a:bodyPr>
        <a:lstStyle/>
        <a:p>
          <a:pPr lvl="0" algn="ctr" defTabSz="177800">
            <a:lnSpc>
              <a:spcPct val="90000"/>
            </a:lnSpc>
            <a:spcBef>
              <a:spcPct val="0"/>
            </a:spcBef>
            <a:spcAft>
              <a:spcPct val="35000"/>
            </a:spcAft>
          </a:pPr>
          <a:r>
            <a:rPr lang="en-PH" sz="400" kern="1200">
              <a:latin typeface="Arial Narrow" pitchFamily="34" charset="0"/>
            </a:rPr>
            <a:t>Business Development Manager</a:t>
          </a:r>
          <a:endParaRPr lang="en-SG" sz="400" kern="1200">
            <a:latin typeface="Arial Narrow" pitchFamily="34" charset="0"/>
          </a:endParaRPr>
        </a:p>
      </dsp:txBody>
      <dsp:txXfrm>
        <a:off x="9506320" y="5583447"/>
        <a:ext cx="1518985" cy="193027"/>
      </dsp:txXfrm>
    </dsp:sp>
    <dsp:sp modelId="{C2A58C23-7A3A-4AA3-8DF0-F4B8EFA1F8C3}">
      <dsp:nvSpPr>
        <dsp:cNvPr id="0" name=""/>
        <dsp:cNvSpPr/>
      </dsp:nvSpPr>
      <dsp:spPr>
        <a:xfrm>
          <a:off x="9562901" y="6046715"/>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81715" numCol="1" spcCol="1270" anchor="ctr" anchorCtr="0">
          <a:noAutofit/>
        </a:bodyPr>
        <a:lstStyle/>
        <a:p>
          <a:pPr lvl="0" algn="ctr" defTabSz="311150">
            <a:lnSpc>
              <a:spcPct val="90000"/>
            </a:lnSpc>
            <a:spcBef>
              <a:spcPct val="0"/>
            </a:spcBef>
            <a:spcAft>
              <a:spcPct val="35000"/>
            </a:spcAft>
          </a:pPr>
          <a:r>
            <a:rPr lang="en-SG" sz="700" b="1" kern="1200">
              <a:latin typeface="Arial Narrow" pitchFamily="34" charset="0"/>
            </a:rPr>
            <a:t>Business Development Assistant  Manager</a:t>
          </a:r>
        </a:p>
      </dsp:txBody>
      <dsp:txXfrm>
        <a:off x="9562901" y="6046715"/>
        <a:ext cx="1118448" cy="579083"/>
      </dsp:txXfrm>
    </dsp:sp>
    <dsp:sp modelId="{D30C1A51-0A51-4075-A30E-CDE252731CBA}">
      <dsp:nvSpPr>
        <dsp:cNvPr id="0" name=""/>
        <dsp:cNvSpPr/>
      </dsp:nvSpPr>
      <dsp:spPr>
        <a:xfrm>
          <a:off x="9802371" y="6528687"/>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Open</a:t>
          </a:r>
        </a:p>
      </dsp:txBody>
      <dsp:txXfrm>
        <a:off x="9802371" y="6528687"/>
        <a:ext cx="1006603" cy="193027"/>
      </dsp:txXfrm>
    </dsp:sp>
    <dsp:sp modelId="{D1911F85-81DE-4E41-B2F5-69133ABE2735}">
      <dsp:nvSpPr>
        <dsp:cNvPr id="0" name=""/>
        <dsp:cNvSpPr/>
      </dsp:nvSpPr>
      <dsp:spPr>
        <a:xfrm>
          <a:off x="9562901" y="6960380"/>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81715" numCol="1" spcCol="1270" anchor="ctr" anchorCtr="0">
          <a:noAutofit/>
        </a:bodyPr>
        <a:lstStyle/>
        <a:p>
          <a:pPr lvl="0" algn="ctr" defTabSz="311150">
            <a:lnSpc>
              <a:spcPct val="90000"/>
            </a:lnSpc>
            <a:spcBef>
              <a:spcPct val="0"/>
            </a:spcBef>
            <a:spcAft>
              <a:spcPct val="35000"/>
            </a:spcAft>
          </a:pPr>
          <a:r>
            <a:rPr lang="en-SG" sz="700" b="1" kern="1200">
              <a:latin typeface="Arial Narrow" pitchFamily="34" charset="0"/>
            </a:rPr>
            <a:t>Business Development Supervisor</a:t>
          </a:r>
        </a:p>
      </dsp:txBody>
      <dsp:txXfrm>
        <a:off x="9562901" y="6960380"/>
        <a:ext cx="1118448" cy="579083"/>
      </dsp:txXfrm>
    </dsp:sp>
    <dsp:sp modelId="{991FB48E-3C34-441E-B1AC-F84B4A865542}">
      <dsp:nvSpPr>
        <dsp:cNvPr id="0" name=""/>
        <dsp:cNvSpPr/>
      </dsp:nvSpPr>
      <dsp:spPr>
        <a:xfrm>
          <a:off x="9786587" y="7410776"/>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Open</a:t>
          </a:r>
        </a:p>
      </dsp:txBody>
      <dsp:txXfrm>
        <a:off x="9786587" y="7410776"/>
        <a:ext cx="1006603" cy="193027"/>
      </dsp:txXfrm>
    </dsp:sp>
    <dsp:sp modelId="{F00325A3-5E4B-45C7-8BD5-D20AB41BC9E2}">
      <dsp:nvSpPr>
        <dsp:cNvPr id="0" name=""/>
        <dsp:cNvSpPr/>
      </dsp:nvSpPr>
      <dsp:spPr>
        <a:xfrm>
          <a:off x="9562901" y="7874045"/>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81715" numCol="1" spcCol="1270" anchor="ctr" anchorCtr="0">
          <a:noAutofit/>
        </a:bodyPr>
        <a:lstStyle/>
        <a:p>
          <a:pPr lvl="0" algn="ctr" defTabSz="222250">
            <a:lnSpc>
              <a:spcPct val="90000"/>
            </a:lnSpc>
            <a:spcBef>
              <a:spcPct val="0"/>
            </a:spcBef>
            <a:spcAft>
              <a:spcPct val="35000"/>
            </a:spcAft>
          </a:pPr>
          <a:r>
            <a:rPr lang="en-SG" sz="500" b="1" kern="1200">
              <a:latin typeface="Arial Narrow" pitchFamily="34" charset="0"/>
            </a:rPr>
            <a:t>Business Development Compliance Coordinator</a:t>
          </a:r>
        </a:p>
      </dsp:txBody>
      <dsp:txXfrm>
        <a:off x="9562901" y="7874045"/>
        <a:ext cx="1118448" cy="579083"/>
      </dsp:txXfrm>
    </dsp:sp>
    <dsp:sp modelId="{5E795C1F-B7D4-4E7A-B161-63E9530099DA}">
      <dsp:nvSpPr>
        <dsp:cNvPr id="0" name=""/>
        <dsp:cNvSpPr/>
      </dsp:nvSpPr>
      <dsp:spPr>
        <a:xfrm>
          <a:off x="9786587" y="8324441"/>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Open</a:t>
          </a:r>
        </a:p>
      </dsp:txBody>
      <dsp:txXfrm>
        <a:off x="9786587" y="8324441"/>
        <a:ext cx="1006603" cy="193027"/>
      </dsp:txXfrm>
    </dsp:sp>
    <dsp:sp modelId="{CDF3DD38-0845-4522-A19F-E4E98486351E}">
      <dsp:nvSpPr>
        <dsp:cNvPr id="0" name=""/>
        <dsp:cNvSpPr/>
      </dsp:nvSpPr>
      <dsp:spPr>
        <a:xfrm>
          <a:off x="9562901" y="8787709"/>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81715" numCol="1" spcCol="1270" anchor="ctr" anchorCtr="0">
          <a:noAutofit/>
        </a:bodyPr>
        <a:lstStyle/>
        <a:p>
          <a:pPr lvl="0" algn="ctr" defTabSz="266700">
            <a:lnSpc>
              <a:spcPct val="90000"/>
            </a:lnSpc>
            <a:spcBef>
              <a:spcPct val="0"/>
            </a:spcBef>
            <a:spcAft>
              <a:spcPct val="35000"/>
            </a:spcAft>
          </a:pPr>
          <a:r>
            <a:rPr lang="en-SG" sz="600" b="1" kern="1200">
              <a:latin typeface="Arial Narrow" pitchFamily="34" charset="0"/>
            </a:rPr>
            <a:t>Diana Rondilla</a:t>
          </a:r>
        </a:p>
      </dsp:txBody>
      <dsp:txXfrm>
        <a:off x="9562901" y="8787709"/>
        <a:ext cx="1118448" cy="579083"/>
      </dsp:txXfrm>
    </dsp:sp>
    <dsp:sp modelId="{697A7C02-8705-4DCB-B440-438EBF44990E}">
      <dsp:nvSpPr>
        <dsp:cNvPr id="0" name=""/>
        <dsp:cNvSpPr/>
      </dsp:nvSpPr>
      <dsp:spPr>
        <a:xfrm>
          <a:off x="9786587" y="9238105"/>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4445" rIns="17780" bIns="4445" numCol="1" spcCol="1270" anchor="ctr" anchorCtr="0">
          <a:noAutofit/>
        </a:bodyPr>
        <a:lstStyle/>
        <a:p>
          <a:pPr lvl="0" algn="ctr" defTabSz="311150">
            <a:lnSpc>
              <a:spcPct val="90000"/>
            </a:lnSpc>
            <a:spcBef>
              <a:spcPct val="0"/>
            </a:spcBef>
            <a:spcAft>
              <a:spcPct val="35000"/>
            </a:spcAft>
          </a:pPr>
          <a:r>
            <a:rPr lang="en-SG" sz="700" kern="1200">
              <a:latin typeface="Arial Narrow" pitchFamily="34" charset="0"/>
            </a:rPr>
            <a:t>Business Dev. Team Lead</a:t>
          </a:r>
        </a:p>
      </dsp:txBody>
      <dsp:txXfrm>
        <a:off x="9786587" y="9238105"/>
        <a:ext cx="1006603" cy="193027"/>
      </dsp:txXfrm>
    </dsp:sp>
    <dsp:sp modelId="{5E666837-B45E-45B9-95F2-AE4E19B1ADA4}">
      <dsp:nvSpPr>
        <dsp:cNvPr id="0" name=""/>
        <dsp:cNvSpPr/>
      </dsp:nvSpPr>
      <dsp:spPr>
        <a:xfrm>
          <a:off x="9562901" y="9701374"/>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81715" numCol="1" spcCol="1270" anchor="ctr" anchorCtr="0">
          <a:noAutofit/>
        </a:bodyPr>
        <a:lstStyle/>
        <a:p>
          <a:pPr lvl="0" algn="ctr" defTabSz="266700">
            <a:lnSpc>
              <a:spcPct val="90000"/>
            </a:lnSpc>
            <a:spcBef>
              <a:spcPct val="0"/>
            </a:spcBef>
            <a:spcAft>
              <a:spcPct val="35000"/>
            </a:spcAft>
          </a:pPr>
          <a:r>
            <a:rPr lang="en-SG" sz="600" b="1" kern="1200">
              <a:latin typeface="Arial Narrow" pitchFamily="34" charset="0"/>
            </a:rPr>
            <a:t>Business Development Coordinator</a:t>
          </a:r>
        </a:p>
      </dsp:txBody>
      <dsp:txXfrm>
        <a:off x="9562901" y="9701374"/>
        <a:ext cx="1118448" cy="579083"/>
      </dsp:txXfrm>
    </dsp:sp>
    <dsp:sp modelId="{2ED58BF8-927E-42A6-9769-B7ECBE83E925}">
      <dsp:nvSpPr>
        <dsp:cNvPr id="0" name=""/>
        <dsp:cNvSpPr/>
      </dsp:nvSpPr>
      <dsp:spPr>
        <a:xfrm>
          <a:off x="9786587" y="10151770"/>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Open</a:t>
          </a:r>
        </a:p>
      </dsp:txBody>
      <dsp:txXfrm>
        <a:off x="9786587" y="10151770"/>
        <a:ext cx="1006603" cy="193027"/>
      </dsp:txXfrm>
    </dsp:sp>
    <dsp:sp modelId="{C9A4A326-EDBE-4612-8B68-A9A6AA3C59C0}">
      <dsp:nvSpPr>
        <dsp:cNvPr id="0" name=""/>
        <dsp:cNvSpPr/>
      </dsp:nvSpPr>
      <dsp:spPr>
        <a:xfrm>
          <a:off x="11295547" y="5133051"/>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Internal Audit Manager</a:t>
          </a:r>
        </a:p>
      </dsp:txBody>
      <dsp:txXfrm>
        <a:off x="11295547" y="5133051"/>
        <a:ext cx="1118448" cy="579083"/>
      </dsp:txXfrm>
    </dsp:sp>
    <dsp:sp modelId="{BBF11CBB-588D-4282-AA83-7FDF9E37B59C}">
      <dsp:nvSpPr>
        <dsp:cNvPr id="0" name=""/>
        <dsp:cNvSpPr/>
      </dsp:nvSpPr>
      <dsp:spPr>
        <a:xfrm>
          <a:off x="11519234" y="5583447"/>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Open</a:t>
          </a:r>
        </a:p>
      </dsp:txBody>
      <dsp:txXfrm>
        <a:off x="11519234" y="5583447"/>
        <a:ext cx="1006603" cy="193027"/>
      </dsp:txXfrm>
    </dsp:sp>
    <dsp:sp modelId="{8C19B9D6-8059-4627-82E6-AA90BBF4D87F}">
      <dsp:nvSpPr>
        <dsp:cNvPr id="0" name=""/>
        <dsp:cNvSpPr/>
      </dsp:nvSpPr>
      <dsp:spPr>
        <a:xfrm>
          <a:off x="11295547" y="6046715"/>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81715" numCol="1" spcCol="1270" anchor="ctr" anchorCtr="0">
          <a:noAutofit/>
        </a:bodyPr>
        <a:lstStyle/>
        <a:p>
          <a:pPr lvl="0" algn="ctr" defTabSz="311150">
            <a:lnSpc>
              <a:spcPct val="90000"/>
            </a:lnSpc>
            <a:spcBef>
              <a:spcPct val="0"/>
            </a:spcBef>
            <a:spcAft>
              <a:spcPct val="35000"/>
            </a:spcAft>
          </a:pPr>
          <a:r>
            <a:rPr lang="en-SG" sz="700" b="1" kern="1200">
              <a:latin typeface="Arial Narrow" pitchFamily="34" charset="0"/>
            </a:rPr>
            <a:t>Internal Audit Assistant Manager</a:t>
          </a:r>
        </a:p>
      </dsp:txBody>
      <dsp:txXfrm>
        <a:off x="11295547" y="6046715"/>
        <a:ext cx="1118448" cy="579083"/>
      </dsp:txXfrm>
    </dsp:sp>
    <dsp:sp modelId="{A66057D9-E348-4DD7-B924-3D4069863A45}">
      <dsp:nvSpPr>
        <dsp:cNvPr id="0" name=""/>
        <dsp:cNvSpPr/>
      </dsp:nvSpPr>
      <dsp:spPr>
        <a:xfrm>
          <a:off x="11519234" y="6497111"/>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Open</a:t>
          </a:r>
        </a:p>
      </dsp:txBody>
      <dsp:txXfrm>
        <a:off x="11519234" y="6497111"/>
        <a:ext cx="1006603" cy="193027"/>
      </dsp:txXfrm>
    </dsp:sp>
    <dsp:sp modelId="{17A9601B-FE4D-45DD-AC46-4E2E79E3E36C}">
      <dsp:nvSpPr>
        <dsp:cNvPr id="0" name=""/>
        <dsp:cNvSpPr/>
      </dsp:nvSpPr>
      <dsp:spPr>
        <a:xfrm>
          <a:off x="11295547" y="6960380"/>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81715" numCol="1" spcCol="1270" anchor="ctr" anchorCtr="0">
          <a:noAutofit/>
        </a:bodyPr>
        <a:lstStyle/>
        <a:p>
          <a:pPr lvl="0" algn="ctr" defTabSz="311150">
            <a:lnSpc>
              <a:spcPct val="90000"/>
            </a:lnSpc>
            <a:spcBef>
              <a:spcPct val="0"/>
            </a:spcBef>
            <a:spcAft>
              <a:spcPct val="35000"/>
            </a:spcAft>
          </a:pPr>
          <a:r>
            <a:rPr lang="en-SG" sz="700" b="1" kern="1200">
              <a:latin typeface="Arial Narrow" pitchFamily="34" charset="0"/>
            </a:rPr>
            <a:t>Internal Audit Supervisor</a:t>
          </a:r>
        </a:p>
      </dsp:txBody>
      <dsp:txXfrm>
        <a:off x="11295547" y="6960380"/>
        <a:ext cx="1118448" cy="579083"/>
      </dsp:txXfrm>
    </dsp:sp>
    <dsp:sp modelId="{1CBF9896-75E0-4148-8145-8CD017F81C1F}">
      <dsp:nvSpPr>
        <dsp:cNvPr id="0" name=""/>
        <dsp:cNvSpPr/>
      </dsp:nvSpPr>
      <dsp:spPr>
        <a:xfrm>
          <a:off x="11519234" y="7410776"/>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Open</a:t>
          </a:r>
        </a:p>
      </dsp:txBody>
      <dsp:txXfrm>
        <a:off x="11519234" y="7410776"/>
        <a:ext cx="1006603" cy="193027"/>
      </dsp:txXfrm>
    </dsp:sp>
    <dsp:sp modelId="{AFAA8B16-5D62-4BFD-951C-DB057C218305}">
      <dsp:nvSpPr>
        <dsp:cNvPr id="0" name=""/>
        <dsp:cNvSpPr/>
      </dsp:nvSpPr>
      <dsp:spPr>
        <a:xfrm>
          <a:off x="11295547" y="7874045"/>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81715" numCol="1" spcCol="1270" anchor="ctr" anchorCtr="0">
          <a:noAutofit/>
        </a:bodyPr>
        <a:lstStyle/>
        <a:p>
          <a:pPr lvl="0" algn="ctr" defTabSz="266700">
            <a:lnSpc>
              <a:spcPct val="90000"/>
            </a:lnSpc>
            <a:spcBef>
              <a:spcPct val="0"/>
            </a:spcBef>
            <a:spcAft>
              <a:spcPct val="35000"/>
            </a:spcAft>
          </a:pPr>
          <a:r>
            <a:rPr lang="en-SG" sz="600" b="1" kern="1200">
              <a:latin typeface="Arial Narrow" pitchFamily="34" charset="0"/>
            </a:rPr>
            <a:t>Compliance Coordinator</a:t>
          </a:r>
        </a:p>
      </dsp:txBody>
      <dsp:txXfrm>
        <a:off x="11295547" y="7874045"/>
        <a:ext cx="1118448" cy="579083"/>
      </dsp:txXfrm>
    </dsp:sp>
    <dsp:sp modelId="{762A671A-5202-427B-96BC-39E7FEC52646}">
      <dsp:nvSpPr>
        <dsp:cNvPr id="0" name=""/>
        <dsp:cNvSpPr/>
      </dsp:nvSpPr>
      <dsp:spPr>
        <a:xfrm>
          <a:off x="11519234" y="8293658"/>
          <a:ext cx="1006603" cy="254593"/>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640" tIns="10160" rIns="40640" bIns="10160" numCol="1" spcCol="1270" anchor="ctr" anchorCtr="0">
          <a:noAutofit/>
        </a:bodyPr>
        <a:lstStyle/>
        <a:p>
          <a:pPr lvl="0" algn="ctr" defTabSz="711200">
            <a:lnSpc>
              <a:spcPct val="90000"/>
            </a:lnSpc>
            <a:spcBef>
              <a:spcPct val="0"/>
            </a:spcBef>
            <a:spcAft>
              <a:spcPct val="35000"/>
            </a:spcAft>
          </a:pPr>
          <a:r>
            <a:rPr lang="en-SG" sz="1600" b="0" kern="1200">
              <a:latin typeface="Arial Narrow" pitchFamily="34" charset="0"/>
            </a:rPr>
            <a:t>Open</a:t>
          </a:r>
        </a:p>
      </dsp:txBody>
      <dsp:txXfrm>
        <a:off x="11519234" y="8293658"/>
        <a:ext cx="1006603" cy="254593"/>
      </dsp:txXfrm>
    </dsp:sp>
    <dsp:sp modelId="{A410C0EF-5060-445D-B8AC-56B47E0537E6}">
      <dsp:nvSpPr>
        <dsp:cNvPr id="0" name=""/>
        <dsp:cNvSpPr/>
      </dsp:nvSpPr>
      <dsp:spPr>
        <a:xfrm>
          <a:off x="11295547" y="8818492"/>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81715" numCol="1" spcCol="1270" anchor="ctr" anchorCtr="0">
          <a:noAutofit/>
        </a:bodyPr>
        <a:lstStyle/>
        <a:p>
          <a:pPr lvl="0" algn="ctr" defTabSz="266700">
            <a:lnSpc>
              <a:spcPct val="90000"/>
            </a:lnSpc>
            <a:spcBef>
              <a:spcPct val="0"/>
            </a:spcBef>
            <a:spcAft>
              <a:spcPct val="35000"/>
            </a:spcAft>
          </a:pPr>
          <a:r>
            <a:rPr lang="en-SG" sz="600" b="1" kern="1200">
              <a:latin typeface="Arial Narrow" pitchFamily="34" charset="0"/>
            </a:rPr>
            <a:t>Internal Audit Team Lead</a:t>
          </a:r>
        </a:p>
      </dsp:txBody>
      <dsp:txXfrm>
        <a:off x="11295547" y="8818492"/>
        <a:ext cx="1118448" cy="579083"/>
      </dsp:txXfrm>
    </dsp:sp>
    <dsp:sp modelId="{55CB131F-7B70-4B67-AA8A-843E35C63CFF}">
      <dsp:nvSpPr>
        <dsp:cNvPr id="0" name=""/>
        <dsp:cNvSpPr/>
      </dsp:nvSpPr>
      <dsp:spPr>
        <a:xfrm>
          <a:off x="11519234" y="9268888"/>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Open</a:t>
          </a:r>
        </a:p>
      </dsp:txBody>
      <dsp:txXfrm>
        <a:off x="11519234" y="9268888"/>
        <a:ext cx="1006603" cy="193027"/>
      </dsp:txXfrm>
    </dsp:sp>
    <dsp:sp modelId="{552216FE-4DCC-49E2-ACA8-246E19F1EB70}">
      <dsp:nvSpPr>
        <dsp:cNvPr id="0" name=""/>
        <dsp:cNvSpPr/>
      </dsp:nvSpPr>
      <dsp:spPr>
        <a:xfrm>
          <a:off x="11112457" y="9732157"/>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81715" numCol="1" spcCol="1270" anchor="ctr" anchorCtr="0">
          <a:noAutofit/>
        </a:bodyPr>
        <a:lstStyle/>
        <a:p>
          <a:pPr lvl="0" algn="ctr" defTabSz="266700">
            <a:lnSpc>
              <a:spcPct val="90000"/>
            </a:lnSpc>
            <a:spcBef>
              <a:spcPct val="0"/>
            </a:spcBef>
            <a:spcAft>
              <a:spcPct val="35000"/>
            </a:spcAft>
          </a:pPr>
          <a:r>
            <a:rPr lang="en-SG" sz="600" b="1" kern="1200">
              <a:latin typeface="Arial Narrow" pitchFamily="34" charset="0"/>
            </a:rPr>
            <a:t>Internal Audit Coordinator</a:t>
          </a:r>
        </a:p>
      </dsp:txBody>
      <dsp:txXfrm>
        <a:off x="11112457" y="9732157"/>
        <a:ext cx="1118448" cy="579083"/>
      </dsp:txXfrm>
    </dsp:sp>
    <dsp:sp modelId="{424D536C-87B2-40B5-B119-FD125873559B}">
      <dsp:nvSpPr>
        <dsp:cNvPr id="0" name=""/>
        <dsp:cNvSpPr/>
      </dsp:nvSpPr>
      <dsp:spPr>
        <a:xfrm>
          <a:off x="11203915" y="10182553"/>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Open</a:t>
          </a:r>
        </a:p>
      </dsp:txBody>
      <dsp:txXfrm>
        <a:off x="11203915" y="10182553"/>
        <a:ext cx="1006603" cy="193027"/>
      </dsp:txXfrm>
    </dsp:sp>
    <dsp:sp modelId="{5C8221D9-7E45-4262-891B-BAA7F0F62028}">
      <dsp:nvSpPr>
        <dsp:cNvPr id="0" name=""/>
        <dsp:cNvSpPr/>
      </dsp:nvSpPr>
      <dsp:spPr>
        <a:xfrm>
          <a:off x="14551449" y="4230782"/>
          <a:ext cx="2320613"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PH" sz="800" kern="1200">
              <a:latin typeface="Arial Narrow" pitchFamily="34" charset="0"/>
            </a:rPr>
            <a:t>QMS COMPLIANCE SENIOR MANAGER/GM </a:t>
          </a:r>
          <a:endParaRPr lang="en-SG" sz="800" kern="1200">
            <a:latin typeface="Arial Narrow" pitchFamily="34" charset="0"/>
          </a:endParaRPr>
        </a:p>
      </dsp:txBody>
      <dsp:txXfrm>
        <a:off x="14551449" y="4230782"/>
        <a:ext cx="2320613" cy="579083"/>
      </dsp:txXfrm>
    </dsp:sp>
    <dsp:sp modelId="{65BE064A-4B85-45E8-A14A-CD738D5A0FFC}">
      <dsp:nvSpPr>
        <dsp:cNvPr id="0" name=""/>
        <dsp:cNvSpPr/>
      </dsp:nvSpPr>
      <dsp:spPr>
        <a:xfrm>
          <a:off x="14964792" y="4681179"/>
          <a:ext cx="2194064"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3810" rIns="15240" bIns="3810" numCol="1" spcCol="1270" anchor="ctr" anchorCtr="0">
          <a:noAutofit/>
        </a:bodyPr>
        <a:lstStyle/>
        <a:p>
          <a:pPr lvl="0" algn="ctr" defTabSz="266700">
            <a:lnSpc>
              <a:spcPct val="90000"/>
            </a:lnSpc>
            <a:spcBef>
              <a:spcPct val="0"/>
            </a:spcBef>
            <a:spcAft>
              <a:spcPct val="35000"/>
            </a:spcAft>
          </a:pPr>
          <a:r>
            <a:rPr lang="en-SG" sz="600" kern="1200">
              <a:latin typeface="Arial Narrow" pitchFamily="34" charset="0"/>
            </a:rPr>
            <a:t>Open</a:t>
          </a:r>
        </a:p>
      </dsp:txBody>
      <dsp:txXfrm>
        <a:off x="14964792" y="4681179"/>
        <a:ext cx="2194064" cy="193027"/>
      </dsp:txXfrm>
    </dsp:sp>
    <dsp:sp modelId="{7A58AA6A-7062-48B7-ADFE-FDED41E29798}">
      <dsp:nvSpPr>
        <dsp:cNvPr id="0" name=""/>
        <dsp:cNvSpPr/>
      </dsp:nvSpPr>
      <dsp:spPr>
        <a:xfrm>
          <a:off x="13465985" y="5144447"/>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81715" numCol="1" spcCol="1270" anchor="ctr" anchorCtr="0">
          <a:noAutofit/>
        </a:bodyPr>
        <a:lstStyle/>
        <a:p>
          <a:pPr lvl="0" algn="ctr" defTabSz="400050">
            <a:lnSpc>
              <a:spcPct val="90000"/>
            </a:lnSpc>
            <a:spcBef>
              <a:spcPct val="0"/>
            </a:spcBef>
            <a:spcAft>
              <a:spcPct val="35000"/>
            </a:spcAft>
          </a:pPr>
          <a:r>
            <a:rPr lang="en-SG" sz="900" kern="1200">
              <a:latin typeface="Arial Narrow" pitchFamily="34" charset="0"/>
            </a:rPr>
            <a:t>A-Team Manager</a:t>
          </a:r>
        </a:p>
      </dsp:txBody>
      <dsp:txXfrm>
        <a:off x="13465985" y="5144447"/>
        <a:ext cx="1118448" cy="579083"/>
      </dsp:txXfrm>
    </dsp:sp>
    <dsp:sp modelId="{4F432C93-3B4F-401E-9F83-A89BFC891097}">
      <dsp:nvSpPr>
        <dsp:cNvPr id="0" name=""/>
        <dsp:cNvSpPr/>
      </dsp:nvSpPr>
      <dsp:spPr>
        <a:xfrm>
          <a:off x="13689625" y="5594843"/>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Open</a:t>
          </a:r>
        </a:p>
      </dsp:txBody>
      <dsp:txXfrm>
        <a:off x="13689625" y="5594843"/>
        <a:ext cx="1006603" cy="193027"/>
      </dsp:txXfrm>
    </dsp:sp>
    <dsp:sp modelId="{6F6290F0-0CB2-4FC0-A1B0-F8D3E2A826FF}">
      <dsp:nvSpPr>
        <dsp:cNvPr id="0" name=""/>
        <dsp:cNvSpPr/>
      </dsp:nvSpPr>
      <dsp:spPr>
        <a:xfrm>
          <a:off x="13465985" y="6058112"/>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81715" numCol="1" spcCol="1270" anchor="ctr" anchorCtr="0">
          <a:noAutofit/>
        </a:bodyPr>
        <a:lstStyle/>
        <a:p>
          <a:pPr lvl="0" algn="ctr" defTabSz="311150">
            <a:lnSpc>
              <a:spcPct val="90000"/>
            </a:lnSpc>
            <a:spcBef>
              <a:spcPct val="0"/>
            </a:spcBef>
            <a:spcAft>
              <a:spcPct val="35000"/>
            </a:spcAft>
          </a:pPr>
          <a:r>
            <a:rPr lang="en-SG" sz="700" b="1" kern="1200">
              <a:latin typeface="Arial Narrow" pitchFamily="34" charset="0"/>
            </a:rPr>
            <a:t>A-Team Assistant Manager</a:t>
          </a:r>
        </a:p>
      </dsp:txBody>
      <dsp:txXfrm>
        <a:off x="13465985" y="6058112"/>
        <a:ext cx="1118448" cy="579083"/>
      </dsp:txXfrm>
    </dsp:sp>
    <dsp:sp modelId="{26DC4883-B8F8-4934-9C03-6B3E98588F4F}">
      <dsp:nvSpPr>
        <dsp:cNvPr id="0" name=""/>
        <dsp:cNvSpPr/>
      </dsp:nvSpPr>
      <dsp:spPr>
        <a:xfrm>
          <a:off x="13689625" y="6508508"/>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Open</a:t>
          </a:r>
        </a:p>
      </dsp:txBody>
      <dsp:txXfrm>
        <a:off x="13689625" y="6508508"/>
        <a:ext cx="1006603" cy="193027"/>
      </dsp:txXfrm>
    </dsp:sp>
    <dsp:sp modelId="{10092E0D-5659-4BC3-AE85-672896C71913}">
      <dsp:nvSpPr>
        <dsp:cNvPr id="0" name=""/>
        <dsp:cNvSpPr/>
      </dsp:nvSpPr>
      <dsp:spPr>
        <a:xfrm>
          <a:off x="13465985" y="6971776"/>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Maria Alyn Tarray</a:t>
          </a:r>
        </a:p>
      </dsp:txBody>
      <dsp:txXfrm>
        <a:off x="13465985" y="6971776"/>
        <a:ext cx="1118448" cy="579083"/>
      </dsp:txXfrm>
    </dsp:sp>
    <dsp:sp modelId="{CE2A6624-7076-4D35-91AD-024FA8470BAF}">
      <dsp:nvSpPr>
        <dsp:cNvPr id="0" name=""/>
        <dsp:cNvSpPr/>
      </dsp:nvSpPr>
      <dsp:spPr>
        <a:xfrm>
          <a:off x="13689625" y="7422172"/>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6350" rIns="25400" bIns="6350" numCol="1" spcCol="1270" anchor="ctr" anchorCtr="0">
          <a:noAutofit/>
        </a:bodyPr>
        <a:lstStyle/>
        <a:p>
          <a:pPr lvl="0" algn="ctr" defTabSz="444500">
            <a:lnSpc>
              <a:spcPct val="90000"/>
            </a:lnSpc>
            <a:spcBef>
              <a:spcPct val="0"/>
            </a:spcBef>
            <a:spcAft>
              <a:spcPct val="35000"/>
            </a:spcAft>
          </a:pPr>
          <a:r>
            <a:rPr lang="en-SG" sz="1000" kern="1200">
              <a:latin typeface="Arial Narrow" pitchFamily="34" charset="0"/>
            </a:rPr>
            <a:t>A-Team Supervisor</a:t>
          </a:r>
        </a:p>
      </dsp:txBody>
      <dsp:txXfrm>
        <a:off x="13689625" y="7422172"/>
        <a:ext cx="1006603" cy="193027"/>
      </dsp:txXfrm>
    </dsp:sp>
    <dsp:sp modelId="{D57F2214-47EA-46E4-A41D-479290B42ADC}">
      <dsp:nvSpPr>
        <dsp:cNvPr id="0" name=""/>
        <dsp:cNvSpPr/>
      </dsp:nvSpPr>
      <dsp:spPr>
        <a:xfrm>
          <a:off x="13465985" y="7885441"/>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Catherine Gatchalian</a:t>
          </a:r>
        </a:p>
      </dsp:txBody>
      <dsp:txXfrm>
        <a:off x="13465985" y="7885441"/>
        <a:ext cx="1118448" cy="579083"/>
      </dsp:txXfrm>
    </dsp:sp>
    <dsp:sp modelId="{FB4FFCEF-5227-4633-8CD0-C974FA77FCBF}">
      <dsp:nvSpPr>
        <dsp:cNvPr id="0" name=""/>
        <dsp:cNvSpPr/>
      </dsp:nvSpPr>
      <dsp:spPr>
        <a:xfrm>
          <a:off x="13689625" y="8292950"/>
          <a:ext cx="1006603" cy="278801"/>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5715" rIns="22860" bIns="5715" numCol="1" spcCol="1270" anchor="ctr" anchorCtr="0">
          <a:noAutofit/>
        </a:bodyPr>
        <a:lstStyle/>
        <a:p>
          <a:pPr lvl="0" algn="ctr" defTabSz="400050">
            <a:lnSpc>
              <a:spcPct val="90000"/>
            </a:lnSpc>
            <a:spcBef>
              <a:spcPct val="0"/>
            </a:spcBef>
            <a:spcAft>
              <a:spcPct val="35000"/>
            </a:spcAft>
          </a:pPr>
          <a:r>
            <a:rPr lang="en-SG" sz="900" kern="1200">
              <a:latin typeface="Arial Narrow" pitchFamily="34" charset="0"/>
            </a:rPr>
            <a:t>Compliance Coordinator</a:t>
          </a:r>
        </a:p>
      </dsp:txBody>
      <dsp:txXfrm>
        <a:off x="13689625" y="8292950"/>
        <a:ext cx="1006603" cy="278801"/>
      </dsp:txXfrm>
    </dsp:sp>
    <dsp:sp modelId="{DD70E13B-C064-4523-A0D3-3C2E3B4D41BD}">
      <dsp:nvSpPr>
        <dsp:cNvPr id="0" name=""/>
        <dsp:cNvSpPr/>
      </dsp:nvSpPr>
      <dsp:spPr>
        <a:xfrm>
          <a:off x="13465985" y="8841992"/>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Ginalyn Acedera</a:t>
          </a:r>
        </a:p>
      </dsp:txBody>
      <dsp:txXfrm>
        <a:off x="13465985" y="8841992"/>
        <a:ext cx="1118448" cy="579083"/>
      </dsp:txXfrm>
    </dsp:sp>
    <dsp:sp modelId="{26DA89D6-0DF5-4B06-B33D-B3CFBBAC97B2}">
      <dsp:nvSpPr>
        <dsp:cNvPr id="0" name=""/>
        <dsp:cNvSpPr/>
      </dsp:nvSpPr>
      <dsp:spPr>
        <a:xfrm>
          <a:off x="13689625" y="9292389"/>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Team Lead</a:t>
          </a:r>
        </a:p>
      </dsp:txBody>
      <dsp:txXfrm>
        <a:off x="13689625" y="9292389"/>
        <a:ext cx="1006603" cy="193027"/>
      </dsp:txXfrm>
    </dsp:sp>
    <dsp:sp modelId="{D283B793-FEE0-40CE-AB31-6DDBCB80CEB2}">
      <dsp:nvSpPr>
        <dsp:cNvPr id="0" name=""/>
        <dsp:cNvSpPr/>
      </dsp:nvSpPr>
      <dsp:spPr>
        <a:xfrm>
          <a:off x="12715719" y="9755657"/>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Wayne Ignacio</a:t>
          </a:r>
        </a:p>
      </dsp:txBody>
      <dsp:txXfrm>
        <a:off x="12715719" y="9755657"/>
        <a:ext cx="1118448" cy="579083"/>
      </dsp:txXfrm>
    </dsp:sp>
    <dsp:sp modelId="{28735D28-183F-4431-81D3-889405982A94}">
      <dsp:nvSpPr>
        <dsp:cNvPr id="0" name=""/>
        <dsp:cNvSpPr/>
      </dsp:nvSpPr>
      <dsp:spPr>
        <a:xfrm>
          <a:off x="12939359" y="10206053"/>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6350" rIns="25400" bIns="6350" numCol="1" spcCol="1270" anchor="ctr" anchorCtr="0">
          <a:noAutofit/>
        </a:bodyPr>
        <a:lstStyle/>
        <a:p>
          <a:pPr lvl="0" algn="ctr" defTabSz="444500">
            <a:lnSpc>
              <a:spcPct val="90000"/>
            </a:lnSpc>
            <a:spcBef>
              <a:spcPct val="0"/>
            </a:spcBef>
            <a:spcAft>
              <a:spcPct val="35000"/>
            </a:spcAft>
          </a:pPr>
          <a:r>
            <a:rPr lang="en-SG" sz="1000" kern="1200">
              <a:latin typeface="Arial Narrow" pitchFamily="34" charset="0"/>
            </a:rPr>
            <a:t>Account Coordinator</a:t>
          </a:r>
        </a:p>
      </dsp:txBody>
      <dsp:txXfrm>
        <a:off x="12939359" y="10206053"/>
        <a:ext cx="1006603" cy="193027"/>
      </dsp:txXfrm>
    </dsp:sp>
    <dsp:sp modelId="{FDA8C1FA-FDE0-4DA0-AAEC-92792F177966}">
      <dsp:nvSpPr>
        <dsp:cNvPr id="0" name=""/>
        <dsp:cNvSpPr/>
      </dsp:nvSpPr>
      <dsp:spPr>
        <a:xfrm>
          <a:off x="14266302" y="9730878"/>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Janilla Lacanilao</a:t>
          </a:r>
        </a:p>
      </dsp:txBody>
      <dsp:txXfrm>
        <a:off x="14266302" y="9730878"/>
        <a:ext cx="1118448" cy="579083"/>
      </dsp:txXfrm>
    </dsp:sp>
    <dsp:sp modelId="{F4E33BC3-2A1D-46C9-A844-1B846E85687B}">
      <dsp:nvSpPr>
        <dsp:cNvPr id="0" name=""/>
        <dsp:cNvSpPr/>
      </dsp:nvSpPr>
      <dsp:spPr>
        <a:xfrm>
          <a:off x="14452484" y="10231292"/>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6350" rIns="25400" bIns="6350" numCol="1" spcCol="1270" anchor="ctr" anchorCtr="0">
          <a:noAutofit/>
        </a:bodyPr>
        <a:lstStyle/>
        <a:p>
          <a:pPr lvl="0" algn="r" defTabSz="444500">
            <a:lnSpc>
              <a:spcPct val="90000"/>
            </a:lnSpc>
            <a:spcBef>
              <a:spcPct val="0"/>
            </a:spcBef>
            <a:spcAft>
              <a:spcPct val="35000"/>
            </a:spcAft>
          </a:pPr>
          <a:r>
            <a:rPr lang="en-SG" sz="1000" kern="1200">
              <a:latin typeface="Arial Narrow" pitchFamily="34" charset="0"/>
            </a:rPr>
            <a:t>Account Coordinator</a:t>
          </a:r>
          <a:endParaRPr lang="en-US" sz="1000" kern="1200"/>
        </a:p>
      </dsp:txBody>
      <dsp:txXfrm>
        <a:off x="14452484" y="10231292"/>
        <a:ext cx="1006603" cy="193027"/>
      </dsp:txXfrm>
    </dsp:sp>
    <dsp:sp modelId="{FAC119BC-D086-4BA4-8F0E-FA1B9A284E42}">
      <dsp:nvSpPr>
        <dsp:cNvPr id="0" name=""/>
        <dsp:cNvSpPr/>
      </dsp:nvSpPr>
      <dsp:spPr>
        <a:xfrm>
          <a:off x="17196428" y="5144447"/>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QMS Manager</a:t>
          </a:r>
        </a:p>
      </dsp:txBody>
      <dsp:txXfrm>
        <a:off x="17196428" y="5144447"/>
        <a:ext cx="1118448" cy="579083"/>
      </dsp:txXfrm>
    </dsp:sp>
    <dsp:sp modelId="{C24C0589-9CFB-4A4A-A30F-EBD4EA02AA10}">
      <dsp:nvSpPr>
        <dsp:cNvPr id="0" name=""/>
        <dsp:cNvSpPr/>
      </dsp:nvSpPr>
      <dsp:spPr>
        <a:xfrm>
          <a:off x="17420068" y="5594843"/>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Open</a:t>
          </a:r>
        </a:p>
      </dsp:txBody>
      <dsp:txXfrm>
        <a:off x="17420068" y="5594843"/>
        <a:ext cx="1006603" cy="193027"/>
      </dsp:txXfrm>
    </dsp:sp>
    <dsp:sp modelId="{B19D6484-F95D-4D64-ABED-57AC65B3435A}">
      <dsp:nvSpPr>
        <dsp:cNvPr id="0" name=""/>
        <dsp:cNvSpPr/>
      </dsp:nvSpPr>
      <dsp:spPr>
        <a:xfrm>
          <a:off x="17196428" y="6058112"/>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Zoraida Cruz</a:t>
          </a:r>
        </a:p>
      </dsp:txBody>
      <dsp:txXfrm>
        <a:off x="17196428" y="6058112"/>
        <a:ext cx="1118448" cy="579083"/>
      </dsp:txXfrm>
    </dsp:sp>
    <dsp:sp modelId="{A4A9CE39-2A10-448B-BF6C-7DCCDF9927FC}">
      <dsp:nvSpPr>
        <dsp:cNvPr id="0" name=""/>
        <dsp:cNvSpPr/>
      </dsp:nvSpPr>
      <dsp:spPr>
        <a:xfrm>
          <a:off x="17420068" y="6508508"/>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lvl="0" algn="ctr" defTabSz="355600">
            <a:lnSpc>
              <a:spcPct val="90000"/>
            </a:lnSpc>
            <a:spcBef>
              <a:spcPct val="0"/>
            </a:spcBef>
            <a:spcAft>
              <a:spcPct val="35000"/>
            </a:spcAft>
          </a:pPr>
          <a:r>
            <a:rPr lang="en-SG" sz="800" kern="1200">
              <a:latin typeface="Arial Narrow" pitchFamily="34" charset="0"/>
            </a:rPr>
            <a:t>QMS Assistant Manager</a:t>
          </a:r>
        </a:p>
      </dsp:txBody>
      <dsp:txXfrm>
        <a:off x="17420068" y="6508508"/>
        <a:ext cx="1006603" cy="193027"/>
      </dsp:txXfrm>
    </dsp:sp>
    <dsp:sp modelId="{0566678E-E534-4972-BDCE-6F131A6EF324}">
      <dsp:nvSpPr>
        <dsp:cNvPr id="0" name=""/>
        <dsp:cNvSpPr/>
      </dsp:nvSpPr>
      <dsp:spPr>
        <a:xfrm>
          <a:off x="16658801" y="6946997"/>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QMS Supervisor</a:t>
          </a:r>
        </a:p>
      </dsp:txBody>
      <dsp:txXfrm>
        <a:off x="16658801" y="6946997"/>
        <a:ext cx="1118448" cy="579083"/>
      </dsp:txXfrm>
    </dsp:sp>
    <dsp:sp modelId="{5D9A1151-73EE-4F9F-A263-9A3F48DC23CE}">
      <dsp:nvSpPr>
        <dsp:cNvPr id="0" name=""/>
        <dsp:cNvSpPr/>
      </dsp:nvSpPr>
      <dsp:spPr>
        <a:xfrm>
          <a:off x="16882491" y="7397395"/>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r" defTabSz="577850">
            <a:lnSpc>
              <a:spcPct val="90000"/>
            </a:lnSpc>
            <a:spcBef>
              <a:spcPct val="0"/>
            </a:spcBef>
            <a:spcAft>
              <a:spcPct val="35000"/>
            </a:spcAft>
          </a:pPr>
          <a:r>
            <a:rPr lang="en-US" sz="1300" kern="1200"/>
            <a:t>Open</a:t>
          </a:r>
        </a:p>
      </dsp:txBody>
      <dsp:txXfrm>
        <a:off x="16882491" y="7397395"/>
        <a:ext cx="1006603" cy="193027"/>
      </dsp:txXfrm>
    </dsp:sp>
    <dsp:sp modelId="{FCF1B085-C181-4525-9760-E123CD035305}">
      <dsp:nvSpPr>
        <dsp:cNvPr id="0" name=""/>
        <dsp:cNvSpPr/>
      </dsp:nvSpPr>
      <dsp:spPr>
        <a:xfrm>
          <a:off x="15716784" y="7885441"/>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Sophia Baria </a:t>
          </a:r>
        </a:p>
      </dsp:txBody>
      <dsp:txXfrm>
        <a:off x="15716784" y="7885441"/>
        <a:ext cx="1118448" cy="579083"/>
      </dsp:txXfrm>
    </dsp:sp>
    <dsp:sp modelId="{C0079022-C123-40F0-99A9-D62A3FF086B8}">
      <dsp:nvSpPr>
        <dsp:cNvPr id="0" name=""/>
        <dsp:cNvSpPr/>
      </dsp:nvSpPr>
      <dsp:spPr>
        <a:xfrm>
          <a:off x="15940423" y="8335837"/>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lvl="0" algn="ctr" defTabSz="355600">
            <a:lnSpc>
              <a:spcPct val="90000"/>
            </a:lnSpc>
            <a:spcBef>
              <a:spcPct val="0"/>
            </a:spcBef>
            <a:spcAft>
              <a:spcPct val="35000"/>
            </a:spcAft>
          </a:pPr>
          <a:r>
            <a:rPr lang="en-SG" sz="800" kern="1200">
              <a:latin typeface="Arial Narrow" pitchFamily="34" charset="0"/>
            </a:rPr>
            <a:t>Compliance Coordinator</a:t>
          </a:r>
        </a:p>
      </dsp:txBody>
      <dsp:txXfrm>
        <a:off x="15940423" y="8335837"/>
        <a:ext cx="1006603" cy="193027"/>
      </dsp:txXfrm>
    </dsp:sp>
    <dsp:sp modelId="{3E29D6B2-3A71-4798-9AB1-B1F867D9E1F1}">
      <dsp:nvSpPr>
        <dsp:cNvPr id="0" name=""/>
        <dsp:cNvSpPr/>
      </dsp:nvSpPr>
      <dsp:spPr>
        <a:xfrm>
          <a:off x="15554273" y="8745471"/>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Team Lead</a:t>
          </a:r>
        </a:p>
      </dsp:txBody>
      <dsp:txXfrm>
        <a:off x="15554273" y="8745471"/>
        <a:ext cx="1118448" cy="579083"/>
      </dsp:txXfrm>
    </dsp:sp>
    <dsp:sp modelId="{C99B34F6-8DFE-4C7D-83F2-440096951D0B}">
      <dsp:nvSpPr>
        <dsp:cNvPr id="0" name=""/>
        <dsp:cNvSpPr/>
      </dsp:nvSpPr>
      <dsp:spPr>
        <a:xfrm>
          <a:off x="15893385" y="9195869"/>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US" sz="1300" kern="1200"/>
            <a:t>Open</a:t>
          </a:r>
        </a:p>
      </dsp:txBody>
      <dsp:txXfrm>
        <a:off x="15893385" y="9195869"/>
        <a:ext cx="1006603" cy="193027"/>
      </dsp:txXfrm>
    </dsp:sp>
    <dsp:sp modelId="{81D7F4A2-D5ED-4BCE-8BFC-6F0E5B15FDA9}">
      <dsp:nvSpPr>
        <dsp:cNvPr id="0" name=""/>
        <dsp:cNvSpPr/>
      </dsp:nvSpPr>
      <dsp:spPr>
        <a:xfrm>
          <a:off x="15453277" y="9601424"/>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Account Coordinator</a:t>
          </a:r>
        </a:p>
      </dsp:txBody>
      <dsp:txXfrm>
        <a:off x="15453277" y="9601424"/>
        <a:ext cx="1118448" cy="579083"/>
      </dsp:txXfrm>
    </dsp:sp>
    <dsp:sp modelId="{DAEC0570-0C88-4988-A273-F2BA53B8370E}">
      <dsp:nvSpPr>
        <dsp:cNvPr id="0" name=""/>
        <dsp:cNvSpPr/>
      </dsp:nvSpPr>
      <dsp:spPr>
        <a:xfrm>
          <a:off x="15648116" y="10138389"/>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US" sz="1300" kern="1200"/>
            <a:t>Open</a:t>
          </a:r>
        </a:p>
      </dsp:txBody>
      <dsp:txXfrm>
        <a:off x="15648116" y="10138389"/>
        <a:ext cx="1006603" cy="193027"/>
      </dsp:txXfrm>
    </dsp:sp>
    <dsp:sp modelId="{6B9A51EE-F9BB-42FF-AB98-A54F7BBAB753}">
      <dsp:nvSpPr>
        <dsp:cNvPr id="0" name=""/>
        <dsp:cNvSpPr/>
      </dsp:nvSpPr>
      <dsp:spPr>
        <a:xfrm>
          <a:off x="18626760" y="7885441"/>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Triccia Velasco</a:t>
          </a:r>
        </a:p>
      </dsp:txBody>
      <dsp:txXfrm>
        <a:off x="18626760" y="7885441"/>
        <a:ext cx="1118448" cy="579083"/>
      </dsp:txXfrm>
    </dsp:sp>
    <dsp:sp modelId="{88AE2D57-0331-4F8F-B478-0DED7F751DCD}">
      <dsp:nvSpPr>
        <dsp:cNvPr id="0" name=""/>
        <dsp:cNvSpPr/>
      </dsp:nvSpPr>
      <dsp:spPr>
        <a:xfrm>
          <a:off x="18853982" y="8333416"/>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4445" rIns="17780" bIns="4445" numCol="1" spcCol="1270" anchor="ctr" anchorCtr="0">
          <a:noAutofit/>
        </a:bodyPr>
        <a:lstStyle/>
        <a:p>
          <a:pPr lvl="0" algn="r" defTabSz="311150">
            <a:lnSpc>
              <a:spcPct val="90000"/>
            </a:lnSpc>
            <a:spcBef>
              <a:spcPct val="0"/>
            </a:spcBef>
            <a:spcAft>
              <a:spcPct val="35000"/>
            </a:spcAft>
          </a:pPr>
          <a:r>
            <a:rPr lang="en-US" sz="700" kern="1200"/>
            <a:t>Compliance Coordinator</a:t>
          </a:r>
        </a:p>
      </dsp:txBody>
      <dsp:txXfrm>
        <a:off x="18853982" y="8333416"/>
        <a:ext cx="1006603" cy="193027"/>
      </dsp:txXfrm>
    </dsp:sp>
    <dsp:sp modelId="{D6791594-E9D3-4D8C-9F5C-10ABFF4879D5}">
      <dsp:nvSpPr>
        <dsp:cNvPr id="0" name=""/>
        <dsp:cNvSpPr/>
      </dsp:nvSpPr>
      <dsp:spPr>
        <a:xfrm>
          <a:off x="18676072" y="8799106"/>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Team Lead</a:t>
          </a:r>
        </a:p>
      </dsp:txBody>
      <dsp:txXfrm>
        <a:off x="18676072" y="8799106"/>
        <a:ext cx="1118448" cy="579083"/>
      </dsp:txXfrm>
    </dsp:sp>
    <dsp:sp modelId="{5AC4D3E3-B039-430D-9B45-790EDB3B3FF6}">
      <dsp:nvSpPr>
        <dsp:cNvPr id="0" name=""/>
        <dsp:cNvSpPr/>
      </dsp:nvSpPr>
      <dsp:spPr>
        <a:xfrm>
          <a:off x="18899712" y="9271083"/>
          <a:ext cx="1006603" cy="149864"/>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lvl="0" algn="ctr" defTabSz="355600">
            <a:lnSpc>
              <a:spcPct val="90000"/>
            </a:lnSpc>
            <a:spcBef>
              <a:spcPct val="0"/>
            </a:spcBef>
            <a:spcAft>
              <a:spcPct val="35000"/>
            </a:spcAft>
          </a:pPr>
          <a:r>
            <a:rPr lang="en-SG" sz="800" kern="1200">
              <a:latin typeface="Arial Narrow" pitchFamily="34" charset="0"/>
            </a:rPr>
            <a:t>Open</a:t>
          </a:r>
        </a:p>
      </dsp:txBody>
      <dsp:txXfrm>
        <a:off x="18899712" y="9271083"/>
        <a:ext cx="1006603" cy="149864"/>
      </dsp:txXfrm>
    </dsp:sp>
    <dsp:sp modelId="{BB038CB2-B28C-4AAF-818A-1DFEAEF1B8F8}">
      <dsp:nvSpPr>
        <dsp:cNvPr id="0" name=""/>
        <dsp:cNvSpPr/>
      </dsp:nvSpPr>
      <dsp:spPr>
        <a:xfrm>
          <a:off x="17075542" y="9691189"/>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Teresita Baltazar</a:t>
          </a:r>
        </a:p>
      </dsp:txBody>
      <dsp:txXfrm>
        <a:off x="17075542" y="9691189"/>
        <a:ext cx="1118448" cy="579083"/>
      </dsp:txXfrm>
    </dsp:sp>
    <dsp:sp modelId="{11D6BA7B-C233-490D-9D16-C9AAAD4F3BE6}">
      <dsp:nvSpPr>
        <dsp:cNvPr id="0" name=""/>
        <dsp:cNvSpPr/>
      </dsp:nvSpPr>
      <dsp:spPr>
        <a:xfrm>
          <a:off x="17382739" y="10101042"/>
          <a:ext cx="839497" cy="274112"/>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lvl="0" algn="ctr" defTabSz="355600">
            <a:lnSpc>
              <a:spcPct val="90000"/>
            </a:lnSpc>
            <a:spcBef>
              <a:spcPct val="0"/>
            </a:spcBef>
            <a:spcAft>
              <a:spcPct val="35000"/>
            </a:spcAft>
          </a:pPr>
          <a:r>
            <a:rPr lang="en-SG" sz="800" kern="1200">
              <a:latin typeface="Arial Narrow" pitchFamily="34" charset="0"/>
            </a:rPr>
            <a:t>Account Coordinator</a:t>
          </a:r>
        </a:p>
      </dsp:txBody>
      <dsp:txXfrm>
        <a:off x="17382739" y="10101042"/>
        <a:ext cx="839497" cy="274112"/>
      </dsp:txXfrm>
    </dsp:sp>
    <dsp:sp modelId="{77B47E30-D81E-4F17-9407-57378D73A330}">
      <dsp:nvSpPr>
        <dsp:cNvPr id="0" name=""/>
        <dsp:cNvSpPr/>
      </dsp:nvSpPr>
      <dsp:spPr>
        <a:xfrm>
          <a:off x="18420337" y="9652923"/>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Farah Faith Jane Tapis</a:t>
          </a:r>
        </a:p>
      </dsp:txBody>
      <dsp:txXfrm>
        <a:off x="18420337" y="9652923"/>
        <a:ext cx="1118448" cy="579083"/>
      </dsp:txXfrm>
    </dsp:sp>
    <dsp:sp modelId="{119CAEC3-8FA5-40A0-BFD8-B2945A59A516}">
      <dsp:nvSpPr>
        <dsp:cNvPr id="0" name=""/>
        <dsp:cNvSpPr/>
      </dsp:nvSpPr>
      <dsp:spPr>
        <a:xfrm>
          <a:off x="18576589" y="10089836"/>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6350" rIns="25400" bIns="6350" numCol="1" spcCol="1270" anchor="ctr" anchorCtr="0">
          <a:noAutofit/>
        </a:bodyPr>
        <a:lstStyle/>
        <a:p>
          <a:pPr lvl="0" algn="r" defTabSz="444500">
            <a:lnSpc>
              <a:spcPct val="90000"/>
            </a:lnSpc>
            <a:spcBef>
              <a:spcPct val="0"/>
            </a:spcBef>
            <a:spcAft>
              <a:spcPct val="35000"/>
            </a:spcAft>
          </a:pPr>
          <a:r>
            <a:rPr lang="en-US" sz="1000" kern="1200"/>
            <a:t>RFP Coordinator</a:t>
          </a:r>
        </a:p>
      </dsp:txBody>
      <dsp:txXfrm>
        <a:off x="18576589" y="10089836"/>
        <a:ext cx="1006603" cy="193027"/>
      </dsp:txXfrm>
    </dsp:sp>
    <dsp:sp modelId="{63218DCF-E1FE-4FA4-933C-F1A6BF147BD3}">
      <dsp:nvSpPr>
        <dsp:cNvPr id="0" name=""/>
        <dsp:cNvSpPr/>
      </dsp:nvSpPr>
      <dsp:spPr>
        <a:xfrm>
          <a:off x="17884030" y="10604853"/>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Ella Mae Subang</a:t>
          </a:r>
        </a:p>
      </dsp:txBody>
      <dsp:txXfrm>
        <a:off x="17884030" y="10604853"/>
        <a:ext cx="1118448" cy="579083"/>
      </dsp:txXfrm>
    </dsp:sp>
    <dsp:sp modelId="{4A8633E6-1D81-48D2-80B1-16DAB5A9E49A}">
      <dsp:nvSpPr>
        <dsp:cNvPr id="0" name=""/>
        <dsp:cNvSpPr/>
      </dsp:nvSpPr>
      <dsp:spPr>
        <a:xfrm>
          <a:off x="17992926" y="11011255"/>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3175" rIns="12700" bIns="3175" numCol="1" spcCol="1270" anchor="ctr" anchorCtr="0">
          <a:noAutofit/>
        </a:bodyPr>
        <a:lstStyle/>
        <a:p>
          <a:pPr lvl="0" algn="r" defTabSz="222250">
            <a:lnSpc>
              <a:spcPct val="90000"/>
            </a:lnSpc>
            <a:spcBef>
              <a:spcPct val="0"/>
            </a:spcBef>
            <a:spcAft>
              <a:spcPct val="35000"/>
            </a:spcAft>
          </a:pPr>
          <a:r>
            <a:rPr lang="en-US" sz="500" kern="1200"/>
            <a:t>A-Team Part-Time Apprentice</a:t>
          </a:r>
        </a:p>
      </dsp:txBody>
      <dsp:txXfrm>
        <a:off x="17992926" y="11011255"/>
        <a:ext cx="1006603" cy="193027"/>
      </dsp:txXfrm>
    </dsp:sp>
    <dsp:sp modelId="{0BF48751-B5F9-4CCB-8617-942B5CC0DEFA}">
      <dsp:nvSpPr>
        <dsp:cNvPr id="0" name=""/>
        <dsp:cNvSpPr/>
      </dsp:nvSpPr>
      <dsp:spPr>
        <a:xfrm>
          <a:off x="19096785" y="10618514"/>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Alpha Maribay</a:t>
          </a:r>
        </a:p>
      </dsp:txBody>
      <dsp:txXfrm>
        <a:off x="19096785" y="10618514"/>
        <a:ext cx="1118448" cy="579083"/>
      </dsp:txXfrm>
    </dsp:sp>
    <dsp:sp modelId="{CEF5608A-08FB-498E-8835-798931F399DC}">
      <dsp:nvSpPr>
        <dsp:cNvPr id="0" name=""/>
        <dsp:cNvSpPr/>
      </dsp:nvSpPr>
      <dsp:spPr>
        <a:xfrm>
          <a:off x="19272429" y="11040083"/>
          <a:ext cx="1006603"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4445" rIns="17780" bIns="4445" numCol="1" spcCol="1270" anchor="ctr" anchorCtr="0">
          <a:noAutofit/>
        </a:bodyPr>
        <a:lstStyle/>
        <a:p>
          <a:pPr lvl="0" algn="r" defTabSz="311150">
            <a:lnSpc>
              <a:spcPct val="90000"/>
            </a:lnSpc>
            <a:spcBef>
              <a:spcPct val="0"/>
            </a:spcBef>
            <a:spcAft>
              <a:spcPct val="35000"/>
            </a:spcAft>
          </a:pPr>
          <a:r>
            <a:rPr lang="en-US" sz="700" kern="1200"/>
            <a:t>A-Team Part-Time Apprentice</a:t>
          </a:r>
        </a:p>
      </dsp:txBody>
      <dsp:txXfrm>
        <a:off x="19272429" y="11040083"/>
        <a:ext cx="1006603" cy="193027"/>
      </dsp:txXfrm>
    </dsp:sp>
    <dsp:sp modelId="{42EAAC15-4E8C-446B-99F3-B39FF7E44024}">
      <dsp:nvSpPr>
        <dsp:cNvPr id="0" name=""/>
        <dsp:cNvSpPr/>
      </dsp:nvSpPr>
      <dsp:spPr>
        <a:xfrm>
          <a:off x="19828474" y="9681784"/>
          <a:ext cx="1118448"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Erika Ladines</a:t>
          </a:r>
        </a:p>
      </dsp:txBody>
      <dsp:txXfrm>
        <a:off x="19828474" y="9681784"/>
        <a:ext cx="1118448" cy="579083"/>
      </dsp:txXfrm>
    </dsp:sp>
    <dsp:sp modelId="{114A6F19-7DA2-4C3A-BF59-90B3C1F03F10}">
      <dsp:nvSpPr>
        <dsp:cNvPr id="0" name=""/>
        <dsp:cNvSpPr/>
      </dsp:nvSpPr>
      <dsp:spPr>
        <a:xfrm>
          <a:off x="19940314" y="10095643"/>
          <a:ext cx="1006603" cy="266102"/>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5715" rIns="22860" bIns="5715" numCol="1" spcCol="1270" anchor="ctr" anchorCtr="0">
          <a:noAutofit/>
        </a:bodyPr>
        <a:lstStyle/>
        <a:p>
          <a:pPr lvl="0" algn="ctr" defTabSz="400050">
            <a:lnSpc>
              <a:spcPct val="90000"/>
            </a:lnSpc>
            <a:spcBef>
              <a:spcPct val="0"/>
            </a:spcBef>
            <a:spcAft>
              <a:spcPct val="35000"/>
            </a:spcAft>
          </a:pPr>
          <a:r>
            <a:rPr lang="en-SG" sz="900" kern="1200">
              <a:latin typeface="Arial Narrow" pitchFamily="34" charset="0"/>
            </a:rPr>
            <a:t>SPI/ KAV Coordinator</a:t>
          </a:r>
        </a:p>
      </dsp:txBody>
      <dsp:txXfrm>
        <a:off x="19940314" y="10095643"/>
        <a:ext cx="1006603" cy="266102"/>
      </dsp:txXfrm>
    </dsp:sp>
    <dsp:sp modelId="{139C0D1E-C044-42ED-BB62-3E2000853087}">
      <dsp:nvSpPr>
        <dsp:cNvPr id="0" name=""/>
        <dsp:cNvSpPr/>
      </dsp:nvSpPr>
      <dsp:spPr>
        <a:xfrm>
          <a:off x="7268052" y="3300724"/>
          <a:ext cx="2320255" cy="5790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81715" numCol="1" spcCol="1270" anchor="ctr" anchorCtr="0">
          <a:noAutofit/>
        </a:bodyPr>
        <a:lstStyle/>
        <a:p>
          <a:pPr lvl="0" algn="ctr" defTabSz="355600">
            <a:lnSpc>
              <a:spcPct val="90000"/>
            </a:lnSpc>
            <a:spcBef>
              <a:spcPct val="0"/>
            </a:spcBef>
            <a:spcAft>
              <a:spcPct val="35000"/>
            </a:spcAft>
          </a:pPr>
          <a:r>
            <a:rPr lang="en-SG" sz="800" b="1" kern="1200">
              <a:latin typeface="Arial Narrow" pitchFamily="34" charset="0"/>
            </a:rPr>
            <a:t>CRISTINA DAHINO </a:t>
          </a:r>
        </a:p>
      </dsp:txBody>
      <dsp:txXfrm>
        <a:off x="7268052" y="3300724"/>
        <a:ext cx="2320255" cy="579083"/>
      </dsp:txXfrm>
    </dsp:sp>
    <dsp:sp modelId="{C9DF9438-F1D4-4E88-911D-045FE6B29C33}">
      <dsp:nvSpPr>
        <dsp:cNvPr id="0" name=""/>
        <dsp:cNvSpPr/>
      </dsp:nvSpPr>
      <dsp:spPr>
        <a:xfrm>
          <a:off x="7977306" y="3756118"/>
          <a:ext cx="1511989" cy="19302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lvl="0" algn="ctr" defTabSz="577850">
            <a:lnSpc>
              <a:spcPct val="90000"/>
            </a:lnSpc>
            <a:spcBef>
              <a:spcPct val="0"/>
            </a:spcBef>
            <a:spcAft>
              <a:spcPct val="35000"/>
            </a:spcAft>
          </a:pPr>
          <a:r>
            <a:rPr lang="en-SG" sz="1300" kern="1200">
              <a:latin typeface="Arial Narrow" pitchFamily="34" charset="0"/>
            </a:rPr>
            <a:t>CFO</a:t>
          </a:r>
        </a:p>
      </dsp:txBody>
      <dsp:txXfrm>
        <a:off x="7977306" y="3756118"/>
        <a:ext cx="1511989" cy="193027"/>
      </dsp:txXfrm>
    </dsp:sp>
  </dsp:spTree>
</dsp:drawing>
</file>

<file path=ppt/diagrams/layout1.xml><?xml version="1.0" encoding="utf-8"?>
<dgm:layoutDef xmlns:dgm="http://schemas.openxmlformats.org/drawingml/2006/diagram" xmlns:a="http://schemas.openxmlformats.org/drawingml/2006/main" uniqueId="urn:microsoft.com/office/officeart/2008/layout/NameandTitleOrganizationalChart">
  <dgm:title val=""/>
  <dgm:desc val=""/>
  <dgm:catLst>
    <dgm:cat type="hierarchy" pri="125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1" styleLbl="fgAcc0">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alg type="conn">
                            <dgm:param type="connRout" val="bend"/>
                            <dgm:param type="dim" val="1D"/>
                            <dgm:param type="endSty" val="noArr"/>
                            <dgm:param type="begPts" val="bCtr"/>
                            <dgm:param type="endPts" val="tCtr"/>
                            <dgm:param type="bendPt" val="end"/>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41" func="var" arg="hierBranch" op="equ" val="hang">
                    <dgm:layoutNode name="Name42">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3">
                    <dgm:layoutNode name="Name44">
                      <dgm:choose name="Name45">
                        <dgm:if name="Name46" axis="self" func="depth" op="lte" val="2">
                          <dgm:choose name="Name47">
                            <dgm:if name="Name48" axis="par ch" ptType="node asst" func="cnt" op="gte" val="1">
                              <dgm:alg type="conn">
                                <dgm:param type="connRout" val="bend"/>
                                <dgm:param type="dim" val="1D"/>
                                <dgm:param type="endSty" val="noArr"/>
                                <dgm:param type="begPts" val="bCtr"/>
                                <dgm:param type="endPts" val="midL midR"/>
                              </dgm:alg>
                            </dgm:if>
                            <dgm:else name="Name49">
                              <dgm:alg type="conn">
                                <dgm:param type="connRout" val="bend"/>
                                <dgm:param type="dim" val="1D"/>
                                <dgm:param type="endSty" val="noArr"/>
                                <dgm:param type="begPts" val="bCtr"/>
                                <dgm:param type="endPts" val="midL midR"/>
                                <dgm:param type="srcNode" val="rootConnector1"/>
                              </dgm:alg>
                            </dgm:else>
                          </dgm:choose>
                        </dgm:if>
                        <dgm:else name="Name50">
                          <dgm:choose name="Name51">
                            <dgm:if name="Name52" axis="par ch" ptType="node asst" func="cnt" op="gte" val="1">
                              <dgm:alg type="conn">
                                <dgm:param type="connRout" val="bend"/>
                                <dgm:param type="dim" val="1D"/>
                                <dgm:param type="endSty" val="noArr"/>
                                <dgm:param type="begPts" val="bCtr"/>
                                <dgm:param type="endPts" val="midL midR"/>
                              </dgm:alg>
                            </dgm:if>
                            <dgm:else name="Name53">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54">
                  <dgm:if name="Name55" func="var" arg="hierBranch" op="equ" val="l">
                    <dgm:choose name="Name56">
                      <dgm:if name="Name57"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58">
                        <dgm:alg type="hierRoot">
                          <dgm:param type="hierAlign" val="tR"/>
                        </dgm:alg>
                        <dgm:shape xmlns:r="http://schemas.openxmlformats.org/officeDocument/2006/relationships" r:blip="">
                          <dgm:adjLst/>
                        </dgm:shape>
                        <dgm:presOf/>
                        <dgm:constrLst>
                          <dgm:constr type="alignOff" val="0.25"/>
                        </dgm:constrLst>
                      </dgm:else>
                    </dgm:choose>
                  </dgm:if>
                  <dgm:if name="Name59" func="var" arg="hierBranch" op="equ" val="r">
                    <dgm:choose name="Name60">
                      <dgm:if name="Name61"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2">
                        <dgm:alg type="hierRoot">
                          <dgm:param type="hierAlign" val="tL"/>
                        </dgm:alg>
                        <dgm:shape xmlns:r="http://schemas.openxmlformats.org/officeDocument/2006/relationships" r:blip="">
                          <dgm:adjLst/>
                        </dgm:shape>
                        <dgm:presOf/>
                        <dgm:constrLst>
                          <dgm:constr type="alignOff" val="0.25"/>
                        </dgm:constrLst>
                      </dgm:else>
                    </dgm:choose>
                  </dgm:if>
                  <dgm:if name="Name63"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4"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65">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66">
                    <dgm:if name="Name67" func="var" arg="hierBranch" op="equ" val="init">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68" func="var" arg="hierBranch" op="equ" val="l">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69" func="var" arg="hierBranch" op="equ" val="r">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70">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2" styleLbl="fgAcc1">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71">
                    <dgm:if name="Name72" func="var" arg="hierBranch" op="equ" val="l">
                      <dgm:alg type="hierChild">
                        <dgm:param type="chAlign" val="r"/>
                        <dgm:param type="linDir" val="fromT"/>
                      </dgm:alg>
                    </dgm:if>
                    <dgm:if name="Name73" func="var" arg="hierBranch" op="equ" val="r">
                      <dgm:alg type="hierChild">
                        <dgm:param type="chAlign" val="l"/>
                        <dgm:param type="linDir" val="fromT"/>
                      </dgm:alg>
                    </dgm:if>
                    <dgm:if name="Name74" func="var" arg="hierBranch" op="equ" val="hang">
                      <dgm:choose name="Name75">
                        <dgm:if name="Name76" func="var" arg="dir" op="equ" val="norm">
                          <dgm:alg type="hierChild">
                            <dgm:param type="chAlign" val="l"/>
                            <dgm:param type="linDir" val="fromL"/>
                            <dgm:param type="secChAlign" val="t"/>
                            <dgm:param type="secLinDir" val="fromT"/>
                          </dgm:alg>
                        </dgm:if>
                        <dgm:else name="Name77">
                          <dgm:alg type="hierChild">
                            <dgm:param type="chAlign" val="l"/>
                            <dgm:param type="linDir" val="fromR"/>
                            <dgm:param type="secChAlign" val="t"/>
                            <dgm:param type="secLinDir" val="fromT"/>
                          </dgm:alg>
                        </dgm:else>
                      </dgm:choose>
                    </dgm:if>
                    <dgm:if name="Name78" func="var" arg="hierBranch" op="equ" val="std">
                      <dgm:choose name="Name79">
                        <dgm:if name="Name80" func="var" arg="dir" op="equ" val="norm">
                          <dgm:alg type="hierChild"/>
                        </dgm:if>
                        <dgm:else name="Name81">
                          <dgm:alg type="hierChild">
                            <dgm:param type="linDir" val="fromR"/>
                          </dgm:alg>
                        </dgm:else>
                      </dgm:choose>
                    </dgm:if>
                    <dgm:if name="Name82" func="var" arg="hierBranch" op="equ" val="init">
                      <dgm:choose name="Name83">
                        <dgm:if name="Name84" func="var" arg="dir" op="equ" val="norm">
                          <dgm:alg type="hierChild"/>
                        </dgm:if>
                        <dgm:else name="Name85">
                          <dgm:alg type="hierChild">
                            <dgm:param type="linDir" val="fromR"/>
                          </dgm:alg>
                        </dgm:else>
                      </dgm:choose>
                    </dgm:if>
                    <dgm:else name="Name86"/>
                  </dgm:choose>
                  <dgm:shape xmlns:r="http://schemas.openxmlformats.org/officeDocument/2006/relationships" r:blip="">
                    <dgm:adjLst/>
                  </dgm:shape>
                  <dgm:presOf/>
                  <dgm:constrLst/>
                  <dgm:ruleLst/>
                  <dgm:forEach name="Name87" ref="rep2a"/>
                </dgm:layoutNode>
                <dgm:layoutNode name="hierChild5">
                  <dgm:choose name="Name88">
                    <dgm:if name="Name89" func="var" arg="dir" op="equ" val="norm">
                      <dgm:alg type="hierChild">
                        <dgm:param type="chAlign" val="l"/>
                        <dgm:param type="linDir" val="fromL"/>
                        <dgm:param type="secChAlign" val="t"/>
                        <dgm:param type="secLinDir" val="fromT"/>
                      </dgm:alg>
                    </dgm:if>
                    <dgm:else name="Name90">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91" ref="rep2b"/>
                </dgm:layoutNode>
              </dgm:layoutNode>
            </dgm:forEach>
          </dgm:layoutNode>
          <dgm:layoutNode name="hierChild3">
            <dgm:choose name="Name92">
              <dgm:if name="Name93" func="var" arg="dir" op="equ" val="norm">
                <dgm:alg type="hierChild">
                  <dgm:param type="chAlign" val="l"/>
                  <dgm:param type="linDir" val="fromL"/>
                  <dgm:param type="secChAlign" val="t"/>
                  <dgm:param type="secLinDir" val="fromT"/>
                </dgm:alg>
              </dgm:if>
              <dgm:else name="Name94">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95" axis="precedSib" ptType="parTrans" st="-1" cnt="1">
                <dgm:layoutNode name="Name96">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97">
                  <dgm:if name="Name98" func="var" arg="hierBranch" op="equ" val="l">
                    <dgm:alg type="hierRoot">
                      <dgm:param type="hierAlign" val="tR"/>
                    </dgm:alg>
                    <dgm:shape xmlns:r="http://schemas.openxmlformats.org/officeDocument/2006/relationships" r:blip="">
                      <dgm:adjLst/>
                    </dgm:shape>
                    <dgm:presOf/>
                    <dgm:constrLst>
                      <dgm:constr type="alignOff" val="0.65"/>
                    </dgm:constrLst>
                  </dgm:if>
                  <dgm:if name="Name99" func="var" arg="hierBranch" op="equ" val="r">
                    <dgm:alg type="hierRoot">
                      <dgm:param type="hierAlign" val="tL"/>
                    </dgm:alg>
                    <dgm:shape xmlns:r="http://schemas.openxmlformats.org/officeDocument/2006/relationships" r:blip="">
                      <dgm:adjLst/>
                    </dgm:shape>
                    <dgm:presOf/>
                    <dgm:constrLst>
                      <dgm:constr type="alignOff" val="0.65"/>
                    </dgm:constrLst>
                  </dgm:if>
                  <dgm:if name="Name100" func="var" arg="hierBranch" op="equ" val="hang">
                    <dgm:alg type="hierRoot"/>
                    <dgm:shape xmlns:r="http://schemas.openxmlformats.org/officeDocument/2006/relationships" r:blip="">
                      <dgm:adjLst/>
                    </dgm:shape>
                    <dgm:presOf/>
                    <dgm:constrLst>
                      <dgm:constr type="alignOff" val="0.65"/>
                    </dgm:constrLst>
                  </dgm:if>
                  <dgm:if name="Name101"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02"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103"/>
                </dgm:choose>
                <dgm:ruleLst/>
                <dgm:layoutNode name="rootComposite3">
                  <dgm:alg type="composite"/>
                  <dgm:shape xmlns:r="http://schemas.openxmlformats.org/officeDocument/2006/relationships" r:blip="">
                    <dgm:adjLst/>
                  </dgm:shape>
                  <dgm:presOf axis="self" ptType="node" cnt="1"/>
                  <dgm:choose name="Name104">
                    <dgm:if name="Name105" func="var" arg="hierBranch" op="equ" val="init">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06" func="var" arg="hierBranch" op="equ" val="l">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07" func="var" arg="hierBranch" op="equ" val="r">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08">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styleLbl="asst1">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3" styleLbl="fgAcc2">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09">
                    <dgm:if name="Name110" func="var" arg="hierBranch" op="equ" val="l">
                      <dgm:alg type="hierChild">
                        <dgm:param type="chAlign" val="r"/>
                        <dgm:param type="linDir" val="fromT"/>
                      </dgm:alg>
                    </dgm:if>
                    <dgm:if name="Name111" func="var" arg="hierBranch" op="equ" val="r">
                      <dgm:alg type="hierChild">
                        <dgm:param type="chAlign" val="l"/>
                        <dgm:param type="linDir" val="fromT"/>
                      </dgm:alg>
                    </dgm:if>
                    <dgm:if name="Name112" func="var" arg="hierBranch" op="equ" val="hang">
                      <dgm:choose name="Name113">
                        <dgm:if name="Name114" func="var" arg="dir" op="equ" val="norm">
                          <dgm:alg type="hierChild">
                            <dgm:param type="chAlign" val="l"/>
                            <dgm:param type="linDir" val="fromL"/>
                            <dgm:param type="secChAlign" val="t"/>
                            <dgm:param type="secLinDir" val="fromT"/>
                          </dgm:alg>
                        </dgm:if>
                        <dgm:else name="Name115">
                          <dgm:alg type="hierChild">
                            <dgm:param type="chAlign" val="l"/>
                            <dgm:param type="linDir" val="fromR"/>
                            <dgm:param type="secChAlign" val="t"/>
                            <dgm:param type="secLinDir" val="fromT"/>
                          </dgm:alg>
                        </dgm:else>
                      </dgm:choose>
                    </dgm:if>
                    <dgm:if name="Name116" func="var" arg="hierBranch" op="equ" val="std">
                      <dgm:choose name="Name117">
                        <dgm:if name="Name118" func="var" arg="dir" op="equ" val="norm">
                          <dgm:alg type="hierChild"/>
                        </dgm:if>
                        <dgm:else name="Name119">
                          <dgm:alg type="hierChild">
                            <dgm:param type="linDir" val="fromR"/>
                          </dgm:alg>
                        </dgm:else>
                      </dgm:choose>
                    </dgm:if>
                    <dgm:if name="Name120" func="var" arg="hierBranch" op="equ" val="init">
                      <dgm:alg type="hierChild"/>
                    </dgm:if>
                    <dgm:else name="Name121"/>
                  </dgm:choose>
                  <dgm:shape xmlns:r="http://schemas.openxmlformats.org/officeDocument/2006/relationships" r:blip="">
                    <dgm:adjLst/>
                  </dgm:shape>
                  <dgm:presOf/>
                  <dgm:constrLst/>
                  <dgm:ruleLst/>
                  <dgm:forEach name="Name122" ref="rep2a"/>
                </dgm:layoutNode>
                <dgm:layoutNode name="hierChild7">
                  <dgm:choose name="Name123">
                    <dgm:if name="Name124" func="var" arg="dir" op="equ" val="norm">
                      <dgm:alg type="hierChild">
                        <dgm:param type="chAlign" val="l"/>
                        <dgm:param type="linDir" val="fromL"/>
                        <dgm:param type="secChAlign" val="t"/>
                        <dgm:param type="secLinDir" val="fromT"/>
                      </dgm:alg>
                    </dgm:if>
                    <dgm:else name="Name12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26"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10997162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658"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658"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658"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658"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658"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658"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658"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658"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658"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62f03d38f3_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g262f03d38f3_5_0: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62f03d38f3_5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g262f03d38f3_5_22: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62f03d38f3_5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g262f03d38f3_5_22: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62f03d38f3_5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g262f03d38f3_5_22: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6" name="Google Shape;96;p1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186062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7: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Total</a:t>
            </a:r>
            <a:r>
              <a:rPr lang="en-US" baseline="0" dirty="0" smtClean="0"/>
              <a:t> Modules - 17</a:t>
            </a:r>
            <a:endParaRPr dirty="0"/>
          </a:p>
        </p:txBody>
      </p:sp>
      <p:sp>
        <p:nvSpPr>
          <p:cNvPr id="177" name="Google Shape;177;p8: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9: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0: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1: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1: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1: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26797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p14: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1: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6"/>
          <p:cNvSpPr txBox="1">
            <a:spLocks noGrp="1"/>
          </p:cNvSpPr>
          <p:nvPr>
            <p:ph type="dt" idx="10"/>
          </p:nvPr>
        </p:nvSpPr>
        <p:spPr>
          <a:xfrm>
            <a:off x="525780" y="8475135"/>
            <a:ext cx="245364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6"/>
          <p:cNvSpPr txBox="1">
            <a:spLocks noGrp="1"/>
          </p:cNvSpPr>
          <p:nvPr>
            <p:ph type="ftr" idx="11"/>
          </p:nvPr>
        </p:nvSpPr>
        <p:spPr>
          <a:xfrm>
            <a:off x="3592830" y="8475135"/>
            <a:ext cx="332994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6"/>
          <p:cNvSpPr txBox="1">
            <a:spLocks noGrp="1"/>
          </p:cNvSpPr>
          <p:nvPr>
            <p:ph type="sldNum" idx="12"/>
          </p:nvPr>
        </p:nvSpPr>
        <p:spPr>
          <a:xfrm>
            <a:off x="7536180" y="8475135"/>
            <a:ext cx="245364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8"/>
          <p:cNvSpPr txBox="1">
            <a:spLocks noGrp="1"/>
          </p:cNvSpPr>
          <p:nvPr>
            <p:ph type="title"/>
          </p:nvPr>
        </p:nvSpPr>
        <p:spPr>
          <a:xfrm>
            <a:off x="525780" y="366184"/>
            <a:ext cx="9464040" cy="1524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8"/>
          <p:cNvSpPr txBox="1">
            <a:spLocks noGrp="1"/>
          </p:cNvSpPr>
          <p:nvPr>
            <p:ph type="body" idx="1"/>
          </p:nvPr>
        </p:nvSpPr>
        <p:spPr>
          <a:xfrm>
            <a:off x="525780" y="2133602"/>
            <a:ext cx="9464040" cy="6034617"/>
          </a:xfrm>
          <a:prstGeom prst="rect">
            <a:avLst/>
          </a:prstGeom>
          <a:noFill/>
          <a:ln>
            <a:noFill/>
          </a:ln>
        </p:spPr>
        <p:txBody>
          <a:bodyPr spcFirstLastPara="1" wrap="square" lIns="91425" tIns="45700" rIns="91425" bIns="45700" anchor="t" anchorCtr="0">
            <a:normAutofit/>
          </a:bodyPr>
          <a:lstStyle>
            <a:lvl1pPr marL="525803" lvl="0" indent="-394352" algn="l">
              <a:spcBef>
                <a:spcPts val="414"/>
              </a:spcBef>
              <a:spcAft>
                <a:spcPts val="0"/>
              </a:spcAft>
              <a:buClr>
                <a:schemeClr val="dk1"/>
              </a:buClr>
              <a:buSzPts val="1800"/>
              <a:buChar char="•"/>
              <a:defRPr/>
            </a:lvl1pPr>
            <a:lvl2pPr marL="1051606" lvl="1" indent="-394352" algn="l">
              <a:spcBef>
                <a:spcPts val="414"/>
              </a:spcBef>
              <a:spcAft>
                <a:spcPts val="0"/>
              </a:spcAft>
              <a:buClr>
                <a:schemeClr val="dk1"/>
              </a:buClr>
              <a:buSzPts val="1800"/>
              <a:buChar char="–"/>
              <a:defRPr/>
            </a:lvl2pPr>
            <a:lvl3pPr marL="1577409" lvl="2" indent="-394352" algn="l">
              <a:spcBef>
                <a:spcPts val="414"/>
              </a:spcBef>
              <a:spcAft>
                <a:spcPts val="0"/>
              </a:spcAft>
              <a:buClr>
                <a:schemeClr val="dk1"/>
              </a:buClr>
              <a:buSzPts val="1800"/>
              <a:buChar char="•"/>
              <a:defRPr/>
            </a:lvl3pPr>
            <a:lvl4pPr marL="2103211" lvl="3" indent="-394352" algn="l">
              <a:spcBef>
                <a:spcPts val="414"/>
              </a:spcBef>
              <a:spcAft>
                <a:spcPts val="0"/>
              </a:spcAft>
              <a:buClr>
                <a:schemeClr val="dk1"/>
              </a:buClr>
              <a:buSzPts val="1800"/>
              <a:buChar char="–"/>
              <a:defRPr/>
            </a:lvl4pPr>
            <a:lvl5pPr marL="2629014" lvl="4" indent="-394352" algn="l">
              <a:spcBef>
                <a:spcPts val="414"/>
              </a:spcBef>
              <a:spcAft>
                <a:spcPts val="0"/>
              </a:spcAft>
              <a:buClr>
                <a:schemeClr val="dk1"/>
              </a:buClr>
              <a:buSzPts val="1800"/>
              <a:buChar char="»"/>
              <a:defRPr/>
            </a:lvl5pPr>
            <a:lvl6pPr marL="3154817" lvl="5" indent="-394352" algn="l">
              <a:spcBef>
                <a:spcPts val="414"/>
              </a:spcBef>
              <a:spcAft>
                <a:spcPts val="0"/>
              </a:spcAft>
              <a:buClr>
                <a:schemeClr val="dk1"/>
              </a:buClr>
              <a:buSzPts val="1800"/>
              <a:buChar char="•"/>
              <a:defRPr/>
            </a:lvl6pPr>
            <a:lvl7pPr marL="3680620" lvl="6" indent="-394352" algn="l">
              <a:spcBef>
                <a:spcPts val="414"/>
              </a:spcBef>
              <a:spcAft>
                <a:spcPts val="0"/>
              </a:spcAft>
              <a:buClr>
                <a:schemeClr val="dk1"/>
              </a:buClr>
              <a:buSzPts val="1800"/>
              <a:buChar char="•"/>
              <a:defRPr/>
            </a:lvl7pPr>
            <a:lvl8pPr marL="4206423" lvl="7" indent="-394352" algn="l">
              <a:spcBef>
                <a:spcPts val="414"/>
              </a:spcBef>
              <a:spcAft>
                <a:spcPts val="0"/>
              </a:spcAft>
              <a:buClr>
                <a:schemeClr val="dk1"/>
              </a:buClr>
              <a:buSzPts val="1800"/>
              <a:buChar char="•"/>
              <a:defRPr/>
            </a:lvl8pPr>
            <a:lvl9pPr marL="4732226" lvl="8" indent="-394352" algn="l">
              <a:spcBef>
                <a:spcPts val="414"/>
              </a:spcBef>
              <a:spcAft>
                <a:spcPts val="0"/>
              </a:spcAft>
              <a:buClr>
                <a:schemeClr val="dk1"/>
              </a:buClr>
              <a:buSzPts val="1800"/>
              <a:buChar char="•"/>
              <a:defRPr/>
            </a:lvl9pPr>
          </a:lstStyle>
          <a:p>
            <a:endParaRPr/>
          </a:p>
        </p:txBody>
      </p:sp>
      <p:sp>
        <p:nvSpPr>
          <p:cNvPr id="24" name="Google Shape;24;p18"/>
          <p:cNvSpPr txBox="1">
            <a:spLocks noGrp="1"/>
          </p:cNvSpPr>
          <p:nvPr>
            <p:ph type="dt" idx="10"/>
          </p:nvPr>
        </p:nvSpPr>
        <p:spPr>
          <a:xfrm>
            <a:off x="525780" y="8475135"/>
            <a:ext cx="245364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8"/>
          <p:cNvSpPr txBox="1">
            <a:spLocks noGrp="1"/>
          </p:cNvSpPr>
          <p:nvPr>
            <p:ph type="ftr" idx="11"/>
          </p:nvPr>
        </p:nvSpPr>
        <p:spPr>
          <a:xfrm>
            <a:off x="3592830" y="8475135"/>
            <a:ext cx="332994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8"/>
          <p:cNvSpPr txBox="1">
            <a:spLocks noGrp="1"/>
          </p:cNvSpPr>
          <p:nvPr>
            <p:ph type="sldNum" idx="12"/>
          </p:nvPr>
        </p:nvSpPr>
        <p:spPr>
          <a:xfrm>
            <a:off x="7536180" y="8475135"/>
            <a:ext cx="245364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9"/>
          <p:cNvSpPr txBox="1">
            <a:spLocks noGrp="1"/>
          </p:cNvSpPr>
          <p:nvPr>
            <p:ph type="title"/>
          </p:nvPr>
        </p:nvSpPr>
        <p:spPr>
          <a:xfrm>
            <a:off x="830660" y="5875867"/>
            <a:ext cx="8938260" cy="18161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6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9"/>
          <p:cNvSpPr txBox="1">
            <a:spLocks noGrp="1"/>
          </p:cNvSpPr>
          <p:nvPr>
            <p:ph type="body" idx="1"/>
          </p:nvPr>
        </p:nvSpPr>
        <p:spPr>
          <a:xfrm>
            <a:off x="830660" y="3875619"/>
            <a:ext cx="8938260" cy="2000249"/>
          </a:xfrm>
          <a:prstGeom prst="rect">
            <a:avLst/>
          </a:prstGeom>
          <a:noFill/>
          <a:ln>
            <a:noFill/>
          </a:ln>
        </p:spPr>
        <p:txBody>
          <a:bodyPr spcFirstLastPara="1" wrap="square" lIns="91425" tIns="45700" rIns="91425" bIns="45700" anchor="b" anchorCtr="0">
            <a:normAutofit/>
          </a:bodyPr>
          <a:lstStyle>
            <a:lvl1pPr marL="525803" lvl="0" indent="-262901" algn="l">
              <a:spcBef>
                <a:spcPts val="460"/>
              </a:spcBef>
              <a:spcAft>
                <a:spcPts val="0"/>
              </a:spcAft>
              <a:buClr>
                <a:srgbClr val="888888"/>
              </a:buClr>
              <a:buSzPts val="2000"/>
              <a:buNone/>
              <a:defRPr sz="2300">
                <a:solidFill>
                  <a:srgbClr val="888888"/>
                </a:solidFill>
              </a:defRPr>
            </a:lvl1pPr>
            <a:lvl2pPr marL="1051606" lvl="1" indent="-262901" algn="l">
              <a:spcBef>
                <a:spcPts val="414"/>
              </a:spcBef>
              <a:spcAft>
                <a:spcPts val="0"/>
              </a:spcAft>
              <a:buClr>
                <a:srgbClr val="888888"/>
              </a:buClr>
              <a:buSzPts val="1800"/>
              <a:buNone/>
              <a:defRPr sz="2070">
                <a:solidFill>
                  <a:srgbClr val="888888"/>
                </a:solidFill>
              </a:defRPr>
            </a:lvl2pPr>
            <a:lvl3pPr marL="1577409" lvl="2" indent="-262901" algn="l">
              <a:spcBef>
                <a:spcPts val="368"/>
              </a:spcBef>
              <a:spcAft>
                <a:spcPts val="0"/>
              </a:spcAft>
              <a:buClr>
                <a:srgbClr val="888888"/>
              </a:buClr>
              <a:buSzPts val="1600"/>
              <a:buNone/>
              <a:defRPr sz="1840">
                <a:solidFill>
                  <a:srgbClr val="888888"/>
                </a:solidFill>
              </a:defRPr>
            </a:lvl3pPr>
            <a:lvl4pPr marL="2103211" lvl="3" indent="-262901" algn="l">
              <a:spcBef>
                <a:spcPts val="322"/>
              </a:spcBef>
              <a:spcAft>
                <a:spcPts val="0"/>
              </a:spcAft>
              <a:buClr>
                <a:srgbClr val="888888"/>
              </a:buClr>
              <a:buSzPts val="1400"/>
              <a:buNone/>
              <a:defRPr sz="1610">
                <a:solidFill>
                  <a:srgbClr val="888888"/>
                </a:solidFill>
              </a:defRPr>
            </a:lvl4pPr>
            <a:lvl5pPr marL="2629014" lvl="4" indent="-262901" algn="l">
              <a:spcBef>
                <a:spcPts val="322"/>
              </a:spcBef>
              <a:spcAft>
                <a:spcPts val="0"/>
              </a:spcAft>
              <a:buClr>
                <a:srgbClr val="888888"/>
              </a:buClr>
              <a:buSzPts val="1400"/>
              <a:buNone/>
              <a:defRPr sz="1610">
                <a:solidFill>
                  <a:srgbClr val="888888"/>
                </a:solidFill>
              </a:defRPr>
            </a:lvl5pPr>
            <a:lvl6pPr marL="3154817" lvl="5" indent="-262901" algn="l">
              <a:spcBef>
                <a:spcPts val="322"/>
              </a:spcBef>
              <a:spcAft>
                <a:spcPts val="0"/>
              </a:spcAft>
              <a:buClr>
                <a:srgbClr val="888888"/>
              </a:buClr>
              <a:buSzPts val="1400"/>
              <a:buNone/>
              <a:defRPr sz="1610">
                <a:solidFill>
                  <a:srgbClr val="888888"/>
                </a:solidFill>
              </a:defRPr>
            </a:lvl6pPr>
            <a:lvl7pPr marL="3680620" lvl="6" indent="-262901" algn="l">
              <a:spcBef>
                <a:spcPts val="322"/>
              </a:spcBef>
              <a:spcAft>
                <a:spcPts val="0"/>
              </a:spcAft>
              <a:buClr>
                <a:srgbClr val="888888"/>
              </a:buClr>
              <a:buSzPts val="1400"/>
              <a:buNone/>
              <a:defRPr sz="1610">
                <a:solidFill>
                  <a:srgbClr val="888888"/>
                </a:solidFill>
              </a:defRPr>
            </a:lvl7pPr>
            <a:lvl8pPr marL="4206423" lvl="7" indent="-262901" algn="l">
              <a:spcBef>
                <a:spcPts val="322"/>
              </a:spcBef>
              <a:spcAft>
                <a:spcPts val="0"/>
              </a:spcAft>
              <a:buClr>
                <a:srgbClr val="888888"/>
              </a:buClr>
              <a:buSzPts val="1400"/>
              <a:buNone/>
              <a:defRPr sz="1610">
                <a:solidFill>
                  <a:srgbClr val="888888"/>
                </a:solidFill>
              </a:defRPr>
            </a:lvl8pPr>
            <a:lvl9pPr marL="4732226" lvl="8" indent="-262901" algn="l">
              <a:spcBef>
                <a:spcPts val="322"/>
              </a:spcBef>
              <a:spcAft>
                <a:spcPts val="0"/>
              </a:spcAft>
              <a:buClr>
                <a:srgbClr val="888888"/>
              </a:buClr>
              <a:buSzPts val="1400"/>
              <a:buNone/>
              <a:defRPr sz="1610">
                <a:solidFill>
                  <a:srgbClr val="888888"/>
                </a:solidFill>
              </a:defRPr>
            </a:lvl9pPr>
          </a:lstStyle>
          <a:p>
            <a:endParaRPr/>
          </a:p>
        </p:txBody>
      </p:sp>
      <p:sp>
        <p:nvSpPr>
          <p:cNvPr id="30" name="Google Shape;30;p19"/>
          <p:cNvSpPr txBox="1">
            <a:spLocks noGrp="1"/>
          </p:cNvSpPr>
          <p:nvPr>
            <p:ph type="dt" idx="10"/>
          </p:nvPr>
        </p:nvSpPr>
        <p:spPr>
          <a:xfrm>
            <a:off x="525780" y="8475135"/>
            <a:ext cx="245364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9"/>
          <p:cNvSpPr txBox="1">
            <a:spLocks noGrp="1"/>
          </p:cNvSpPr>
          <p:nvPr>
            <p:ph type="ftr" idx="11"/>
          </p:nvPr>
        </p:nvSpPr>
        <p:spPr>
          <a:xfrm>
            <a:off x="3592830" y="8475135"/>
            <a:ext cx="332994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9"/>
          <p:cNvSpPr txBox="1">
            <a:spLocks noGrp="1"/>
          </p:cNvSpPr>
          <p:nvPr>
            <p:ph type="sldNum" idx="12"/>
          </p:nvPr>
        </p:nvSpPr>
        <p:spPr>
          <a:xfrm>
            <a:off x="7536180" y="8475135"/>
            <a:ext cx="245364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0"/>
          <p:cNvSpPr txBox="1">
            <a:spLocks noGrp="1"/>
          </p:cNvSpPr>
          <p:nvPr>
            <p:ph type="title"/>
          </p:nvPr>
        </p:nvSpPr>
        <p:spPr>
          <a:xfrm>
            <a:off x="525780" y="366184"/>
            <a:ext cx="9464040" cy="1524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0"/>
          <p:cNvSpPr txBox="1">
            <a:spLocks noGrp="1"/>
          </p:cNvSpPr>
          <p:nvPr>
            <p:ph type="body" idx="1"/>
          </p:nvPr>
        </p:nvSpPr>
        <p:spPr>
          <a:xfrm>
            <a:off x="525780" y="2133602"/>
            <a:ext cx="4644390" cy="6034617"/>
          </a:xfrm>
          <a:prstGeom prst="rect">
            <a:avLst/>
          </a:prstGeom>
          <a:noFill/>
          <a:ln>
            <a:noFill/>
          </a:ln>
        </p:spPr>
        <p:txBody>
          <a:bodyPr spcFirstLastPara="1" wrap="square" lIns="91425" tIns="45700" rIns="91425" bIns="45700" anchor="t" anchorCtr="0">
            <a:normAutofit/>
          </a:bodyPr>
          <a:lstStyle>
            <a:lvl1pPr marL="525803" lvl="0" indent="-467380" algn="l">
              <a:spcBef>
                <a:spcPts val="644"/>
              </a:spcBef>
              <a:spcAft>
                <a:spcPts val="0"/>
              </a:spcAft>
              <a:buClr>
                <a:schemeClr val="dk1"/>
              </a:buClr>
              <a:buSzPts val="2800"/>
              <a:buChar char="•"/>
              <a:defRPr sz="3220"/>
            </a:lvl1pPr>
            <a:lvl2pPr marL="1051606" lvl="1" indent="-438169" algn="l">
              <a:spcBef>
                <a:spcPts val="552"/>
              </a:spcBef>
              <a:spcAft>
                <a:spcPts val="0"/>
              </a:spcAft>
              <a:buClr>
                <a:schemeClr val="dk1"/>
              </a:buClr>
              <a:buSzPts val="2400"/>
              <a:buChar char="–"/>
              <a:defRPr sz="2760"/>
            </a:lvl2pPr>
            <a:lvl3pPr marL="1577409" lvl="2" indent="-408958" algn="l">
              <a:spcBef>
                <a:spcPts val="460"/>
              </a:spcBef>
              <a:spcAft>
                <a:spcPts val="0"/>
              </a:spcAft>
              <a:buClr>
                <a:schemeClr val="dk1"/>
              </a:buClr>
              <a:buSzPts val="2000"/>
              <a:buChar char="•"/>
              <a:defRPr sz="2300"/>
            </a:lvl3pPr>
            <a:lvl4pPr marL="2103211" lvl="3" indent="-394352" algn="l">
              <a:spcBef>
                <a:spcPts val="414"/>
              </a:spcBef>
              <a:spcAft>
                <a:spcPts val="0"/>
              </a:spcAft>
              <a:buClr>
                <a:schemeClr val="dk1"/>
              </a:buClr>
              <a:buSzPts val="1800"/>
              <a:buChar char="–"/>
              <a:defRPr sz="2070"/>
            </a:lvl4pPr>
            <a:lvl5pPr marL="2629014" lvl="4" indent="-394352" algn="l">
              <a:spcBef>
                <a:spcPts val="414"/>
              </a:spcBef>
              <a:spcAft>
                <a:spcPts val="0"/>
              </a:spcAft>
              <a:buClr>
                <a:schemeClr val="dk1"/>
              </a:buClr>
              <a:buSzPts val="1800"/>
              <a:buChar char="»"/>
              <a:defRPr sz="2070"/>
            </a:lvl5pPr>
            <a:lvl6pPr marL="3154817" lvl="5" indent="-394352" algn="l">
              <a:spcBef>
                <a:spcPts val="414"/>
              </a:spcBef>
              <a:spcAft>
                <a:spcPts val="0"/>
              </a:spcAft>
              <a:buClr>
                <a:schemeClr val="dk1"/>
              </a:buClr>
              <a:buSzPts val="1800"/>
              <a:buChar char="•"/>
              <a:defRPr sz="2070"/>
            </a:lvl6pPr>
            <a:lvl7pPr marL="3680620" lvl="6" indent="-394352" algn="l">
              <a:spcBef>
                <a:spcPts val="414"/>
              </a:spcBef>
              <a:spcAft>
                <a:spcPts val="0"/>
              </a:spcAft>
              <a:buClr>
                <a:schemeClr val="dk1"/>
              </a:buClr>
              <a:buSzPts val="1800"/>
              <a:buChar char="•"/>
              <a:defRPr sz="2070"/>
            </a:lvl7pPr>
            <a:lvl8pPr marL="4206423" lvl="7" indent="-394352" algn="l">
              <a:spcBef>
                <a:spcPts val="414"/>
              </a:spcBef>
              <a:spcAft>
                <a:spcPts val="0"/>
              </a:spcAft>
              <a:buClr>
                <a:schemeClr val="dk1"/>
              </a:buClr>
              <a:buSzPts val="1800"/>
              <a:buChar char="•"/>
              <a:defRPr sz="2070"/>
            </a:lvl8pPr>
            <a:lvl9pPr marL="4732226" lvl="8" indent="-394352" algn="l">
              <a:spcBef>
                <a:spcPts val="414"/>
              </a:spcBef>
              <a:spcAft>
                <a:spcPts val="0"/>
              </a:spcAft>
              <a:buClr>
                <a:schemeClr val="dk1"/>
              </a:buClr>
              <a:buSzPts val="1800"/>
              <a:buChar char="•"/>
              <a:defRPr sz="2070"/>
            </a:lvl9pPr>
          </a:lstStyle>
          <a:p>
            <a:endParaRPr/>
          </a:p>
        </p:txBody>
      </p:sp>
      <p:sp>
        <p:nvSpPr>
          <p:cNvPr id="36" name="Google Shape;36;p20"/>
          <p:cNvSpPr txBox="1">
            <a:spLocks noGrp="1"/>
          </p:cNvSpPr>
          <p:nvPr>
            <p:ph type="body" idx="2"/>
          </p:nvPr>
        </p:nvSpPr>
        <p:spPr>
          <a:xfrm>
            <a:off x="5345430" y="2133602"/>
            <a:ext cx="4644390" cy="6034617"/>
          </a:xfrm>
          <a:prstGeom prst="rect">
            <a:avLst/>
          </a:prstGeom>
          <a:noFill/>
          <a:ln>
            <a:noFill/>
          </a:ln>
        </p:spPr>
        <p:txBody>
          <a:bodyPr spcFirstLastPara="1" wrap="square" lIns="91425" tIns="45700" rIns="91425" bIns="45700" anchor="t" anchorCtr="0">
            <a:normAutofit/>
          </a:bodyPr>
          <a:lstStyle>
            <a:lvl1pPr marL="525803" lvl="0" indent="-467380" algn="l">
              <a:spcBef>
                <a:spcPts val="644"/>
              </a:spcBef>
              <a:spcAft>
                <a:spcPts val="0"/>
              </a:spcAft>
              <a:buClr>
                <a:schemeClr val="dk1"/>
              </a:buClr>
              <a:buSzPts val="2800"/>
              <a:buChar char="•"/>
              <a:defRPr sz="3220"/>
            </a:lvl1pPr>
            <a:lvl2pPr marL="1051606" lvl="1" indent="-438169" algn="l">
              <a:spcBef>
                <a:spcPts val="552"/>
              </a:spcBef>
              <a:spcAft>
                <a:spcPts val="0"/>
              </a:spcAft>
              <a:buClr>
                <a:schemeClr val="dk1"/>
              </a:buClr>
              <a:buSzPts val="2400"/>
              <a:buChar char="–"/>
              <a:defRPr sz="2760"/>
            </a:lvl2pPr>
            <a:lvl3pPr marL="1577409" lvl="2" indent="-408958" algn="l">
              <a:spcBef>
                <a:spcPts val="460"/>
              </a:spcBef>
              <a:spcAft>
                <a:spcPts val="0"/>
              </a:spcAft>
              <a:buClr>
                <a:schemeClr val="dk1"/>
              </a:buClr>
              <a:buSzPts val="2000"/>
              <a:buChar char="•"/>
              <a:defRPr sz="2300"/>
            </a:lvl3pPr>
            <a:lvl4pPr marL="2103211" lvl="3" indent="-394352" algn="l">
              <a:spcBef>
                <a:spcPts val="414"/>
              </a:spcBef>
              <a:spcAft>
                <a:spcPts val="0"/>
              </a:spcAft>
              <a:buClr>
                <a:schemeClr val="dk1"/>
              </a:buClr>
              <a:buSzPts val="1800"/>
              <a:buChar char="–"/>
              <a:defRPr sz="2070"/>
            </a:lvl4pPr>
            <a:lvl5pPr marL="2629014" lvl="4" indent="-394352" algn="l">
              <a:spcBef>
                <a:spcPts val="414"/>
              </a:spcBef>
              <a:spcAft>
                <a:spcPts val="0"/>
              </a:spcAft>
              <a:buClr>
                <a:schemeClr val="dk1"/>
              </a:buClr>
              <a:buSzPts val="1800"/>
              <a:buChar char="»"/>
              <a:defRPr sz="2070"/>
            </a:lvl5pPr>
            <a:lvl6pPr marL="3154817" lvl="5" indent="-394352" algn="l">
              <a:spcBef>
                <a:spcPts val="414"/>
              </a:spcBef>
              <a:spcAft>
                <a:spcPts val="0"/>
              </a:spcAft>
              <a:buClr>
                <a:schemeClr val="dk1"/>
              </a:buClr>
              <a:buSzPts val="1800"/>
              <a:buChar char="•"/>
              <a:defRPr sz="2070"/>
            </a:lvl6pPr>
            <a:lvl7pPr marL="3680620" lvl="6" indent="-394352" algn="l">
              <a:spcBef>
                <a:spcPts val="414"/>
              </a:spcBef>
              <a:spcAft>
                <a:spcPts val="0"/>
              </a:spcAft>
              <a:buClr>
                <a:schemeClr val="dk1"/>
              </a:buClr>
              <a:buSzPts val="1800"/>
              <a:buChar char="•"/>
              <a:defRPr sz="2070"/>
            </a:lvl7pPr>
            <a:lvl8pPr marL="4206423" lvl="7" indent="-394352" algn="l">
              <a:spcBef>
                <a:spcPts val="414"/>
              </a:spcBef>
              <a:spcAft>
                <a:spcPts val="0"/>
              </a:spcAft>
              <a:buClr>
                <a:schemeClr val="dk1"/>
              </a:buClr>
              <a:buSzPts val="1800"/>
              <a:buChar char="•"/>
              <a:defRPr sz="2070"/>
            </a:lvl8pPr>
            <a:lvl9pPr marL="4732226" lvl="8" indent="-394352" algn="l">
              <a:spcBef>
                <a:spcPts val="414"/>
              </a:spcBef>
              <a:spcAft>
                <a:spcPts val="0"/>
              </a:spcAft>
              <a:buClr>
                <a:schemeClr val="dk1"/>
              </a:buClr>
              <a:buSzPts val="1800"/>
              <a:buChar char="•"/>
              <a:defRPr sz="2070"/>
            </a:lvl9pPr>
          </a:lstStyle>
          <a:p>
            <a:endParaRPr/>
          </a:p>
        </p:txBody>
      </p:sp>
      <p:sp>
        <p:nvSpPr>
          <p:cNvPr id="37" name="Google Shape;37;p20"/>
          <p:cNvSpPr txBox="1">
            <a:spLocks noGrp="1"/>
          </p:cNvSpPr>
          <p:nvPr>
            <p:ph type="dt" idx="10"/>
          </p:nvPr>
        </p:nvSpPr>
        <p:spPr>
          <a:xfrm>
            <a:off x="525780" y="8475135"/>
            <a:ext cx="245364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0"/>
          <p:cNvSpPr txBox="1">
            <a:spLocks noGrp="1"/>
          </p:cNvSpPr>
          <p:nvPr>
            <p:ph type="ftr" idx="11"/>
          </p:nvPr>
        </p:nvSpPr>
        <p:spPr>
          <a:xfrm>
            <a:off x="3592830" y="8475135"/>
            <a:ext cx="332994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0"/>
          <p:cNvSpPr txBox="1">
            <a:spLocks noGrp="1"/>
          </p:cNvSpPr>
          <p:nvPr>
            <p:ph type="sldNum" idx="12"/>
          </p:nvPr>
        </p:nvSpPr>
        <p:spPr>
          <a:xfrm>
            <a:off x="7536180" y="8475135"/>
            <a:ext cx="245364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1"/>
          <p:cNvSpPr txBox="1">
            <a:spLocks noGrp="1"/>
          </p:cNvSpPr>
          <p:nvPr>
            <p:ph type="title"/>
          </p:nvPr>
        </p:nvSpPr>
        <p:spPr>
          <a:xfrm>
            <a:off x="525780" y="366184"/>
            <a:ext cx="9464040" cy="1524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1"/>
          <p:cNvSpPr txBox="1">
            <a:spLocks noGrp="1"/>
          </p:cNvSpPr>
          <p:nvPr>
            <p:ph type="body" idx="1"/>
          </p:nvPr>
        </p:nvSpPr>
        <p:spPr>
          <a:xfrm>
            <a:off x="525781" y="2046817"/>
            <a:ext cx="4646216" cy="853016"/>
          </a:xfrm>
          <a:prstGeom prst="rect">
            <a:avLst/>
          </a:prstGeom>
          <a:noFill/>
          <a:ln>
            <a:noFill/>
          </a:ln>
        </p:spPr>
        <p:txBody>
          <a:bodyPr spcFirstLastPara="1" wrap="square" lIns="91425" tIns="45700" rIns="91425" bIns="45700" anchor="b" anchorCtr="0">
            <a:normAutofit/>
          </a:bodyPr>
          <a:lstStyle>
            <a:lvl1pPr marL="525803" lvl="0" indent="-262901" algn="l">
              <a:spcBef>
                <a:spcPts val="552"/>
              </a:spcBef>
              <a:spcAft>
                <a:spcPts val="0"/>
              </a:spcAft>
              <a:buClr>
                <a:schemeClr val="dk1"/>
              </a:buClr>
              <a:buSzPts val="2400"/>
              <a:buNone/>
              <a:defRPr sz="2760" b="1"/>
            </a:lvl1pPr>
            <a:lvl2pPr marL="1051606" lvl="1" indent="-262901" algn="l">
              <a:spcBef>
                <a:spcPts val="460"/>
              </a:spcBef>
              <a:spcAft>
                <a:spcPts val="0"/>
              </a:spcAft>
              <a:buClr>
                <a:schemeClr val="dk1"/>
              </a:buClr>
              <a:buSzPts val="2000"/>
              <a:buNone/>
              <a:defRPr sz="2300" b="1"/>
            </a:lvl2pPr>
            <a:lvl3pPr marL="1577409" lvl="2" indent="-262901" algn="l">
              <a:spcBef>
                <a:spcPts val="414"/>
              </a:spcBef>
              <a:spcAft>
                <a:spcPts val="0"/>
              </a:spcAft>
              <a:buClr>
                <a:schemeClr val="dk1"/>
              </a:buClr>
              <a:buSzPts val="1800"/>
              <a:buNone/>
              <a:defRPr sz="2070" b="1"/>
            </a:lvl3pPr>
            <a:lvl4pPr marL="2103211" lvl="3" indent="-262901" algn="l">
              <a:spcBef>
                <a:spcPts val="368"/>
              </a:spcBef>
              <a:spcAft>
                <a:spcPts val="0"/>
              </a:spcAft>
              <a:buClr>
                <a:schemeClr val="dk1"/>
              </a:buClr>
              <a:buSzPts val="1600"/>
              <a:buNone/>
              <a:defRPr sz="1840" b="1"/>
            </a:lvl4pPr>
            <a:lvl5pPr marL="2629014" lvl="4" indent="-262901" algn="l">
              <a:spcBef>
                <a:spcPts val="368"/>
              </a:spcBef>
              <a:spcAft>
                <a:spcPts val="0"/>
              </a:spcAft>
              <a:buClr>
                <a:schemeClr val="dk1"/>
              </a:buClr>
              <a:buSzPts val="1600"/>
              <a:buNone/>
              <a:defRPr sz="1840" b="1"/>
            </a:lvl5pPr>
            <a:lvl6pPr marL="3154817" lvl="5" indent="-262901" algn="l">
              <a:spcBef>
                <a:spcPts val="368"/>
              </a:spcBef>
              <a:spcAft>
                <a:spcPts val="0"/>
              </a:spcAft>
              <a:buClr>
                <a:schemeClr val="dk1"/>
              </a:buClr>
              <a:buSzPts val="1600"/>
              <a:buNone/>
              <a:defRPr sz="1840" b="1"/>
            </a:lvl6pPr>
            <a:lvl7pPr marL="3680620" lvl="6" indent="-262901" algn="l">
              <a:spcBef>
                <a:spcPts val="368"/>
              </a:spcBef>
              <a:spcAft>
                <a:spcPts val="0"/>
              </a:spcAft>
              <a:buClr>
                <a:schemeClr val="dk1"/>
              </a:buClr>
              <a:buSzPts val="1600"/>
              <a:buNone/>
              <a:defRPr sz="1840" b="1"/>
            </a:lvl7pPr>
            <a:lvl8pPr marL="4206423" lvl="7" indent="-262901" algn="l">
              <a:spcBef>
                <a:spcPts val="368"/>
              </a:spcBef>
              <a:spcAft>
                <a:spcPts val="0"/>
              </a:spcAft>
              <a:buClr>
                <a:schemeClr val="dk1"/>
              </a:buClr>
              <a:buSzPts val="1600"/>
              <a:buNone/>
              <a:defRPr sz="1840" b="1"/>
            </a:lvl8pPr>
            <a:lvl9pPr marL="4732226" lvl="8" indent="-262901" algn="l">
              <a:spcBef>
                <a:spcPts val="368"/>
              </a:spcBef>
              <a:spcAft>
                <a:spcPts val="0"/>
              </a:spcAft>
              <a:buClr>
                <a:schemeClr val="dk1"/>
              </a:buClr>
              <a:buSzPts val="1600"/>
              <a:buNone/>
              <a:defRPr sz="1840" b="1"/>
            </a:lvl9pPr>
          </a:lstStyle>
          <a:p>
            <a:endParaRPr/>
          </a:p>
        </p:txBody>
      </p:sp>
      <p:sp>
        <p:nvSpPr>
          <p:cNvPr id="43" name="Google Shape;43;p21"/>
          <p:cNvSpPr txBox="1">
            <a:spLocks noGrp="1"/>
          </p:cNvSpPr>
          <p:nvPr>
            <p:ph type="body" idx="2"/>
          </p:nvPr>
        </p:nvSpPr>
        <p:spPr>
          <a:xfrm>
            <a:off x="525781" y="2899833"/>
            <a:ext cx="4646216" cy="5268384"/>
          </a:xfrm>
          <a:prstGeom prst="rect">
            <a:avLst/>
          </a:prstGeom>
          <a:noFill/>
          <a:ln>
            <a:noFill/>
          </a:ln>
        </p:spPr>
        <p:txBody>
          <a:bodyPr spcFirstLastPara="1" wrap="square" lIns="91425" tIns="45700" rIns="91425" bIns="45700" anchor="t" anchorCtr="0">
            <a:normAutofit/>
          </a:bodyPr>
          <a:lstStyle>
            <a:lvl1pPr marL="525803" lvl="0" indent="-438169" algn="l">
              <a:spcBef>
                <a:spcPts val="552"/>
              </a:spcBef>
              <a:spcAft>
                <a:spcPts val="0"/>
              </a:spcAft>
              <a:buClr>
                <a:schemeClr val="dk1"/>
              </a:buClr>
              <a:buSzPts val="2400"/>
              <a:buChar char="•"/>
              <a:defRPr sz="2760"/>
            </a:lvl1pPr>
            <a:lvl2pPr marL="1051606" lvl="1" indent="-408958" algn="l">
              <a:spcBef>
                <a:spcPts val="460"/>
              </a:spcBef>
              <a:spcAft>
                <a:spcPts val="0"/>
              </a:spcAft>
              <a:buClr>
                <a:schemeClr val="dk1"/>
              </a:buClr>
              <a:buSzPts val="2000"/>
              <a:buChar char="–"/>
              <a:defRPr sz="2300"/>
            </a:lvl2pPr>
            <a:lvl3pPr marL="1577409" lvl="2" indent="-394352" algn="l">
              <a:spcBef>
                <a:spcPts val="414"/>
              </a:spcBef>
              <a:spcAft>
                <a:spcPts val="0"/>
              </a:spcAft>
              <a:buClr>
                <a:schemeClr val="dk1"/>
              </a:buClr>
              <a:buSzPts val="1800"/>
              <a:buChar char="•"/>
              <a:defRPr sz="2070"/>
            </a:lvl3pPr>
            <a:lvl4pPr marL="2103211" lvl="3" indent="-379747" algn="l">
              <a:spcBef>
                <a:spcPts val="368"/>
              </a:spcBef>
              <a:spcAft>
                <a:spcPts val="0"/>
              </a:spcAft>
              <a:buClr>
                <a:schemeClr val="dk1"/>
              </a:buClr>
              <a:buSzPts val="1600"/>
              <a:buChar char="–"/>
              <a:defRPr sz="1840"/>
            </a:lvl4pPr>
            <a:lvl5pPr marL="2629014" lvl="4" indent="-379747" algn="l">
              <a:spcBef>
                <a:spcPts val="368"/>
              </a:spcBef>
              <a:spcAft>
                <a:spcPts val="0"/>
              </a:spcAft>
              <a:buClr>
                <a:schemeClr val="dk1"/>
              </a:buClr>
              <a:buSzPts val="1600"/>
              <a:buChar char="»"/>
              <a:defRPr sz="1840"/>
            </a:lvl5pPr>
            <a:lvl6pPr marL="3154817" lvl="5" indent="-379747" algn="l">
              <a:spcBef>
                <a:spcPts val="368"/>
              </a:spcBef>
              <a:spcAft>
                <a:spcPts val="0"/>
              </a:spcAft>
              <a:buClr>
                <a:schemeClr val="dk1"/>
              </a:buClr>
              <a:buSzPts val="1600"/>
              <a:buChar char="•"/>
              <a:defRPr sz="1840"/>
            </a:lvl6pPr>
            <a:lvl7pPr marL="3680620" lvl="6" indent="-379747" algn="l">
              <a:spcBef>
                <a:spcPts val="368"/>
              </a:spcBef>
              <a:spcAft>
                <a:spcPts val="0"/>
              </a:spcAft>
              <a:buClr>
                <a:schemeClr val="dk1"/>
              </a:buClr>
              <a:buSzPts val="1600"/>
              <a:buChar char="•"/>
              <a:defRPr sz="1840"/>
            </a:lvl7pPr>
            <a:lvl8pPr marL="4206423" lvl="7" indent="-379747" algn="l">
              <a:spcBef>
                <a:spcPts val="368"/>
              </a:spcBef>
              <a:spcAft>
                <a:spcPts val="0"/>
              </a:spcAft>
              <a:buClr>
                <a:schemeClr val="dk1"/>
              </a:buClr>
              <a:buSzPts val="1600"/>
              <a:buChar char="•"/>
              <a:defRPr sz="1840"/>
            </a:lvl8pPr>
            <a:lvl9pPr marL="4732226" lvl="8" indent="-379747" algn="l">
              <a:spcBef>
                <a:spcPts val="368"/>
              </a:spcBef>
              <a:spcAft>
                <a:spcPts val="0"/>
              </a:spcAft>
              <a:buClr>
                <a:schemeClr val="dk1"/>
              </a:buClr>
              <a:buSzPts val="1600"/>
              <a:buChar char="•"/>
              <a:defRPr sz="1840"/>
            </a:lvl9pPr>
          </a:lstStyle>
          <a:p>
            <a:endParaRPr/>
          </a:p>
        </p:txBody>
      </p:sp>
      <p:sp>
        <p:nvSpPr>
          <p:cNvPr id="44" name="Google Shape;44;p21"/>
          <p:cNvSpPr txBox="1">
            <a:spLocks noGrp="1"/>
          </p:cNvSpPr>
          <p:nvPr>
            <p:ph type="body" idx="3"/>
          </p:nvPr>
        </p:nvSpPr>
        <p:spPr>
          <a:xfrm>
            <a:off x="5341780" y="2046817"/>
            <a:ext cx="4648042" cy="853016"/>
          </a:xfrm>
          <a:prstGeom prst="rect">
            <a:avLst/>
          </a:prstGeom>
          <a:noFill/>
          <a:ln>
            <a:noFill/>
          </a:ln>
        </p:spPr>
        <p:txBody>
          <a:bodyPr spcFirstLastPara="1" wrap="square" lIns="91425" tIns="45700" rIns="91425" bIns="45700" anchor="b" anchorCtr="0">
            <a:normAutofit/>
          </a:bodyPr>
          <a:lstStyle>
            <a:lvl1pPr marL="525803" lvl="0" indent="-262901" algn="l">
              <a:spcBef>
                <a:spcPts val="552"/>
              </a:spcBef>
              <a:spcAft>
                <a:spcPts val="0"/>
              </a:spcAft>
              <a:buClr>
                <a:schemeClr val="dk1"/>
              </a:buClr>
              <a:buSzPts val="2400"/>
              <a:buNone/>
              <a:defRPr sz="2760" b="1"/>
            </a:lvl1pPr>
            <a:lvl2pPr marL="1051606" lvl="1" indent="-262901" algn="l">
              <a:spcBef>
                <a:spcPts val="460"/>
              </a:spcBef>
              <a:spcAft>
                <a:spcPts val="0"/>
              </a:spcAft>
              <a:buClr>
                <a:schemeClr val="dk1"/>
              </a:buClr>
              <a:buSzPts val="2000"/>
              <a:buNone/>
              <a:defRPr sz="2300" b="1"/>
            </a:lvl2pPr>
            <a:lvl3pPr marL="1577409" lvl="2" indent="-262901" algn="l">
              <a:spcBef>
                <a:spcPts val="414"/>
              </a:spcBef>
              <a:spcAft>
                <a:spcPts val="0"/>
              </a:spcAft>
              <a:buClr>
                <a:schemeClr val="dk1"/>
              </a:buClr>
              <a:buSzPts val="1800"/>
              <a:buNone/>
              <a:defRPr sz="2070" b="1"/>
            </a:lvl3pPr>
            <a:lvl4pPr marL="2103211" lvl="3" indent="-262901" algn="l">
              <a:spcBef>
                <a:spcPts val="368"/>
              </a:spcBef>
              <a:spcAft>
                <a:spcPts val="0"/>
              </a:spcAft>
              <a:buClr>
                <a:schemeClr val="dk1"/>
              </a:buClr>
              <a:buSzPts val="1600"/>
              <a:buNone/>
              <a:defRPr sz="1840" b="1"/>
            </a:lvl4pPr>
            <a:lvl5pPr marL="2629014" lvl="4" indent="-262901" algn="l">
              <a:spcBef>
                <a:spcPts val="368"/>
              </a:spcBef>
              <a:spcAft>
                <a:spcPts val="0"/>
              </a:spcAft>
              <a:buClr>
                <a:schemeClr val="dk1"/>
              </a:buClr>
              <a:buSzPts val="1600"/>
              <a:buNone/>
              <a:defRPr sz="1840" b="1"/>
            </a:lvl5pPr>
            <a:lvl6pPr marL="3154817" lvl="5" indent="-262901" algn="l">
              <a:spcBef>
                <a:spcPts val="368"/>
              </a:spcBef>
              <a:spcAft>
                <a:spcPts val="0"/>
              </a:spcAft>
              <a:buClr>
                <a:schemeClr val="dk1"/>
              </a:buClr>
              <a:buSzPts val="1600"/>
              <a:buNone/>
              <a:defRPr sz="1840" b="1"/>
            </a:lvl6pPr>
            <a:lvl7pPr marL="3680620" lvl="6" indent="-262901" algn="l">
              <a:spcBef>
                <a:spcPts val="368"/>
              </a:spcBef>
              <a:spcAft>
                <a:spcPts val="0"/>
              </a:spcAft>
              <a:buClr>
                <a:schemeClr val="dk1"/>
              </a:buClr>
              <a:buSzPts val="1600"/>
              <a:buNone/>
              <a:defRPr sz="1840" b="1"/>
            </a:lvl7pPr>
            <a:lvl8pPr marL="4206423" lvl="7" indent="-262901" algn="l">
              <a:spcBef>
                <a:spcPts val="368"/>
              </a:spcBef>
              <a:spcAft>
                <a:spcPts val="0"/>
              </a:spcAft>
              <a:buClr>
                <a:schemeClr val="dk1"/>
              </a:buClr>
              <a:buSzPts val="1600"/>
              <a:buNone/>
              <a:defRPr sz="1840" b="1"/>
            </a:lvl8pPr>
            <a:lvl9pPr marL="4732226" lvl="8" indent="-262901" algn="l">
              <a:spcBef>
                <a:spcPts val="368"/>
              </a:spcBef>
              <a:spcAft>
                <a:spcPts val="0"/>
              </a:spcAft>
              <a:buClr>
                <a:schemeClr val="dk1"/>
              </a:buClr>
              <a:buSzPts val="1600"/>
              <a:buNone/>
              <a:defRPr sz="1840" b="1"/>
            </a:lvl9pPr>
          </a:lstStyle>
          <a:p>
            <a:endParaRPr/>
          </a:p>
        </p:txBody>
      </p:sp>
      <p:sp>
        <p:nvSpPr>
          <p:cNvPr id="45" name="Google Shape;45;p21"/>
          <p:cNvSpPr txBox="1">
            <a:spLocks noGrp="1"/>
          </p:cNvSpPr>
          <p:nvPr>
            <p:ph type="body" idx="4"/>
          </p:nvPr>
        </p:nvSpPr>
        <p:spPr>
          <a:xfrm>
            <a:off x="5341780" y="2899833"/>
            <a:ext cx="4648042" cy="5268384"/>
          </a:xfrm>
          <a:prstGeom prst="rect">
            <a:avLst/>
          </a:prstGeom>
          <a:noFill/>
          <a:ln>
            <a:noFill/>
          </a:ln>
        </p:spPr>
        <p:txBody>
          <a:bodyPr spcFirstLastPara="1" wrap="square" lIns="91425" tIns="45700" rIns="91425" bIns="45700" anchor="t" anchorCtr="0">
            <a:normAutofit/>
          </a:bodyPr>
          <a:lstStyle>
            <a:lvl1pPr marL="525803" lvl="0" indent="-438169" algn="l">
              <a:spcBef>
                <a:spcPts val="552"/>
              </a:spcBef>
              <a:spcAft>
                <a:spcPts val="0"/>
              </a:spcAft>
              <a:buClr>
                <a:schemeClr val="dk1"/>
              </a:buClr>
              <a:buSzPts val="2400"/>
              <a:buChar char="•"/>
              <a:defRPr sz="2760"/>
            </a:lvl1pPr>
            <a:lvl2pPr marL="1051606" lvl="1" indent="-408958" algn="l">
              <a:spcBef>
                <a:spcPts val="460"/>
              </a:spcBef>
              <a:spcAft>
                <a:spcPts val="0"/>
              </a:spcAft>
              <a:buClr>
                <a:schemeClr val="dk1"/>
              </a:buClr>
              <a:buSzPts val="2000"/>
              <a:buChar char="–"/>
              <a:defRPr sz="2300"/>
            </a:lvl2pPr>
            <a:lvl3pPr marL="1577409" lvl="2" indent="-394352" algn="l">
              <a:spcBef>
                <a:spcPts val="414"/>
              </a:spcBef>
              <a:spcAft>
                <a:spcPts val="0"/>
              </a:spcAft>
              <a:buClr>
                <a:schemeClr val="dk1"/>
              </a:buClr>
              <a:buSzPts val="1800"/>
              <a:buChar char="•"/>
              <a:defRPr sz="2070"/>
            </a:lvl3pPr>
            <a:lvl4pPr marL="2103211" lvl="3" indent="-379747" algn="l">
              <a:spcBef>
                <a:spcPts val="368"/>
              </a:spcBef>
              <a:spcAft>
                <a:spcPts val="0"/>
              </a:spcAft>
              <a:buClr>
                <a:schemeClr val="dk1"/>
              </a:buClr>
              <a:buSzPts val="1600"/>
              <a:buChar char="–"/>
              <a:defRPr sz="1840"/>
            </a:lvl4pPr>
            <a:lvl5pPr marL="2629014" lvl="4" indent="-379747" algn="l">
              <a:spcBef>
                <a:spcPts val="368"/>
              </a:spcBef>
              <a:spcAft>
                <a:spcPts val="0"/>
              </a:spcAft>
              <a:buClr>
                <a:schemeClr val="dk1"/>
              </a:buClr>
              <a:buSzPts val="1600"/>
              <a:buChar char="»"/>
              <a:defRPr sz="1840"/>
            </a:lvl5pPr>
            <a:lvl6pPr marL="3154817" lvl="5" indent="-379747" algn="l">
              <a:spcBef>
                <a:spcPts val="368"/>
              </a:spcBef>
              <a:spcAft>
                <a:spcPts val="0"/>
              </a:spcAft>
              <a:buClr>
                <a:schemeClr val="dk1"/>
              </a:buClr>
              <a:buSzPts val="1600"/>
              <a:buChar char="•"/>
              <a:defRPr sz="1840"/>
            </a:lvl6pPr>
            <a:lvl7pPr marL="3680620" lvl="6" indent="-379747" algn="l">
              <a:spcBef>
                <a:spcPts val="368"/>
              </a:spcBef>
              <a:spcAft>
                <a:spcPts val="0"/>
              </a:spcAft>
              <a:buClr>
                <a:schemeClr val="dk1"/>
              </a:buClr>
              <a:buSzPts val="1600"/>
              <a:buChar char="•"/>
              <a:defRPr sz="1840"/>
            </a:lvl7pPr>
            <a:lvl8pPr marL="4206423" lvl="7" indent="-379747" algn="l">
              <a:spcBef>
                <a:spcPts val="368"/>
              </a:spcBef>
              <a:spcAft>
                <a:spcPts val="0"/>
              </a:spcAft>
              <a:buClr>
                <a:schemeClr val="dk1"/>
              </a:buClr>
              <a:buSzPts val="1600"/>
              <a:buChar char="•"/>
              <a:defRPr sz="1840"/>
            </a:lvl8pPr>
            <a:lvl9pPr marL="4732226" lvl="8" indent="-379747" algn="l">
              <a:spcBef>
                <a:spcPts val="368"/>
              </a:spcBef>
              <a:spcAft>
                <a:spcPts val="0"/>
              </a:spcAft>
              <a:buClr>
                <a:schemeClr val="dk1"/>
              </a:buClr>
              <a:buSzPts val="1600"/>
              <a:buChar char="•"/>
              <a:defRPr sz="1840"/>
            </a:lvl9pPr>
          </a:lstStyle>
          <a:p>
            <a:endParaRPr/>
          </a:p>
        </p:txBody>
      </p:sp>
      <p:sp>
        <p:nvSpPr>
          <p:cNvPr id="46" name="Google Shape;46;p21"/>
          <p:cNvSpPr txBox="1">
            <a:spLocks noGrp="1"/>
          </p:cNvSpPr>
          <p:nvPr>
            <p:ph type="dt" idx="10"/>
          </p:nvPr>
        </p:nvSpPr>
        <p:spPr>
          <a:xfrm>
            <a:off x="525780" y="8475135"/>
            <a:ext cx="245364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1"/>
          <p:cNvSpPr txBox="1">
            <a:spLocks noGrp="1"/>
          </p:cNvSpPr>
          <p:nvPr>
            <p:ph type="ftr" idx="11"/>
          </p:nvPr>
        </p:nvSpPr>
        <p:spPr>
          <a:xfrm>
            <a:off x="3592830" y="8475135"/>
            <a:ext cx="332994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1"/>
          <p:cNvSpPr txBox="1">
            <a:spLocks noGrp="1"/>
          </p:cNvSpPr>
          <p:nvPr>
            <p:ph type="sldNum" idx="12"/>
          </p:nvPr>
        </p:nvSpPr>
        <p:spPr>
          <a:xfrm>
            <a:off x="7536180" y="8475135"/>
            <a:ext cx="245364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2"/>
          <p:cNvSpPr txBox="1">
            <a:spLocks noGrp="1"/>
          </p:cNvSpPr>
          <p:nvPr>
            <p:ph type="title"/>
          </p:nvPr>
        </p:nvSpPr>
        <p:spPr>
          <a:xfrm>
            <a:off x="525780" y="366184"/>
            <a:ext cx="9464040" cy="1524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2"/>
          <p:cNvSpPr txBox="1">
            <a:spLocks noGrp="1"/>
          </p:cNvSpPr>
          <p:nvPr>
            <p:ph type="dt" idx="10"/>
          </p:nvPr>
        </p:nvSpPr>
        <p:spPr>
          <a:xfrm>
            <a:off x="525780" y="8475135"/>
            <a:ext cx="245364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2"/>
          <p:cNvSpPr txBox="1">
            <a:spLocks noGrp="1"/>
          </p:cNvSpPr>
          <p:nvPr>
            <p:ph type="ftr" idx="11"/>
          </p:nvPr>
        </p:nvSpPr>
        <p:spPr>
          <a:xfrm>
            <a:off x="3592830" y="8475135"/>
            <a:ext cx="332994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2"/>
          <p:cNvSpPr txBox="1">
            <a:spLocks noGrp="1"/>
          </p:cNvSpPr>
          <p:nvPr>
            <p:ph type="sldNum" idx="12"/>
          </p:nvPr>
        </p:nvSpPr>
        <p:spPr>
          <a:xfrm>
            <a:off x="7536180" y="8475135"/>
            <a:ext cx="245364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3"/>
          <p:cNvSpPr txBox="1">
            <a:spLocks noGrp="1"/>
          </p:cNvSpPr>
          <p:nvPr>
            <p:ph type="title"/>
          </p:nvPr>
        </p:nvSpPr>
        <p:spPr>
          <a:xfrm>
            <a:off x="525781" y="364067"/>
            <a:ext cx="3459560" cy="1549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3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3"/>
          <p:cNvSpPr txBox="1">
            <a:spLocks noGrp="1"/>
          </p:cNvSpPr>
          <p:nvPr>
            <p:ph type="body" idx="1"/>
          </p:nvPr>
        </p:nvSpPr>
        <p:spPr>
          <a:xfrm>
            <a:off x="4111308" y="364068"/>
            <a:ext cx="5878513" cy="7804151"/>
          </a:xfrm>
          <a:prstGeom prst="rect">
            <a:avLst/>
          </a:prstGeom>
          <a:noFill/>
          <a:ln>
            <a:noFill/>
          </a:ln>
        </p:spPr>
        <p:txBody>
          <a:bodyPr spcFirstLastPara="1" wrap="square" lIns="91425" tIns="45700" rIns="91425" bIns="45700" anchor="t" anchorCtr="0">
            <a:normAutofit/>
          </a:bodyPr>
          <a:lstStyle>
            <a:lvl1pPr marL="525803" lvl="0" indent="-496592" algn="l">
              <a:spcBef>
                <a:spcPts val="736"/>
              </a:spcBef>
              <a:spcAft>
                <a:spcPts val="0"/>
              </a:spcAft>
              <a:buClr>
                <a:schemeClr val="dk1"/>
              </a:buClr>
              <a:buSzPts val="3200"/>
              <a:buChar char="•"/>
              <a:defRPr sz="3680"/>
            </a:lvl1pPr>
            <a:lvl2pPr marL="1051606" lvl="1" indent="-467380" algn="l">
              <a:spcBef>
                <a:spcPts val="644"/>
              </a:spcBef>
              <a:spcAft>
                <a:spcPts val="0"/>
              </a:spcAft>
              <a:buClr>
                <a:schemeClr val="dk1"/>
              </a:buClr>
              <a:buSzPts val="2800"/>
              <a:buChar char="–"/>
              <a:defRPr sz="3220"/>
            </a:lvl2pPr>
            <a:lvl3pPr marL="1577409" lvl="2" indent="-438169" algn="l">
              <a:spcBef>
                <a:spcPts val="552"/>
              </a:spcBef>
              <a:spcAft>
                <a:spcPts val="0"/>
              </a:spcAft>
              <a:buClr>
                <a:schemeClr val="dk1"/>
              </a:buClr>
              <a:buSzPts val="2400"/>
              <a:buChar char="•"/>
              <a:defRPr sz="2760"/>
            </a:lvl3pPr>
            <a:lvl4pPr marL="2103211" lvl="3" indent="-408958" algn="l">
              <a:spcBef>
                <a:spcPts val="460"/>
              </a:spcBef>
              <a:spcAft>
                <a:spcPts val="0"/>
              </a:spcAft>
              <a:buClr>
                <a:schemeClr val="dk1"/>
              </a:buClr>
              <a:buSzPts val="2000"/>
              <a:buChar char="–"/>
              <a:defRPr sz="2300"/>
            </a:lvl4pPr>
            <a:lvl5pPr marL="2629014" lvl="4" indent="-408958" algn="l">
              <a:spcBef>
                <a:spcPts val="460"/>
              </a:spcBef>
              <a:spcAft>
                <a:spcPts val="0"/>
              </a:spcAft>
              <a:buClr>
                <a:schemeClr val="dk1"/>
              </a:buClr>
              <a:buSzPts val="2000"/>
              <a:buChar char="»"/>
              <a:defRPr sz="2300"/>
            </a:lvl5pPr>
            <a:lvl6pPr marL="3154817" lvl="5" indent="-408958" algn="l">
              <a:spcBef>
                <a:spcPts val="460"/>
              </a:spcBef>
              <a:spcAft>
                <a:spcPts val="0"/>
              </a:spcAft>
              <a:buClr>
                <a:schemeClr val="dk1"/>
              </a:buClr>
              <a:buSzPts val="2000"/>
              <a:buChar char="•"/>
              <a:defRPr sz="2300"/>
            </a:lvl6pPr>
            <a:lvl7pPr marL="3680620" lvl="6" indent="-408958" algn="l">
              <a:spcBef>
                <a:spcPts val="460"/>
              </a:spcBef>
              <a:spcAft>
                <a:spcPts val="0"/>
              </a:spcAft>
              <a:buClr>
                <a:schemeClr val="dk1"/>
              </a:buClr>
              <a:buSzPts val="2000"/>
              <a:buChar char="•"/>
              <a:defRPr sz="2300"/>
            </a:lvl7pPr>
            <a:lvl8pPr marL="4206423" lvl="7" indent="-408958" algn="l">
              <a:spcBef>
                <a:spcPts val="460"/>
              </a:spcBef>
              <a:spcAft>
                <a:spcPts val="0"/>
              </a:spcAft>
              <a:buClr>
                <a:schemeClr val="dk1"/>
              </a:buClr>
              <a:buSzPts val="2000"/>
              <a:buChar char="•"/>
              <a:defRPr sz="2300"/>
            </a:lvl8pPr>
            <a:lvl9pPr marL="4732226" lvl="8" indent="-408958" algn="l">
              <a:spcBef>
                <a:spcPts val="460"/>
              </a:spcBef>
              <a:spcAft>
                <a:spcPts val="0"/>
              </a:spcAft>
              <a:buClr>
                <a:schemeClr val="dk1"/>
              </a:buClr>
              <a:buSzPts val="2000"/>
              <a:buChar char="•"/>
              <a:defRPr sz="2300"/>
            </a:lvl9pPr>
          </a:lstStyle>
          <a:p>
            <a:endParaRPr/>
          </a:p>
        </p:txBody>
      </p:sp>
      <p:sp>
        <p:nvSpPr>
          <p:cNvPr id="57" name="Google Shape;57;p23"/>
          <p:cNvSpPr txBox="1">
            <a:spLocks noGrp="1"/>
          </p:cNvSpPr>
          <p:nvPr>
            <p:ph type="body" idx="2"/>
          </p:nvPr>
        </p:nvSpPr>
        <p:spPr>
          <a:xfrm>
            <a:off x="525781" y="1913468"/>
            <a:ext cx="3459560" cy="6254751"/>
          </a:xfrm>
          <a:prstGeom prst="rect">
            <a:avLst/>
          </a:prstGeom>
          <a:noFill/>
          <a:ln>
            <a:noFill/>
          </a:ln>
        </p:spPr>
        <p:txBody>
          <a:bodyPr spcFirstLastPara="1" wrap="square" lIns="91425" tIns="45700" rIns="91425" bIns="45700" anchor="t" anchorCtr="0">
            <a:normAutofit/>
          </a:bodyPr>
          <a:lstStyle>
            <a:lvl1pPr marL="525803" lvl="0" indent="-262901" algn="l">
              <a:spcBef>
                <a:spcPts val="322"/>
              </a:spcBef>
              <a:spcAft>
                <a:spcPts val="0"/>
              </a:spcAft>
              <a:buClr>
                <a:schemeClr val="dk1"/>
              </a:buClr>
              <a:buSzPts val="1400"/>
              <a:buNone/>
              <a:defRPr sz="1610"/>
            </a:lvl1pPr>
            <a:lvl2pPr marL="1051606" lvl="1" indent="-262901" algn="l">
              <a:spcBef>
                <a:spcPts val="276"/>
              </a:spcBef>
              <a:spcAft>
                <a:spcPts val="0"/>
              </a:spcAft>
              <a:buClr>
                <a:schemeClr val="dk1"/>
              </a:buClr>
              <a:buSzPts val="1200"/>
              <a:buNone/>
              <a:defRPr sz="1380"/>
            </a:lvl2pPr>
            <a:lvl3pPr marL="1577409" lvl="2" indent="-262901" algn="l">
              <a:spcBef>
                <a:spcPts val="230"/>
              </a:spcBef>
              <a:spcAft>
                <a:spcPts val="0"/>
              </a:spcAft>
              <a:buClr>
                <a:schemeClr val="dk1"/>
              </a:buClr>
              <a:buSzPts val="1000"/>
              <a:buNone/>
              <a:defRPr sz="1150"/>
            </a:lvl3pPr>
            <a:lvl4pPr marL="2103211" lvl="3" indent="-262901" algn="l">
              <a:spcBef>
                <a:spcPts val="207"/>
              </a:spcBef>
              <a:spcAft>
                <a:spcPts val="0"/>
              </a:spcAft>
              <a:buClr>
                <a:schemeClr val="dk1"/>
              </a:buClr>
              <a:buSzPts val="900"/>
              <a:buNone/>
              <a:defRPr sz="1035"/>
            </a:lvl4pPr>
            <a:lvl5pPr marL="2629014" lvl="4" indent="-262901" algn="l">
              <a:spcBef>
                <a:spcPts val="207"/>
              </a:spcBef>
              <a:spcAft>
                <a:spcPts val="0"/>
              </a:spcAft>
              <a:buClr>
                <a:schemeClr val="dk1"/>
              </a:buClr>
              <a:buSzPts val="900"/>
              <a:buNone/>
              <a:defRPr sz="1035"/>
            </a:lvl5pPr>
            <a:lvl6pPr marL="3154817" lvl="5" indent="-262901" algn="l">
              <a:spcBef>
                <a:spcPts val="207"/>
              </a:spcBef>
              <a:spcAft>
                <a:spcPts val="0"/>
              </a:spcAft>
              <a:buClr>
                <a:schemeClr val="dk1"/>
              </a:buClr>
              <a:buSzPts val="900"/>
              <a:buNone/>
              <a:defRPr sz="1035"/>
            </a:lvl6pPr>
            <a:lvl7pPr marL="3680620" lvl="6" indent="-262901" algn="l">
              <a:spcBef>
                <a:spcPts val="207"/>
              </a:spcBef>
              <a:spcAft>
                <a:spcPts val="0"/>
              </a:spcAft>
              <a:buClr>
                <a:schemeClr val="dk1"/>
              </a:buClr>
              <a:buSzPts val="900"/>
              <a:buNone/>
              <a:defRPr sz="1035"/>
            </a:lvl7pPr>
            <a:lvl8pPr marL="4206423" lvl="7" indent="-262901" algn="l">
              <a:spcBef>
                <a:spcPts val="207"/>
              </a:spcBef>
              <a:spcAft>
                <a:spcPts val="0"/>
              </a:spcAft>
              <a:buClr>
                <a:schemeClr val="dk1"/>
              </a:buClr>
              <a:buSzPts val="900"/>
              <a:buNone/>
              <a:defRPr sz="1035"/>
            </a:lvl8pPr>
            <a:lvl9pPr marL="4732226" lvl="8" indent="-262901" algn="l">
              <a:spcBef>
                <a:spcPts val="207"/>
              </a:spcBef>
              <a:spcAft>
                <a:spcPts val="0"/>
              </a:spcAft>
              <a:buClr>
                <a:schemeClr val="dk1"/>
              </a:buClr>
              <a:buSzPts val="900"/>
              <a:buNone/>
              <a:defRPr sz="1035"/>
            </a:lvl9pPr>
          </a:lstStyle>
          <a:p>
            <a:endParaRPr/>
          </a:p>
        </p:txBody>
      </p:sp>
      <p:sp>
        <p:nvSpPr>
          <p:cNvPr id="58" name="Google Shape;58;p23"/>
          <p:cNvSpPr txBox="1">
            <a:spLocks noGrp="1"/>
          </p:cNvSpPr>
          <p:nvPr>
            <p:ph type="dt" idx="10"/>
          </p:nvPr>
        </p:nvSpPr>
        <p:spPr>
          <a:xfrm>
            <a:off x="525780" y="8475135"/>
            <a:ext cx="245364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3"/>
          <p:cNvSpPr txBox="1">
            <a:spLocks noGrp="1"/>
          </p:cNvSpPr>
          <p:nvPr>
            <p:ph type="ftr" idx="11"/>
          </p:nvPr>
        </p:nvSpPr>
        <p:spPr>
          <a:xfrm>
            <a:off x="3592830" y="8475135"/>
            <a:ext cx="332994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7536180" y="8475135"/>
            <a:ext cx="245364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4"/>
          <p:cNvSpPr txBox="1">
            <a:spLocks noGrp="1"/>
          </p:cNvSpPr>
          <p:nvPr>
            <p:ph type="title"/>
          </p:nvPr>
        </p:nvSpPr>
        <p:spPr>
          <a:xfrm>
            <a:off x="2061131" y="6400801"/>
            <a:ext cx="6309360" cy="75565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3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4"/>
          <p:cNvSpPr>
            <a:spLocks noGrp="1"/>
          </p:cNvSpPr>
          <p:nvPr>
            <p:ph type="pic" idx="2"/>
          </p:nvPr>
        </p:nvSpPr>
        <p:spPr>
          <a:xfrm>
            <a:off x="2061131" y="817033"/>
            <a:ext cx="6309360" cy="5486400"/>
          </a:xfrm>
          <a:prstGeom prst="rect">
            <a:avLst/>
          </a:prstGeom>
          <a:noFill/>
          <a:ln>
            <a:noFill/>
          </a:ln>
        </p:spPr>
      </p:sp>
      <p:sp>
        <p:nvSpPr>
          <p:cNvPr id="64" name="Google Shape;64;p24"/>
          <p:cNvSpPr txBox="1">
            <a:spLocks noGrp="1"/>
          </p:cNvSpPr>
          <p:nvPr>
            <p:ph type="body" idx="1"/>
          </p:nvPr>
        </p:nvSpPr>
        <p:spPr>
          <a:xfrm>
            <a:off x="2061131" y="7156452"/>
            <a:ext cx="6309360" cy="1073149"/>
          </a:xfrm>
          <a:prstGeom prst="rect">
            <a:avLst/>
          </a:prstGeom>
          <a:noFill/>
          <a:ln>
            <a:noFill/>
          </a:ln>
        </p:spPr>
        <p:txBody>
          <a:bodyPr spcFirstLastPara="1" wrap="square" lIns="91425" tIns="45700" rIns="91425" bIns="45700" anchor="t" anchorCtr="0">
            <a:normAutofit/>
          </a:bodyPr>
          <a:lstStyle>
            <a:lvl1pPr marL="525803" lvl="0" indent="-262901" algn="l">
              <a:spcBef>
                <a:spcPts val="322"/>
              </a:spcBef>
              <a:spcAft>
                <a:spcPts val="0"/>
              </a:spcAft>
              <a:buClr>
                <a:schemeClr val="dk1"/>
              </a:buClr>
              <a:buSzPts val="1400"/>
              <a:buNone/>
              <a:defRPr sz="1610"/>
            </a:lvl1pPr>
            <a:lvl2pPr marL="1051606" lvl="1" indent="-262901" algn="l">
              <a:spcBef>
                <a:spcPts val="276"/>
              </a:spcBef>
              <a:spcAft>
                <a:spcPts val="0"/>
              </a:spcAft>
              <a:buClr>
                <a:schemeClr val="dk1"/>
              </a:buClr>
              <a:buSzPts val="1200"/>
              <a:buNone/>
              <a:defRPr sz="1380"/>
            </a:lvl2pPr>
            <a:lvl3pPr marL="1577409" lvl="2" indent="-262901" algn="l">
              <a:spcBef>
                <a:spcPts val="230"/>
              </a:spcBef>
              <a:spcAft>
                <a:spcPts val="0"/>
              </a:spcAft>
              <a:buClr>
                <a:schemeClr val="dk1"/>
              </a:buClr>
              <a:buSzPts val="1000"/>
              <a:buNone/>
              <a:defRPr sz="1150"/>
            </a:lvl3pPr>
            <a:lvl4pPr marL="2103211" lvl="3" indent="-262901" algn="l">
              <a:spcBef>
                <a:spcPts val="207"/>
              </a:spcBef>
              <a:spcAft>
                <a:spcPts val="0"/>
              </a:spcAft>
              <a:buClr>
                <a:schemeClr val="dk1"/>
              </a:buClr>
              <a:buSzPts val="900"/>
              <a:buNone/>
              <a:defRPr sz="1035"/>
            </a:lvl4pPr>
            <a:lvl5pPr marL="2629014" lvl="4" indent="-262901" algn="l">
              <a:spcBef>
                <a:spcPts val="207"/>
              </a:spcBef>
              <a:spcAft>
                <a:spcPts val="0"/>
              </a:spcAft>
              <a:buClr>
                <a:schemeClr val="dk1"/>
              </a:buClr>
              <a:buSzPts val="900"/>
              <a:buNone/>
              <a:defRPr sz="1035"/>
            </a:lvl5pPr>
            <a:lvl6pPr marL="3154817" lvl="5" indent="-262901" algn="l">
              <a:spcBef>
                <a:spcPts val="207"/>
              </a:spcBef>
              <a:spcAft>
                <a:spcPts val="0"/>
              </a:spcAft>
              <a:buClr>
                <a:schemeClr val="dk1"/>
              </a:buClr>
              <a:buSzPts val="900"/>
              <a:buNone/>
              <a:defRPr sz="1035"/>
            </a:lvl6pPr>
            <a:lvl7pPr marL="3680620" lvl="6" indent="-262901" algn="l">
              <a:spcBef>
                <a:spcPts val="207"/>
              </a:spcBef>
              <a:spcAft>
                <a:spcPts val="0"/>
              </a:spcAft>
              <a:buClr>
                <a:schemeClr val="dk1"/>
              </a:buClr>
              <a:buSzPts val="900"/>
              <a:buNone/>
              <a:defRPr sz="1035"/>
            </a:lvl7pPr>
            <a:lvl8pPr marL="4206423" lvl="7" indent="-262901" algn="l">
              <a:spcBef>
                <a:spcPts val="207"/>
              </a:spcBef>
              <a:spcAft>
                <a:spcPts val="0"/>
              </a:spcAft>
              <a:buClr>
                <a:schemeClr val="dk1"/>
              </a:buClr>
              <a:buSzPts val="900"/>
              <a:buNone/>
              <a:defRPr sz="1035"/>
            </a:lvl8pPr>
            <a:lvl9pPr marL="4732226" lvl="8" indent="-262901" algn="l">
              <a:spcBef>
                <a:spcPts val="207"/>
              </a:spcBef>
              <a:spcAft>
                <a:spcPts val="0"/>
              </a:spcAft>
              <a:buClr>
                <a:schemeClr val="dk1"/>
              </a:buClr>
              <a:buSzPts val="900"/>
              <a:buNone/>
              <a:defRPr sz="1035"/>
            </a:lvl9pPr>
          </a:lstStyle>
          <a:p>
            <a:endParaRPr/>
          </a:p>
        </p:txBody>
      </p:sp>
      <p:sp>
        <p:nvSpPr>
          <p:cNvPr id="65" name="Google Shape;65;p24"/>
          <p:cNvSpPr txBox="1">
            <a:spLocks noGrp="1"/>
          </p:cNvSpPr>
          <p:nvPr>
            <p:ph type="dt" idx="10"/>
          </p:nvPr>
        </p:nvSpPr>
        <p:spPr>
          <a:xfrm>
            <a:off x="525780" y="8475135"/>
            <a:ext cx="245364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4"/>
          <p:cNvSpPr txBox="1">
            <a:spLocks noGrp="1"/>
          </p:cNvSpPr>
          <p:nvPr>
            <p:ph type="ftr" idx="11"/>
          </p:nvPr>
        </p:nvSpPr>
        <p:spPr>
          <a:xfrm>
            <a:off x="3592830" y="8475135"/>
            <a:ext cx="332994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4"/>
          <p:cNvSpPr txBox="1">
            <a:spLocks noGrp="1"/>
          </p:cNvSpPr>
          <p:nvPr>
            <p:ph type="sldNum" idx="12"/>
          </p:nvPr>
        </p:nvSpPr>
        <p:spPr>
          <a:xfrm>
            <a:off x="7536180" y="8475135"/>
            <a:ext cx="245364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5"/>
          <p:cNvSpPr txBox="1">
            <a:spLocks noGrp="1"/>
          </p:cNvSpPr>
          <p:nvPr>
            <p:ph type="title"/>
          </p:nvPr>
        </p:nvSpPr>
        <p:spPr>
          <a:xfrm>
            <a:off x="525780" y="366184"/>
            <a:ext cx="9464040" cy="1524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5"/>
          <p:cNvSpPr txBox="1">
            <a:spLocks noGrp="1"/>
          </p:cNvSpPr>
          <p:nvPr>
            <p:ph type="body" idx="1"/>
          </p:nvPr>
        </p:nvSpPr>
        <p:spPr>
          <a:xfrm rot="5400000">
            <a:off x="2240494" y="418889"/>
            <a:ext cx="6034617" cy="9464040"/>
          </a:xfrm>
          <a:prstGeom prst="rect">
            <a:avLst/>
          </a:prstGeom>
          <a:noFill/>
          <a:ln>
            <a:noFill/>
          </a:ln>
        </p:spPr>
        <p:txBody>
          <a:bodyPr spcFirstLastPara="1" wrap="square" lIns="91425" tIns="45700" rIns="91425" bIns="45700" anchor="t" anchorCtr="0">
            <a:normAutofit/>
          </a:bodyPr>
          <a:lstStyle>
            <a:lvl1pPr marL="525803" lvl="0" indent="-394352" algn="l">
              <a:spcBef>
                <a:spcPts val="414"/>
              </a:spcBef>
              <a:spcAft>
                <a:spcPts val="0"/>
              </a:spcAft>
              <a:buClr>
                <a:schemeClr val="dk1"/>
              </a:buClr>
              <a:buSzPts val="1800"/>
              <a:buChar char="•"/>
              <a:defRPr/>
            </a:lvl1pPr>
            <a:lvl2pPr marL="1051606" lvl="1" indent="-394352" algn="l">
              <a:spcBef>
                <a:spcPts val="414"/>
              </a:spcBef>
              <a:spcAft>
                <a:spcPts val="0"/>
              </a:spcAft>
              <a:buClr>
                <a:schemeClr val="dk1"/>
              </a:buClr>
              <a:buSzPts val="1800"/>
              <a:buChar char="–"/>
              <a:defRPr/>
            </a:lvl2pPr>
            <a:lvl3pPr marL="1577409" lvl="2" indent="-394352" algn="l">
              <a:spcBef>
                <a:spcPts val="414"/>
              </a:spcBef>
              <a:spcAft>
                <a:spcPts val="0"/>
              </a:spcAft>
              <a:buClr>
                <a:schemeClr val="dk1"/>
              </a:buClr>
              <a:buSzPts val="1800"/>
              <a:buChar char="•"/>
              <a:defRPr/>
            </a:lvl3pPr>
            <a:lvl4pPr marL="2103211" lvl="3" indent="-394352" algn="l">
              <a:spcBef>
                <a:spcPts val="414"/>
              </a:spcBef>
              <a:spcAft>
                <a:spcPts val="0"/>
              </a:spcAft>
              <a:buClr>
                <a:schemeClr val="dk1"/>
              </a:buClr>
              <a:buSzPts val="1800"/>
              <a:buChar char="–"/>
              <a:defRPr/>
            </a:lvl4pPr>
            <a:lvl5pPr marL="2629014" lvl="4" indent="-394352" algn="l">
              <a:spcBef>
                <a:spcPts val="414"/>
              </a:spcBef>
              <a:spcAft>
                <a:spcPts val="0"/>
              </a:spcAft>
              <a:buClr>
                <a:schemeClr val="dk1"/>
              </a:buClr>
              <a:buSzPts val="1800"/>
              <a:buChar char="»"/>
              <a:defRPr/>
            </a:lvl5pPr>
            <a:lvl6pPr marL="3154817" lvl="5" indent="-394352" algn="l">
              <a:spcBef>
                <a:spcPts val="414"/>
              </a:spcBef>
              <a:spcAft>
                <a:spcPts val="0"/>
              </a:spcAft>
              <a:buClr>
                <a:schemeClr val="dk1"/>
              </a:buClr>
              <a:buSzPts val="1800"/>
              <a:buChar char="•"/>
              <a:defRPr/>
            </a:lvl6pPr>
            <a:lvl7pPr marL="3680620" lvl="6" indent="-394352" algn="l">
              <a:spcBef>
                <a:spcPts val="414"/>
              </a:spcBef>
              <a:spcAft>
                <a:spcPts val="0"/>
              </a:spcAft>
              <a:buClr>
                <a:schemeClr val="dk1"/>
              </a:buClr>
              <a:buSzPts val="1800"/>
              <a:buChar char="•"/>
              <a:defRPr/>
            </a:lvl7pPr>
            <a:lvl8pPr marL="4206423" lvl="7" indent="-394352" algn="l">
              <a:spcBef>
                <a:spcPts val="414"/>
              </a:spcBef>
              <a:spcAft>
                <a:spcPts val="0"/>
              </a:spcAft>
              <a:buClr>
                <a:schemeClr val="dk1"/>
              </a:buClr>
              <a:buSzPts val="1800"/>
              <a:buChar char="•"/>
              <a:defRPr/>
            </a:lvl8pPr>
            <a:lvl9pPr marL="4732226" lvl="8" indent="-394352" algn="l">
              <a:spcBef>
                <a:spcPts val="414"/>
              </a:spcBef>
              <a:spcAft>
                <a:spcPts val="0"/>
              </a:spcAft>
              <a:buClr>
                <a:schemeClr val="dk1"/>
              </a:buClr>
              <a:buSzPts val="1800"/>
              <a:buChar char="•"/>
              <a:defRPr/>
            </a:lvl9pPr>
          </a:lstStyle>
          <a:p>
            <a:endParaRPr/>
          </a:p>
        </p:txBody>
      </p:sp>
      <p:sp>
        <p:nvSpPr>
          <p:cNvPr id="71" name="Google Shape;71;p25"/>
          <p:cNvSpPr txBox="1">
            <a:spLocks noGrp="1"/>
          </p:cNvSpPr>
          <p:nvPr>
            <p:ph type="dt" idx="10"/>
          </p:nvPr>
        </p:nvSpPr>
        <p:spPr>
          <a:xfrm>
            <a:off x="525780" y="8475135"/>
            <a:ext cx="245364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5"/>
          <p:cNvSpPr txBox="1">
            <a:spLocks noGrp="1"/>
          </p:cNvSpPr>
          <p:nvPr>
            <p:ph type="ftr" idx="11"/>
          </p:nvPr>
        </p:nvSpPr>
        <p:spPr>
          <a:xfrm>
            <a:off x="3592830" y="8475135"/>
            <a:ext cx="332994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5"/>
          <p:cNvSpPr txBox="1">
            <a:spLocks noGrp="1"/>
          </p:cNvSpPr>
          <p:nvPr>
            <p:ph type="sldNum" idx="12"/>
          </p:nvPr>
        </p:nvSpPr>
        <p:spPr>
          <a:xfrm>
            <a:off x="7536180" y="8475135"/>
            <a:ext cx="245364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6"/>
          <p:cNvSpPr txBox="1">
            <a:spLocks noGrp="1"/>
          </p:cNvSpPr>
          <p:nvPr>
            <p:ph type="title"/>
          </p:nvPr>
        </p:nvSpPr>
        <p:spPr>
          <a:xfrm rot="5400000">
            <a:off x="4905801" y="3084196"/>
            <a:ext cx="7802033" cy="236601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6"/>
          <p:cNvSpPr txBox="1">
            <a:spLocks noGrp="1"/>
          </p:cNvSpPr>
          <p:nvPr>
            <p:ph type="body" idx="1"/>
          </p:nvPr>
        </p:nvSpPr>
        <p:spPr>
          <a:xfrm rot="5400000">
            <a:off x="86151" y="805815"/>
            <a:ext cx="7802033" cy="6922770"/>
          </a:xfrm>
          <a:prstGeom prst="rect">
            <a:avLst/>
          </a:prstGeom>
          <a:noFill/>
          <a:ln>
            <a:noFill/>
          </a:ln>
        </p:spPr>
        <p:txBody>
          <a:bodyPr spcFirstLastPara="1" wrap="square" lIns="91425" tIns="45700" rIns="91425" bIns="45700" anchor="t" anchorCtr="0">
            <a:normAutofit/>
          </a:bodyPr>
          <a:lstStyle>
            <a:lvl1pPr marL="525803" lvl="0" indent="-394352" algn="l">
              <a:spcBef>
                <a:spcPts val="414"/>
              </a:spcBef>
              <a:spcAft>
                <a:spcPts val="0"/>
              </a:spcAft>
              <a:buClr>
                <a:schemeClr val="dk1"/>
              </a:buClr>
              <a:buSzPts val="1800"/>
              <a:buChar char="•"/>
              <a:defRPr/>
            </a:lvl1pPr>
            <a:lvl2pPr marL="1051606" lvl="1" indent="-394352" algn="l">
              <a:spcBef>
                <a:spcPts val="414"/>
              </a:spcBef>
              <a:spcAft>
                <a:spcPts val="0"/>
              </a:spcAft>
              <a:buClr>
                <a:schemeClr val="dk1"/>
              </a:buClr>
              <a:buSzPts val="1800"/>
              <a:buChar char="–"/>
              <a:defRPr/>
            </a:lvl2pPr>
            <a:lvl3pPr marL="1577409" lvl="2" indent="-394352" algn="l">
              <a:spcBef>
                <a:spcPts val="414"/>
              </a:spcBef>
              <a:spcAft>
                <a:spcPts val="0"/>
              </a:spcAft>
              <a:buClr>
                <a:schemeClr val="dk1"/>
              </a:buClr>
              <a:buSzPts val="1800"/>
              <a:buChar char="•"/>
              <a:defRPr/>
            </a:lvl3pPr>
            <a:lvl4pPr marL="2103211" lvl="3" indent="-394352" algn="l">
              <a:spcBef>
                <a:spcPts val="414"/>
              </a:spcBef>
              <a:spcAft>
                <a:spcPts val="0"/>
              </a:spcAft>
              <a:buClr>
                <a:schemeClr val="dk1"/>
              </a:buClr>
              <a:buSzPts val="1800"/>
              <a:buChar char="–"/>
              <a:defRPr/>
            </a:lvl4pPr>
            <a:lvl5pPr marL="2629014" lvl="4" indent="-394352" algn="l">
              <a:spcBef>
                <a:spcPts val="414"/>
              </a:spcBef>
              <a:spcAft>
                <a:spcPts val="0"/>
              </a:spcAft>
              <a:buClr>
                <a:schemeClr val="dk1"/>
              </a:buClr>
              <a:buSzPts val="1800"/>
              <a:buChar char="»"/>
              <a:defRPr/>
            </a:lvl5pPr>
            <a:lvl6pPr marL="3154817" lvl="5" indent="-394352" algn="l">
              <a:spcBef>
                <a:spcPts val="414"/>
              </a:spcBef>
              <a:spcAft>
                <a:spcPts val="0"/>
              </a:spcAft>
              <a:buClr>
                <a:schemeClr val="dk1"/>
              </a:buClr>
              <a:buSzPts val="1800"/>
              <a:buChar char="•"/>
              <a:defRPr/>
            </a:lvl6pPr>
            <a:lvl7pPr marL="3680620" lvl="6" indent="-394352" algn="l">
              <a:spcBef>
                <a:spcPts val="414"/>
              </a:spcBef>
              <a:spcAft>
                <a:spcPts val="0"/>
              </a:spcAft>
              <a:buClr>
                <a:schemeClr val="dk1"/>
              </a:buClr>
              <a:buSzPts val="1800"/>
              <a:buChar char="•"/>
              <a:defRPr/>
            </a:lvl7pPr>
            <a:lvl8pPr marL="4206423" lvl="7" indent="-394352" algn="l">
              <a:spcBef>
                <a:spcPts val="414"/>
              </a:spcBef>
              <a:spcAft>
                <a:spcPts val="0"/>
              </a:spcAft>
              <a:buClr>
                <a:schemeClr val="dk1"/>
              </a:buClr>
              <a:buSzPts val="1800"/>
              <a:buChar char="•"/>
              <a:defRPr/>
            </a:lvl8pPr>
            <a:lvl9pPr marL="4732226" lvl="8" indent="-394352" algn="l">
              <a:spcBef>
                <a:spcPts val="414"/>
              </a:spcBef>
              <a:spcAft>
                <a:spcPts val="0"/>
              </a:spcAft>
              <a:buClr>
                <a:schemeClr val="dk1"/>
              </a:buClr>
              <a:buSzPts val="1800"/>
              <a:buChar char="•"/>
              <a:defRPr/>
            </a:lvl9pPr>
          </a:lstStyle>
          <a:p>
            <a:endParaRPr/>
          </a:p>
        </p:txBody>
      </p:sp>
      <p:sp>
        <p:nvSpPr>
          <p:cNvPr id="77" name="Google Shape;77;p26"/>
          <p:cNvSpPr txBox="1">
            <a:spLocks noGrp="1"/>
          </p:cNvSpPr>
          <p:nvPr>
            <p:ph type="dt" idx="10"/>
          </p:nvPr>
        </p:nvSpPr>
        <p:spPr>
          <a:xfrm>
            <a:off x="525780" y="8475135"/>
            <a:ext cx="245364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6"/>
          <p:cNvSpPr txBox="1">
            <a:spLocks noGrp="1"/>
          </p:cNvSpPr>
          <p:nvPr>
            <p:ph type="ftr" idx="11"/>
          </p:nvPr>
        </p:nvSpPr>
        <p:spPr>
          <a:xfrm>
            <a:off x="3592830" y="8475135"/>
            <a:ext cx="332994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6"/>
          <p:cNvSpPr txBox="1">
            <a:spLocks noGrp="1"/>
          </p:cNvSpPr>
          <p:nvPr>
            <p:ph type="sldNum" idx="12"/>
          </p:nvPr>
        </p:nvSpPr>
        <p:spPr>
          <a:xfrm>
            <a:off x="7536180" y="8475135"/>
            <a:ext cx="245364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5"/>
          <p:cNvSpPr txBox="1">
            <a:spLocks noGrp="1"/>
          </p:cNvSpPr>
          <p:nvPr>
            <p:ph type="title"/>
          </p:nvPr>
        </p:nvSpPr>
        <p:spPr>
          <a:xfrm>
            <a:off x="525780" y="366184"/>
            <a:ext cx="9464040" cy="1524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5"/>
          <p:cNvSpPr txBox="1">
            <a:spLocks noGrp="1"/>
          </p:cNvSpPr>
          <p:nvPr>
            <p:ph type="body" idx="1"/>
          </p:nvPr>
        </p:nvSpPr>
        <p:spPr>
          <a:xfrm>
            <a:off x="525780" y="2133602"/>
            <a:ext cx="9464040" cy="6034617"/>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5"/>
          <p:cNvSpPr txBox="1">
            <a:spLocks noGrp="1"/>
          </p:cNvSpPr>
          <p:nvPr>
            <p:ph type="dt" idx="10"/>
          </p:nvPr>
        </p:nvSpPr>
        <p:spPr>
          <a:xfrm>
            <a:off x="525780" y="8475135"/>
            <a:ext cx="2453640" cy="48683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38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207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7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7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7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7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7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7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70" b="0" i="0" u="none" strike="noStrike" cap="none">
                <a:solidFill>
                  <a:schemeClr val="dk1"/>
                </a:solidFill>
                <a:latin typeface="Calibri"/>
                <a:ea typeface="Calibri"/>
                <a:cs typeface="Calibri"/>
                <a:sym typeface="Calibri"/>
              </a:defRPr>
            </a:lvl9pPr>
          </a:lstStyle>
          <a:p>
            <a:endParaRPr/>
          </a:p>
        </p:txBody>
      </p:sp>
      <p:sp>
        <p:nvSpPr>
          <p:cNvPr id="9" name="Google Shape;9;p15"/>
          <p:cNvSpPr txBox="1">
            <a:spLocks noGrp="1"/>
          </p:cNvSpPr>
          <p:nvPr>
            <p:ph type="ftr" idx="11"/>
          </p:nvPr>
        </p:nvSpPr>
        <p:spPr>
          <a:xfrm>
            <a:off x="3592830" y="8475135"/>
            <a:ext cx="3329940" cy="486833"/>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38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207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7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7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7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7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7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7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70" b="0" i="0" u="none" strike="noStrike" cap="none">
                <a:solidFill>
                  <a:schemeClr val="dk1"/>
                </a:solidFill>
                <a:latin typeface="Calibri"/>
                <a:ea typeface="Calibri"/>
                <a:cs typeface="Calibri"/>
                <a:sym typeface="Calibri"/>
              </a:defRPr>
            </a:lvl9pPr>
          </a:lstStyle>
          <a:p>
            <a:endParaRPr/>
          </a:p>
        </p:txBody>
      </p:sp>
      <p:sp>
        <p:nvSpPr>
          <p:cNvPr id="10" name="Google Shape;10;p15"/>
          <p:cNvSpPr txBox="1">
            <a:spLocks noGrp="1"/>
          </p:cNvSpPr>
          <p:nvPr>
            <p:ph type="sldNum" idx="12"/>
          </p:nvPr>
        </p:nvSpPr>
        <p:spPr>
          <a:xfrm>
            <a:off x="7536180" y="8475135"/>
            <a:ext cx="2453640" cy="486833"/>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380" b="0" i="0" u="none" strike="noStrike" cap="none">
                <a:solidFill>
                  <a:srgbClr val="888888"/>
                </a:solidFill>
                <a:latin typeface="Calibri"/>
                <a:ea typeface="Calibri"/>
                <a:cs typeface="Calibri"/>
                <a:sym typeface="Calibri"/>
              </a:defRPr>
            </a:lvl1pPr>
            <a:lvl2pPr marL="0" marR="0" lvl="1" indent="0" algn="r" rtl="0">
              <a:spcBef>
                <a:spcPts val="0"/>
              </a:spcBef>
              <a:buNone/>
              <a:defRPr sz="1380" b="0" i="0" u="none" strike="noStrike" cap="none">
                <a:solidFill>
                  <a:srgbClr val="888888"/>
                </a:solidFill>
                <a:latin typeface="Calibri"/>
                <a:ea typeface="Calibri"/>
                <a:cs typeface="Calibri"/>
                <a:sym typeface="Calibri"/>
              </a:defRPr>
            </a:lvl2pPr>
            <a:lvl3pPr marL="0" marR="0" lvl="2" indent="0" algn="r" rtl="0">
              <a:spcBef>
                <a:spcPts val="0"/>
              </a:spcBef>
              <a:buNone/>
              <a:defRPr sz="1380" b="0" i="0" u="none" strike="noStrike" cap="none">
                <a:solidFill>
                  <a:srgbClr val="888888"/>
                </a:solidFill>
                <a:latin typeface="Calibri"/>
                <a:ea typeface="Calibri"/>
                <a:cs typeface="Calibri"/>
                <a:sym typeface="Calibri"/>
              </a:defRPr>
            </a:lvl3pPr>
            <a:lvl4pPr marL="0" marR="0" lvl="3" indent="0" algn="r" rtl="0">
              <a:spcBef>
                <a:spcPts val="0"/>
              </a:spcBef>
              <a:buNone/>
              <a:defRPr sz="1380" b="0" i="0" u="none" strike="noStrike" cap="none">
                <a:solidFill>
                  <a:srgbClr val="888888"/>
                </a:solidFill>
                <a:latin typeface="Calibri"/>
                <a:ea typeface="Calibri"/>
                <a:cs typeface="Calibri"/>
                <a:sym typeface="Calibri"/>
              </a:defRPr>
            </a:lvl4pPr>
            <a:lvl5pPr marL="0" marR="0" lvl="4" indent="0" algn="r" rtl="0">
              <a:spcBef>
                <a:spcPts val="0"/>
              </a:spcBef>
              <a:buNone/>
              <a:defRPr sz="1380" b="0" i="0" u="none" strike="noStrike" cap="none">
                <a:solidFill>
                  <a:srgbClr val="888888"/>
                </a:solidFill>
                <a:latin typeface="Calibri"/>
                <a:ea typeface="Calibri"/>
                <a:cs typeface="Calibri"/>
                <a:sym typeface="Calibri"/>
              </a:defRPr>
            </a:lvl5pPr>
            <a:lvl6pPr marL="0" marR="0" lvl="5" indent="0" algn="r" rtl="0">
              <a:spcBef>
                <a:spcPts val="0"/>
              </a:spcBef>
              <a:buNone/>
              <a:defRPr sz="1380" b="0" i="0" u="none" strike="noStrike" cap="none">
                <a:solidFill>
                  <a:srgbClr val="888888"/>
                </a:solidFill>
                <a:latin typeface="Calibri"/>
                <a:ea typeface="Calibri"/>
                <a:cs typeface="Calibri"/>
                <a:sym typeface="Calibri"/>
              </a:defRPr>
            </a:lvl6pPr>
            <a:lvl7pPr marL="0" marR="0" lvl="6" indent="0" algn="r" rtl="0">
              <a:spcBef>
                <a:spcPts val="0"/>
              </a:spcBef>
              <a:buNone/>
              <a:defRPr sz="1380" b="0" i="0" u="none" strike="noStrike" cap="none">
                <a:solidFill>
                  <a:srgbClr val="888888"/>
                </a:solidFill>
                <a:latin typeface="Calibri"/>
                <a:ea typeface="Calibri"/>
                <a:cs typeface="Calibri"/>
                <a:sym typeface="Calibri"/>
              </a:defRPr>
            </a:lvl7pPr>
            <a:lvl8pPr marL="0" marR="0" lvl="7" indent="0" algn="r" rtl="0">
              <a:spcBef>
                <a:spcPts val="0"/>
              </a:spcBef>
              <a:buNone/>
              <a:defRPr sz="1380" b="0" i="0" u="none" strike="noStrike" cap="none">
                <a:solidFill>
                  <a:srgbClr val="888888"/>
                </a:solidFill>
                <a:latin typeface="Calibri"/>
                <a:ea typeface="Calibri"/>
                <a:cs typeface="Calibri"/>
                <a:sym typeface="Calibri"/>
              </a:defRPr>
            </a:lvl8pPr>
            <a:lvl9pPr marL="0" marR="0" lvl="8" indent="0" algn="r" rtl="0">
              <a:spcBef>
                <a:spcPts val="0"/>
              </a:spcBef>
              <a:buNone/>
              <a:defRPr sz="138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61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3.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16.jpg"/><Relationship Id="rId5" Type="http://schemas.openxmlformats.org/officeDocument/2006/relationships/image" Target="../media/image11.png"/><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1.png"/><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10.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10.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10.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10.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10.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10.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10.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10.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10.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10.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10.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10.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rot="-1111642">
            <a:off x="13726865" y="2171984"/>
            <a:ext cx="12010235" cy="9761046"/>
          </a:xfrm>
          <a:custGeom>
            <a:avLst/>
            <a:gdLst/>
            <a:ahLst/>
            <a:cxnLst/>
            <a:rect l="l" t="t" r="r" b="b"/>
            <a:pathLst>
              <a:path w="10443683" h="8487866" extrusionOk="0">
                <a:moveTo>
                  <a:pt x="0" y="0"/>
                </a:moveTo>
                <a:lnTo>
                  <a:pt x="10443683" y="0"/>
                </a:lnTo>
                <a:lnTo>
                  <a:pt x="10443683" y="8487866"/>
                </a:lnTo>
                <a:lnTo>
                  <a:pt x="0" y="8487866"/>
                </a:lnTo>
                <a:lnTo>
                  <a:pt x="0" y="0"/>
                </a:lnTo>
                <a:close/>
              </a:path>
            </a:pathLst>
          </a:custGeom>
          <a:blipFill rotWithShape="1">
            <a:blip r:embed="rId3">
              <a:alphaModFix amt="50000"/>
            </a:blip>
            <a:stretch>
              <a:fillRect/>
            </a:stretch>
          </a:blipFill>
          <a:ln>
            <a:noFill/>
          </a:ln>
        </p:spPr>
      </p:sp>
      <p:sp>
        <p:nvSpPr>
          <p:cNvPr id="85" name="Google Shape;85;p1"/>
          <p:cNvSpPr/>
          <p:nvPr/>
        </p:nvSpPr>
        <p:spPr>
          <a:xfrm>
            <a:off x="4966209" y="11590020"/>
            <a:ext cx="11186417" cy="3573006"/>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4">
              <a:alphaModFix/>
            </a:blip>
            <a:stretch>
              <a:fillRect/>
            </a:stretch>
          </a:blipFill>
          <a:ln>
            <a:noFill/>
          </a:ln>
        </p:spPr>
      </p:sp>
      <p:sp>
        <p:nvSpPr>
          <p:cNvPr id="86" name="Google Shape;86;p1"/>
          <p:cNvSpPr txBox="1"/>
          <p:nvPr/>
        </p:nvSpPr>
        <p:spPr>
          <a:xfrm>
            <a:off x="7454992" y="11131368"/>
            <a:ext cx="3680460" cy="693716"/>
          </a:xfrm>
          <a:prstGeom prst="rect">
            <a:avLst/>
          </a:prstGeom>
          <a:noFill/>
          <a:ln>
            <a:noFill/>
          </a:ln>
        </p:spPr>
        <p:txBody>
          <a:bodyPr spcFirstLastPara="1" wrap="square" lIns="0" tIns="0" rIns="0" bIns="0" anchor="t" anchorCtr="0">
            <a:spAutoFit/>
          </a:bodyPr>
          <a:lstStyle/>
          <a:p>
            <a:pPr algn="ctr">
              <a:lnSpc>
                <a:spcPct val="140016"/>
              </a:lnSpc>
            </a:pPr>
            <a:r>
              <a:rPr lang="en-US" sz="3220" dirty="0">
                <a:solidFill>
                  <a:srgbClr val="2E2E2E"/>
                </a:solidFill>
                <a:latin typeface="Montserrat"/>
                <a:ea typeface="Montserrat"/>
                <a:cs typeface="Montserrat"/>
                <a:sym typeface="Montserrat"/>
              </a:rPr>
              <a:t>Established 2013</a:t>
            </a:r>
            <a:endParaRPr sz="1840" dirty="0"/>
          </a:p>
        </p:txBody>
      </p:sp>
      <p:grpSp>
        <p:nvGrpSpPr>
          <p:cNvPr id="87" name="Google Shape;87;p1"/>
          <p:cNvGrpSpPr/>
          <p:nvPr/>
        </p:nvGrpSpPr>
        <p:grpSpPr>
          <a:xfrm>
            <a:off x="0" y="2416404"/>
            <a:ext cx="21819870" cy="3350006"/>
            <a:chOff x="0" y="1281242"/>
            <a:chExt cx="18973800" cy="2913049"/>
          </a:xfrm>
        </p:grpSpPr>
        <p:sp>
          <p:nvSpPr>
            <p:cNvPr id="88" name="Google Shape;88;p1"/>
            <p:cNvSpPr txBox="1"/>
            <p:nvPr/>
          </p:nvSpPr>
          <p:spPr>
            <a:xfrm>
              <a:off x="2743200" y="1369315"/>
              <a:ext cx="16230600" cy="1605066"/>
            </a:xfrm>
            <a:prstGeom prst="rect">
              <a:avLst/>
            </a:prstGeom>
            <a:noFill/>
            <a:ln>
              <a:noFill/>
            </a:ln>
          </p:spPr>
          <p:txBody>
            <a:bodyPr spcFirstLastPara="1" wrap="square" lIns="0" tIns="0" rIns="0" bIns="0" anchor="t" anchorCtr="0">
              <a:spAutoFit/>
            </a:bodyPr>
            <a:lstStyle/>
            <a:p>
              <a:pPr>
                <a:lnSpc>
                  <a:spcPct val="149075"/>
                </a:lnSpc>
              </a:pPr>
              <a:r>
                <a:rPr lang="en-US" sz="8050" b="1" dirty="0">
                  <a:solidFill>
                    <a:srgbClr val="004AAD"/>
                  </a:solidFill>
                  <a:latin typeface="Barlow"/>
                  <a:ea typeface="Montserrat"/>
                  <a:cs typeface="Montserrat"/>
                  <a:sym typeface="Montserrat"/>
                </a:rPr>
                <a:t>CONSULTARE INC. GROUP </a:t>
              </a:r>
              <a:endParaRPr sz="8050" dirty="0">
                <a:latin typeface="Barlow"/>
              </a:endParaRPr>
            </a:p>
          </p:txBody>
        </p:sp>
        <p:sp>
          <p:nvSpPr>
            <p:cNvPr id="89" name="Google Shape;89;p1"/>
            <p:cNvSpPr txBox="1"/>
            <p:nvPr/>
          </p:nvSpPr>
          <p:spPr>
            <a:xfrm>
              <a:off x="2774576" y="2508171"/>
              <a:ext cx="13601700" cy="1605066"/>
            </a:xfrm>
            <a:prstGeom prst="rect">
              <a:avLst/>
            </a:prstGeom>
            <a:noFill/>
            <a:ln>
              <a:noFill/>
            </a:ln>
          </p:spPr>
          <p:txBody>
            <a:bodyPr spcFirstLastPara="1" wrap="square" lIns="0" tIns="0" rIns="0" bIns="0" anchor="t" anchorCtr="0">
              <a:spAutoFit/>
            </a:bodyPr>
            <a:lstStyle/>
            <a:p>
              <a:pPr>
                <a:lnSpc>
                  <a:spcPct val="149075"/>
                </a:lnSpc>
              </a:pPr>
              <a:r>
                <a:rPr lang="en-US" sz="8050" b="1" dirty="0">
                  <a:solidFill>
                    <a:srgbClr val="00B0F0"/>
                  </a:solidFill>
                  <a:latin typeface="Barlow"/>
                  <a:ea typeface="Montserrat"/>
                  <a:cs typeface="Montserrat"/>
                  <a:sym typeface="Montserrat"/>
                </a:rPr>
                <a:t>A Compliance Co.</a:t>
              </a:r>
              <a:endParaRPr sz="8050" dirty="0">
                <a:latin typeface="Barlow"/>
              </a:endParaRPr>
            </a:p>
          </p:txBody>
        </p:sp>
        <p:pic>
          <p:nvPicPr>
            <p:cNvPr id="90" name="Google Shape;90;p1"/>
            <p:cNvPicPr preferRelativeResize="0"/>
            <p:nvPr/>
          </p:nvPicPr>
          <p:blipFill rotWithShape="1">
            <a:blip r:embed="rId5">
              <a:alphaModFix/>
            </a:blip>
            <a:srcRect r="67343"/>
            <a:stretch/>
          </p:blipFill>
          <p:spPr>
            <a:xfrm>
              <a:off x="0" y="1281242"/>
              <a:ext cx="2926976" cy="2913049"/>
            </a:xfrm>
            <a:prstGeom prst="rect">
              <a:avLst/>
            </a:prstGeom>
            <a:noFill/>
            <a:ln>
              <a:noFill/>
            </a:ln>
          </p:spPr>
        </p:pic>
      </p:grpSp>
      <p:sp>
        <p:nvSpPr>
          <p:cNvPr id="91" name="Google Shape;91;p1"/>
          <p:cNvSpPr txBox="1"/>
          <p:nvPr/>
        </p:nvSpPr>
        <p:spPr>
          <a:xfrm>
            <a:off x="1683011" y="6313511"/>
            <a:ext cx="15948658" cy="4247317"/>
          </a:xfrm>
          <a:prstGeom prst="rect">
            <a:avLst/>
          </a:prstGeom>
          <a:noFill/>
          <a:ln>
            <a:noFill/>
          </a:ln>
        </p:spPr>
        <p:txBody>
          <a:bodyPr spcFirstLastPara="1" wrap="square" lIns="0" tIns="0" rIns="0" bIns="0" anchor="t" anchorCtr="0">
            <a:spAutoFit/>
          </a:bodyPr>
          <a:lstStyle/>
          <a:p>
            <a:pPr lvl="0"/>
            <a:r>
              <a:rPr lang="en-US" sz="4600" dirty="0">
                <a:solidFill>
                  <a:srgbClr val="2E2E2E"/>
                </a:solidFill>
                <a:latin typeface="Montserrat"/>
                <a:ea typeface="Montserrat"/>
                <a:cs typeface="Montserrat"/>
                <a:sym typeface="Montserrat"/>
              </a:rPr>
              <a:t>Texas-based with International Operations in Asia, Latin America, North America, Europe, and Africa</a:t>
            </a:r>
          </a:p>
          <a:p>
            <a:endParaRPr lang="en-US" sz="4600" dirty="0">
              <a:solidFill>
                <a:srgbClr val="2E2E2E"/>
              </a:solidFill>
              <a:latin typeface="Montserrat"/>
              <a:ea typeface="Montserrat"/>
              <a:cs typeface="Montserrat"/>
              <a:sym typeface="Montserrat"/>
            </a:endParaRPr>
          </a:p>
          <a:p>
            <a:r>
              <a:rPr lang="en-US" sz="4600" dirty="0">
                <a:solidFill>
                  <a:srgbClr val="2E2E2E"/>
                </a:solidFill>
                <a:latin typeface="Montserrat"/>
                <a:ea typeface="Montserrat"/>
                <a:cs typeface="Montserrat"/>
                <a:sym typeface="Montserrat"/>
              </a:rPr>
              <a:t>Specializes in regulatory, accreditation, certification, quality management system software, and IT solution </a:t>
            </a:r>
            <a:r>
              <a:rPr lang="en-US" sz="4600" dirty="0" smtClean="0">
                <a:solidFill>
                  <a:srgbClr val="2E2E2E"/>
                </a:solidFill>
                <a:latin typeface="Montserrat"/>
                <a:ea typeface="Montserrat"/>
                <a:cs typeface="Montserrat"/>
                <a:sym typeface="Montserrat"/>
              </a:rPr>
              <a:t>consultancy.</a:t>
            </a:r>
            <a:endParaRPr sz="276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692888" y="1531150"/>
            <a:ext cx="19454349" cy="2477601"/>
          </a:xfrm>
          <a:prstGeom prst="rect">
            <a:avLst/>
          </a:prstGeom>
          <a:noFill/>
          <a:ln>
            <a:noFill/>
          </a:ln>
        </p:spPr>
        <p:txBody>
          <a:bodyPr spcFirstLastPara="1" wrap="square" lIns="0" tIns="0" rIns="0" bIns="0" anchor="t" anchorCtr="0">
            <a:spAutoFit/>
          </a:bodyPr>
          <a:lstStyle/>
          <a:p>
            <a:r>
              <a:rPr lang="en-US" sz="8050" b="1" dirty="0">
                <a:solidFill>
                  <a:srgbClr val="004AAD"/>
                </a:solidFill>
                <a:latin typeface="Barlow"/>
                <a:ea typeface="Montserrat"/>
                <a:cs typeface="Montserrat"/>
                <a:sym typeface="Montserrat"/>
              </a:rPr>
              <a:t>CERTIFICATION, ACCREDITATION, AND REGULATORY SERVICES</a:t>
            </a:r>
            <a:endParaRPr lang="en-US" sz="8050" dirty="0">
              <a:latin typeface="Barlow"/>
            </a:endParaRPr>
          </a:p>
        </p:txBody>
      </p:sp>
      <p:sp>
        <p:nvSpPr>
          <p:cNvPr id="97" name="Google Shape;97;p2"/>
          <p:cNvSpPr txBox="1"/>
          <p:nvPr/>
        </p:nvSpPr>
        <p:spPr>
          <a:xfrm>
            <a:off x="692889" y="4197731"/>
            <a:ext cx="17899980" cy="8492325"/>
          </a:xfrm>
          <a:prstGeom prst="rect">
            <a:avLst/>
          </a:prstGeom>
          <a:noFill/>
          <a:ln>
            <a:noFill/>
          </a:ln>
        </p:spPr>
        <p:txBody>
          <a:bodyPr spcFirstLastPara="1" wrap="square" lIns="0" tIns="0" rIns="0" bIns="0" numCol="2" anchor="t" anchorCtr="0">
            <a:spAutoFit/>
          </a:bodyPr>
          <a:lstStyle/>
          <a:p>
            <a:pPr marL="394352" indent="-394352">
              <a:lnSpc>
                <a:spcPct val="160024"/>
              </a:lnSpc>
              <a:buClr>
                <a:srgbClr val="2E2E2E"/>
              </a:buClr>
              <a:buSzPts val="2499"/>
              <a:buFont typeface="Arial"/>
              <a:buChar char="•"/>
            </a:pPr>
            <a:r>
              <a:rPr lang="en-US" sz="2874" dirty="0">
                <a:solidFill>
                  <a:srgbClr val="2E2E2E"/>
                </a:solidFill>
                <a:latin typeface="Montserrat"/>
                <a:ea typeface="Montserrat"/>
                <a:cs typeface="Montserrat"/>
                <a:sym typeface="Montserrat"/>
              </a:rPr>
              <a:t>FDA, USDA, OSHA, FSMA, HACCP, GMPs, FSVP</a:t>
            </a:r>
            <a:endParaRPr sz="1907" dirty="0"/>
          </a:p>
          <a:p>
            <a:pPr marL="394352" indent="-394352">
              <a:lnSpc>
                <a:spcPct val="160024"/>
              </a:lnSpc>
              <a:buClr>
                <a:srgbClr val="2E2E2E"/>
              </a:buClr>
              <a:buSzPts val="2499"/>
              <a:buFont typeface="Arial"/>
              <a:buChar char="•"/>
            </a:pPr>
            <a:r>
              <a:rPr lang="en-US" sz="2874" dirty="0">
                <a:solidFill>
                  <a:srgbClr val="2E2E2E"/>
                </a:solidFill>
                <a:latin typeface="Montserrat"/>
                <a:ea typeface="Montserrat"/>
                <a:cs typeface="Montserrat"/>
                <a:sym typeface="Montserrat"/>
              </a:rPr>
              <a:t>Halal, Organic, Kosher, Non-GMO, Gluten-free, Vegan</a:t>
            </a:r>
            <a:endParaRPr sz="1907" dirty="0"/>
          </a:p>
          <a:p>
            <a:pPr marL="394352" indent="-394352">
              <a:lnSpc>
                <a:spcPct val="160024"/>
              </a:lnSpc>
              <a:buClr>
                <a:srgbClr val="2E2E2E"/>
              </a:buClr>
              <a:buSzPts val="2499"/>
              <a:buFont typeface="Arial"/>
              <a:buChar char="•"/>
            </a:pPr>
            <a:r>
              <a:rPr lang="en-US" sz="2874" dirty="0">
                <a:solidFill>
                  <a:srgbClr val="2E2E2E"/>
                </a:solidFill>
                <a:latin typeface="Montserrat"/>
                <a:ea typeface="Montserrat"/>
                <a:cs typeface="Montserrat"/>
                <a:sym typeface="Montserrat"/>
              </a:rPr>
              <a:t>GFSI - SQF, BRCGS, ISO (FSSC 22000), </a:t>
            </a:r>
            <a:r>
              <a:rPr lang="en-US" sz="2874" dirty="0" err="1">
                <a:solidFill>
                  <a:srgbClr val="2E2E2E"/>
                </a:solidFill>
                <a:latin typeface="Montserrat"/>
                <a:ea typeface="Montserrat"/>
                <a:cs typeface="Montserrat"/>
                <a:sym typeface="Montserrat"/>
              </a:rPr>
              <a:t>PrimusGFS</a:t>
            </a:r>
            <a:r>
              <a:rPr lang="en-US" sz="2874" dirty="0">
                <a:solidFill>
                  <a:srgbClr val="2E2E2E"/>
                </a:solidFill>
                <a:latin typeface="Montserrat"/>
                <a:ea typeface="Montserrat"/>
                <a:cs typeface="Montserrat"/>
                <a:sym typeface="Montserrat"/>
              </a:rPr>
              <a:t>, IFS</a:t>
            </a:r>
            <a:endParaRPr sz="1907" dirty="0"/>
          </a:p>
          <a:p>
            <a:pPr marL="394352" indent="-394352">
              <a:lnSpc>
                <a:spcPct val="160024"/>
              </a:lnSpc>
              <a:buClr>
                <a:srgbClr val="2E2E2E"/>
              </a:buClr>
              <a:buSzPts val="2499"/>
              <a:buFont typeface="Arial"/>
              <a:buChar char="•"/>
            </a:pPr>
            <a:r>
              <a:rPr lang="en-US" sz="2874" dirty="0">
                <a:solidFill>
                  <a:srgbClr val="2E2E2E"/>
                </a:solidFill>
                <a:latin typeface="Montserrat"/>
                <a:ea typeface="Montserrat"/>
                <a:cs typeface="Montserrat"/>
                <a:sym typeface="Montserrat"/>
              </a:rPr>
              <a:t>Big-box Retailers (Amazon, </a:t>
            </a:r>
            <a:r>
              <a:rPr lang="en-US" sz="2874" dirty="0" err="1">
                <a:solidFill>
                  <a:srgbClr val="2E2E2E"/>
                </a:solidFill>
                <a:latin typeface="Montserrat"/>
                <a:ea typeface="Montserrat"/>
                <a:cs typeface="Montserrat"/>
                <a:sym typeface="Montserrat"/>
              </a:rPr>
              <a:t>Walmart</a:t>
            </a:r>
            <a:r>
              <a:rPr lang="en-US" sz="2874" dirty="0">
                <a:solidFill>
                  <a:srgbClr val="2E2E2E"/>
                </a:solidFill>
                <a:latin typeface="Montserrat"/>
                <a:ea typeface="Montserrat"/>
                <a:cs typeface="Montserrat"/>
                <a:sym typeface="Montserrat"/>
              </a:rPr>
              <a:t>, Costco, etc.)</a:t>
            </a:r>
            <a:endParaRPr sz="1907" dirty="0"/>
          </a:p>
          <a:p>
            <a:pPr marL="394352" indent="-394352">
              <a:lnSpc>
                <a:spcPct val="160024"/>
              </a:lnSpc>
              <a:buClr>
                <a:srgbClr val="2E2E2E"/>
              </a:buClr>
              <a:buSzPts val="2499"/>
              <a:buFont typeface="Arial"/>
              <a:buChar char="•"/>
            </a:pPr>
            <a:r>
              <a:rPr lang="en-US" sz="2874" dirty="0">
                <a:solidFill>
                  <a:srgbClr val="2E2E2E"/>
                </a:solidFill>
                <a:latin typeface="Montserrat"/>
                <a:ea typeface="Montserrat"/>
                <a:cs typeface="Montserrat"/>
                <a:sym typeface="Montserrat"/>
              </a:rPr>
              <a:t>USDA Grant Writing and Application Services </a:t>
            </a:r>
            <a:endParaRPr sz="1907" dirty="0"/>
          </a:p>
          <a:p>
            <a:pPr marL="394352" indent="-394352">
              <a:lnSpc>
                <a:spcPct val="160024"/>
              </a:lnSpc>
              <a:buClr>
                <a:srgbClr val="2E2E2E"/>
              </a:buClr>
              <a:buSzPts val="2499"/>
              <a:buFont typeface="Arial"/>
              <a:buChar char="•"/>
            </a:pPr>
            <a:r>
              <a:rPr lang="en-US" sz="2874" dirty="0">
                <a:solidFill>
                  <a:srgbClr val="2E2E2E"/>
                </a:solidFill>
                <a:latin typeface="Montserrat"/>
                <a:ea typeface="Montserrat"/>
                <a:cs typeface="Montserrat"/>
                <a:sym typeface="Montserrat"/>
              </a:rPr>
              <a:t>Management System Development, Implementation, and Maintenance</a:t>
            </a:r>
            <a:endParaRPr sz="1907" dirty="0"/>
          </a:p>
          <a:p>
            <a:pPr marL="394352" indent="-394352">
              <a:lnSpc>
                <a:spcPct val="160024"/>
              </a:lnSpc>
              <a:buClr>
                <a:srgbClr val="2E2E2E"/>
              </a:buClr>
              <a:buSzPts val="2499"/>
              <a:buFont typeface="Arial"/>
              <a:buChar char="•"/>
            </a:pPr>
            <a:r>
              <a:rPr lang="en-US" sz="2874" dirty="0">
                <a:solidFill>
                  <a:srgbClr val="2E2E2E"/>
                </a:solidFill>
                <a:latin typeface="Montserrat"/>
                <a:ea typeface="Montserrat"/>
                <a:cs typeface="Montserrat"/>
                <a:sym typeface="Montserrat"/>
              </a:rPr>
              <a:t>Mitigation Plans (Crisis Management, Food Defense, Food Fraud)]</a:t>
            </a:r>
            <a:endParaRPr sz="1907" dirty="0"/>
          </a:p>
          <a:p>
            <a:pPr marL="394352" indent="-394352">
              <a:lnSpc>
                <a:spcPct val="160024"/>
              </a:lnSpc>
              <a:buClr>
                <a:srgbClr val="2E2E2E"/>
              </a:buClr>
              <a:buSzPts val="2499"/>
              <a:buFont typeface="Arial"/>
              <a:buChar char="•"/>
            </a:pPr>
            <a:r>
              <a:rPr lang="en-US" sz="2874" dirty="0">
                <a:solidFill>
                  <a:srgbClr val="2E2E2E"/>
                </a:solidFill>
                <a:latin typeface="Montserrat"/>
                <a:ea typeface="Montserrat"/>
                <a:cs typeface="Montserrat"/>
                <a:sym typeface="Montserrat"/>
              </a:rPr>
              <a:t>HACCP/Food Safety Plans</a:t>
            </a:r>
            <a:endParaRPr sz="1907" dirty="0"/>
          </a:p>
          <a:p>
            <a:pPr marL="394352" indent="-394352">
              <a:lnSpc>
                <a:spcPct val="160024"/>
              </a:lnSpc>
              <a:buClr>
                <a:srgbClr val="2E2E2E"/>
              </a:buClr>
              <a:buSzPts val="2499"/>
              <a:buFont typeface="Arial"/>
              <a:buChar char="•"/>
            </a:pPr>
            <a:r>
              <a:rPr lang="en-US" sz="2874" dirty="0">
                <a:solidFill>
                  <a:srgbClr val="2E2E2E"/>
                </a:solidFill>
                <a:latin typeface="Montserrat"/>
                <a:ea typeface="Montserrat"/>
                <a:cs typeface="Montserrat"/>
                <a:sym typeface="Montserrat"/>
              </a:rPr>
              <a:t>Withdrawal and Recall Plans</a:t>
            </a:r>
            <a:endParaRPr sz="1907" dirty="0"/>
          </a:p>
          <a:p>
            <a:pPr marL="394352" indent="-394352">
              <a:lnSpc>
                <a:spcPct val="160024"/>
              </a:lnSpc>
              <a:buClr>
                <a:srgbClr val="2E2E2E"/>
              </a:buClr>
              <a:buSzPts val="2499"/>
              <a:buFont typeface="Arial"/>
              <a:buChar char="•"/>
            </a:pPr>
            <a:r>
              <a:rPr lang="en-US" sz="2874" dirty="0">
                <a:solidFill>
                  <a:srgbClr val="2E2E2E"/>
                </a:solidFill>
                <a:latin typeface="Montserrat"/>
                <a:ea typeface="Montserrat"/>
                <a:cs typeface="Montserrat"/>
                <a:sym typeface="Montserrat"/>
              </a:rPr>
              <a:t>Gap Analysis, Risk Assessments, and Internal Audits</a:t>
            </a:r>
            <a:endParaRPr sz="1907" dirty="0"/>
          </a:p>
          <a:p>
            <a:pPr marL="394352" indent="-394352">
              <a:lnSpc>
                <a:spcPct val="160024"/>
              </a:lnSpc>
              <a:buClr>
                <a:srgbClr val="2E2E2E"/>
              </a:buClr>
              <a:buSzPts val="2499"/>
              <a:buFont typeface="Arial"/>
              <a:buChar char="•"/>
            </a:pPr>
            <a:r>
              <a:rPr lang="en-US" sz="2874" dirty="0">
                <a:solidFill>
                  <a:srgbClr val="2E2E2E"/>
                </a:solidFill>
                <a:latin typeface="Montserrat"/>
                <a:ea typeface="Montserrat"/>
                <a:cs typeface="Montserrat"/>
                <a:sym typeface="Montserrat"/>
              </a:rPr>
              <a:t>Importing/Exporting Compliance</a:t>
            </a:r>
            <a:endParaRPr sz="1907" dirty="0"/>
          </a:p>
          <a:p>
            <a:pPr marL="394352" indent="-394352">
              <a:lnSpc>
                <a:spcPct val="160024"/>
              </a:lnSpc>
              <a:buClr>
                <a:srgbClr val="2E2E2E"/>
              </a:buClr>
              <a:buSzPts val="2499"/>
              <a:buFont typeface="Arial"/>
              <a:buChar char="•"/>
            </a:pPr>
            <a:r>
              <a:rPr lang="en-US" sz="2874" dirty="0">
                <a:solidFill>
                  <a:srgbClr val="2E2E2E"/>
                </a:solidFill>
                <a:latin typeface="Montserrat"/>
                <a:ea typeface="Montserrat"/>
                <a:cs typeface="Montserrat"/>
                <a:sym typeface="Montserrat"/>
              </a:rPr>
              <a:t>Product Marketing Compliance (Label, Packaging, and Web Content Regulatory Review</a:t>
            </a:r>
            <a:r>
              <a:rPr lang="en-US" sz="2874" dirty="0" smtClean="0">
                <a:solidFill>
                  <a:srgbClr val="2E2E2E"/>
                </a:solidFill>
                <a:latin typeface="Montserrat"/>
                <a:ea typeface="Montserrat"/>
                <a:cs typeface="Montserrat"/>
                <a:sym typeface="Montserrat"/>
              </a:rPr>
              <a:t>)</a:t>
            </a:r>
          </a:p>
          <a:p>
            <a:pPr marL="394352" indent="-394352">
              <a:lnSpc>
                <a:spcPct val="160024"/>
              </a:lnSpc>
              <a:buClr>
                <a:srgbClr val="2E2E2E"/>
              </a:buClr>
              <a:buSzPts val="2499"/>
              <a:buFont typeface="Arial"/>
              <a:buChar char="•"/>
            </a:pPr>
            <a:endParaRPr lang="en-US" sz="2874" dirty="0">
              <a:solidFill>
                <a:srgbClr val="2E2E2E"/>
              </a:solidFill>
              <a:latin typeface="Montserrat"/>
              <a:sym typeface="Montserrat"/>
            </a:endParaRPr>
          </a:p>
          <a:p>
            <a:pPr marL="394352" indent="-394352">
              <a:lnSpc>
                <a:spcPct val="160024"/>
              </a:lnSpc>
              <a:buClr>
                <a:srgbClr val="2E2E2E"/>
              </a:buClr>
              <a:buSzPts val="2499"/>
              <a:buFont typeface="Arial"/>
              <a:buChar char="•"/>
            </a:pPr>
            <a:endParaRPr lang="en-US" sz="2874" dirty="0" smtClean="0">
              <a:solidFill>
                <a:srgbClr val="2E2E2E"/>
              </a:solidFill>
              <a:latin typeface="Montserrat"/>
              <a:sym typeface="Montserrat"/>
            </a:endParaRPr>
          </a:p>
          <a:p>
            <a:pPr marL="394352" indent="-394352">
              <a:lnSpc>
                <a:spcPct val="160024"/>
              </a:lnSpc>
              <a:buClr>
                <a:srgbClr val="2E2E2E"/>
              </a:buClr>
              <a:buSzPts val="2499"/>
              <a:buFont typeface="Arial"/>
              <a:buChar char="•"/>
            </a:pPr>
            <a:endParaRPr sz="1907" dirty="0"/>
          </a:p>
        </p:txBody>
      </p:sp>
      <p:sp>
        <p:nvSpPr>
          <p:cNvPr id="98" name="Google Shape;98;p2"/>
          <p:cNvSpPr/>
          <p:nvPr/>
        </p:nvSpPr>
        <p:spPr>
          <a:xfrm rot="-1625759">
            <a:off x="16056106" y="-3219578"/>
            <a:ext cx="10919674" cy="8874717"/>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sp>
      <p:grpSp>
        <p:nvGrpSpPr>
          <p:cNvPr id="5" name="Google Shape;99;p2"/>
          <p:cNvGrpSpPr/>
          <p:nvPr/>
        </p:nvGrpSpPr>
        <p:grpSpPr>
          <a:xfrm>
            <a:off x="16296625" y="10214696"/>
            <a:ext cx="4592487" cy="2537212"/>
            <a:chOff x="11738152" y="7002834"/>
            <a:chExt cx="3993467" cy="2206272"/>
          </a:xfrm>
        </p:grpSpPr>
        <p:pic>
          <p:nvPicPr>
            <p:cNvPr id="6" name="Google Shape;100;p2" descr="A close up of a sign&#10;&#10;Description automatically generated"/>
            <p:cNvPicPr preferRelativeResize="0"/>
            <p:nvPr/>
          </p:nvPicPr>
          <p:blipFill rotWithShape="1">
            <a:blip r:embed="rId4">
              <a:alphaModFix/>
            </a:blip>
            <a:srcRect t="11570" b="11539"/>
            <a:stretch/>
          </p:blipFill>
          <p:spPr>
            <a:xfrm>
              <a:off x="12930350" y="7277100"/>
              <a:ext cx="977894" cy="757410"/>
            </a:xfrm>
            <a:prstGeom prst="rect">
              <a:avLst/>
            </a:prstGeom>
            <a:noFill/>
            <a:ln>
              <a:noFill/>
            </a:ln>
          </p:spPr>
        </p:pic>
        <p:sp>
          <p:nvSpPr>
            <p:cNvPr id="7"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8"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933887" y="1637768"/>
            <a:ext cx="16315050" cy="1238801"/>
          </a:xfrm>
          <a:prstGeom prst="rect">
            <a:avLst/>
          </a:prstGeom>
          <a:noFill/>
          <a:ln>
            <a:noFill/>
          </a:ln>
        </p:spPr>
        <p:txBody>
          <a:bodyPr spcFirstLastPara="1" wrap="square" lIns="0" tIns="0" rIns="0" bIns="0" anchor="t" anchorCtr="0">
            <a:spAutoFit/>
          </a:bodyPr>
          <a:lstStyle/>
          <a:p>
            <a:pPr lvl="0"/>
            <a:r>
              <a:rPr lang="en-US" sz="8050" b="1" dirty="0">
                <a:solidFill>
                  <a:srgbClr val="004AAD"/>
                </a:solidFill>
                <a:latin typeface="Barlow"/>
                <a:ea typeface="Montserrat"/>
                <a:cs typeface="Montserrat"/>
                <a:sym typeface="Montserrat"/>
              </a:rPr>
              <a:t>EXECUTIVE REMOTE SERVICES</a:t>
            </a:r>
            <a:endParaRPr sz="8050" dirty="0">
              <a:latin typeface="Barlow"/>
            </a:endParaRPr>
          </a:p>
        </p:txBody>
      </p:sp>
      <p:sp>
        <p:nvSpPr>
          <p:cNvPr id="97" name="Google Shape;97;p2"/>
          <p:cNvSpPr txBox="1"/>
          <p:nvPr/>
        </p:nvSpPr>
        <p:spPr>
          <a:xfrm>
            <a:off x="692890" y="3247009"/>
            <a:ext cx="17899980" cy="15162920"/>
          </a:xfrm>
          <a:prstGeom prst="rect">
            <a:avLst/>
          </a:prstGeom>
          <a:noFill/>
          <a:ln>
            <a:noFill/>
          </a:ln>
        </p:spPr>
        <p:txBody>
          <a:bodyPr spcFirstLastPara="1" wrap="square" lIns="0" tIns="0" rIns="0" bIns="0" numCol="2" anchor="t" anchorCtr="0">
            <a:spAutoFit/>
          </a:bodyPr>
          <a:lstStyle/>
          <a:p>
            <a:pPr marL="525803" indent="-525803">
              <a:lnSpc>
                <a:spcPct val="90000"/>
              </a:lnSpc>
              <a:buFont typeface="Arial" pitchFamily="34" charset="0"/>
              <a:buChar char="•"/>
            </a:pPr>
            <a:r>
              <a:rPr lang="en-US" sz="2760" dirty="0">
                <a:latin typeface="Montserrat"/>
                <a:ea typeface="Montserrat"/>
                <a:cs typeface="Montserrat"/>
                <a:sym typeface="Montserrat"/>
              </a:rPr>
              <a:t>Accounting Services</a:t>
            </a:r>
          </a:p>
          <a:p>
            <a:pPr marL="525803" indent="-525803">
              <a:lnSpc>
                <a:spcPct val="90000"/>
              </a:lnSpc>
              <a:buFont typeface="Arial" pitchFamily="34" charset="0"/>
              <a:buChar char="•"/>
            </a:pPr>
            <a:r>
              <a:rPr lang="en-US" sz="2760" dirty="0">
                <a:latin typeface="Montserrat"/>
                <a:ea typeface="Montserrat"/>
                <a:cs typeface="Montserrat"/>
                <a:sym typeface="Montserrat"/>
              </a:rPr>
              <a:t>Accreditation Management</a:t>
            </a:r>
          </a:p>
          <a:p>
            <a:pPr marL="525803" indent="-525803">
              <a:lnSpc>
                <a:spcPct val="90000"/>
              </a:lnSpc>
              <a:buFont typeface="Arial" pitchFamily="34" charset="0"/>
              <a:buChar char="•"/>
            </a:pPr>
            <a:r>
              <a:rPr lang="en-US" sz="2760" dirty="0">
                <a:latin typeface="Montserrat"/>
                <a:ea typeface="Montserrat"/>
                <a:cs typeface="Montserrat"/>
                <a:sym typeface="Montserrat"/>
              </a:rPr>
              <a:t>Advertising Management</a:t>
            </a:r>
          </a:p>
          <a:p>
            <a:pPr marL="525803" indent="-525803">
              <a:lnSpc>
                <a:spcPct val="90000"/>
              </a:lnSpc>
              <a:buFont typeface="Arial" pitchFamily="34" charset="0"/>
              <a:buChar char="•"/>
            </a:pPr>
            <a:r>
              <a:rPr lang="en-US" sz="2760" dirty="0">
                <a:latin typeface="Montserrat"/>
                <a:ea typeface="Montserrat"/>
                <a:cs typeface="Montserrat"/>
                <a:sym typeface="Montserrat"/>
              </a:rPr>
              <a:t>Amazon Store Management</a:t>
            </a:r>
          </a:p>
          <a:p>
            <a:pPr marL="525803" indent="-525803">
              <a:lnSpc>
                <a:spcPct val="90000"/>
              </a:lnSpc>
              <a:buFont typeface="Arial" pitchFamily="34" charset="0"/>
              <a:buChar char="•"/>
            </a:pPr>
            <a:r>
              <a:rPr lang="en-US" sz="2760" dirty="0">
                <a:latin typeface="Montserrat"/>
                <a:ea typeface="Montserrat"/>
                <a:cs typeface="Montserrat"/>
                <a:sym typeface="Montserrat"/>
              </a:rPr>
              <a:t>Auditing</a:t>
            </a:r>
          </a:p>
          <a:p>
            <a:pPr marL="525803" indent="-525803">
              <a:lnSpc>
                <a:spcPct val="90000"/>
              </a:lnSpc>
              <a:buFont typeface="Arial" pitchFamily="34" charset="0"/>
              <a:buChar char="•"/>
            </a:pPr>
            <a:r>
              <a:rPr lang="en-US" sz="2760" dirty="0">
                <a:latin typeface="Montserrat"/>
                <a:ea typeface="Montserrat"/>
                <a:cs typeface="Montserrat"/>
                <a:sym typeface="Montserrat"/>
              </a:rPr>
              <a:t>Allergen Management Program Writing Services</a:t>
            </a:r>
          </a:p>
          <a:p>
            <a:pPr marL="525803" indent="-525803">
              <a:lnSpc>
                <a:spcPct val="90000"/>
              </a:lnSpc>
              <a:buFont typeface="Arial" pitchFamily="34" charset="0"/>
              <a:buChar char="•"/>
            </a:pPr>
            <a:r>
              <a:rPr lang="en-US" sz="2760" dirty="0">
                <a:latin typeface="Montserrat"/>
                <a:ea typeface="Montserrat"/>
                <a:cs typeface="Montserrat"/>
                <a:sym typeface="Montserrat"/>
              </a:rPr>
              <a:t>Allergen Management Program Consulting Services</a:t>
            </a:r>
          </a:p>
          <a:p>
            <a:pPr marL="525803" indent="-525803">
              <a:lnSpc>
                <a:spcPct val="90000"/>
              </a:lnSpc>
              <a:buFont typeface="Arial" pitchFamily="34" charset="0"/>
              <a:buChar char="•"/>
            </a:pPr>
            <a:r>
              <a:rPr lang="en-US" sz="2760" dirty="0">
                <a:latin typeface="Montserrat"/>
                <a:ea typeface="Montserrat"/>
                <a:cs typeface="Montserrat"/>
                <a:sym typeface="Montserrat"/>
              </a:rPr>
              <a:t>Back Office Support</a:t>
            </a:r>
          </a:p>
          <a:p>
            <a:pPr marL="525803" indent="-525803">
              <a:lnSpc>
                <a:spcPct val="90000"/>
              </a:lnSpc>
              <a:buFont typeface="Arial" pitchFamily="34" charset="0"/>
              <a:buChar char="•"/>
            </a:pPr>
            <a:r>
              <a:rPr lang="en-US" sz="2760" dirty="0">
                <a:latin typeface="Montserrat"/>
                <a:ea typeface="Montserrat"/>
                <a:cs typeface="Montserrat"/>
                <a:sym typeface="Montserrat"/>
              </a:rPr>
              <a:t>Bookkeeping</a:t>
            </a:r>
          </a:p>
          <a:p>
            <a:pPr marL="525803" indent="-525803">
              <a:lnSpc>
                <a:spcPct val="90000"/>
              </a:lnSpc>
              <a:buFont typeface="Arial" pitchFamily="34" charset="0"/>
              <a:buChar char="•"/>
            </a:pPr>
            <a:r>
              <a:rPr lang="en-US" sz="2760" dirty="0">
                <a:latin typeface="Montserrat"/>
                <a:ea typeface="Montserrat"/>
                <a:cs typeface="Montserrat"/>
                <a:sym typeface="Montserrat"/>
              </a:rPr>
              <a:t>BRCGS</a:t>
            </a:r>
          </a:p>
          <a:p>
            <a:pPr marL="525803" indent="-525803">
              <a:lnSpc>
                <a:spcPct val="90000"/>
              </a:lnSpc>
              <a:buFont typeface="Arial" pitchFamily="34" charset="0"/>
              <a:buChar char="•"/>
            </a:pPr>
            <a:r>
              <a:rPr lang="en-US" sz="2760" dirty="0">
                <a:latin typeface="Montserrat"/>
                <a:ea typeface="Montserrat"/>
                <a:cs typeface="Montserrat"/>
                <a:sym typeface="Montserrat"/>
              </a:rPr>
              <a:t>Business Plan Development</a:t>
            </a:r>
          </a:p>
          <a:p>
            <a:pPr marL="525803" indent="-525803">
              <a:lnSpc>
                <a:spcPct val="90000"/>
              </a:lnSpc>
              <a:buFont typeface="Arial" pitchFamily="34" charset="0"/>
              <a:buChar char="•"/>
            </a:pPr>
            <a:r>
              <a:rPr lang="en-US" sz="2760" dirty="0">
                <a:latin typeface="Montserrat"/>
                <a:ea typeface="Montserrat"/>
                <a:cs typeface="Montserrat"/>
                <a:sym typeface="Montserrat"/>
              </a:rPr>
              <a:t>CAPA Management</a:t>
            </a:r>
          </a:p>
          <a:p>
            <a:pPr marL="525803" indent="-525803">
              <a:lnSpc>
                <a:spcPct val="90000"/>
              </a:lnSpc>
              <a:buFont typeface="Arial" pitchFamily="34" charset="0"/>
              <a:buChar char="•"/>
            </a:pPr>
            <a:r>
              <a:rPr lang="en-US" sz="2760" dirty="0">
                <a:latin typeface="Montserrat"/>
                <a:ea typeface="Montserrat"/>
                <a:cs typeface="Montserrat"/>
                <a:sym typeface="Montserrat"/>
              </a:rPr>
              <a:t>Cannabis Cultivation Guidance Bundle Services</a:t>
            </a:r>
          </a:p>
          <a:p>
            <a:pPr marL="525803" indent="-525803">
              <a:lnSpc>
                <a:spcPct val="90000"/>
              </a:lnSpc>
              <a:buFont typeface="Arial" pitchFamily="34" charset="0"/>
              <a:buChar char="•"/>
            </a:pPr>
            <a:r>
              <a:rPr lang="en-US" sz="2760" dirty="0">
                <a:latin typeface="Montserrat"/>
                <a:ea typeface="Montserrat"/>
                <a:cs typeface="Montserrat"/>
                <a:sym typeface="Montserrat"/>
              </a:rPr>
              <a:t>Cannabis Manufacturing Guidance Bundle Services</a:t>
            </a:r>
          </a:p>
          <a:p>
            <a:pPr marL="525803" indent="-525803">
              <a:lnSpc>
                <a:spcPct val="90000"/>
              </a:lnSpc>
              <a:buFont typeface="Arial" pitchFamily="34" charset="0"/>
              <a:buChar char="•"/>
            </a:pPr>
            <a:r>
              <a:rPr lang="en-US" sz="2760" dirty="0">
                <a:latin typeface="Montserrat"/>
                <a:ea typeface="Montserrat"/>
                <a:cs typeface="Montserrat"/>
                <a:sym typeface="Montserrat"/>
              </a:rPr>
              <a:t>Cannabis Retail Guidance Bundle Services</a:t>
            </a:r>
          </a:p>
          <a:p>
            <a:pPr marL="525803" indent="-525803">
              <a:lnSpc>
                <a:spcPct val="90000"/>
              </a:lnSpc>
              <a:buFont typeface="Arial" pitchFamily="34" charset="0"/>
              <a:buChar char="•"/>
            </a:pPr>
            <a:r>
              <a:rPr lang="en-US" sz="2760" dirty="0">
                <a:latin typeface="Montserrat"/>
                <a:ea typeface="Montserrat"/>
                <a:cs typeface="Montserrat"/>
                <a:sym typeface="Montserrat"/>
              </a:rPr>
              <a:t>Cannabis Consulting Services</a:t>
            </a:r>
          </a:p>
          <a:p>
            <a:pPr marL="525803" indent="-525803">
              <a:lnSpc>
                <a:spcPct val="90000"/>
              </a:lnSpc>
              <a:buFont typeface="Arial" pitchFamily="34" charset="0"/>
              <a:buChar char="•"/>
            </a:pPr>
            <a:r>
              <a:rPr lang="en-US" sz="2760" dirty="0">
                <a:latin typeface="Montserrat"/>
                <a:ea typeface="Montserrat"/>
                <a:cs typeface="Montserrat"/>
                <a:sym typeface="Montserrat"/>
              </a:rPr>
              <a:t>Certification Management</a:t>
            </a:r>
          </a:p>
          <a:p>
            <a:pPr marL="525803" indent="-525803">
              <a:lnSpc>
                <a:spcPct val="90000"/>
              </a:lnSpc>
              <a:buFont typeface="Arial" pitchFamily="34" charset="0"/>
              <a:buChar char="•"/>
            </a:pPr>
            <a:r>
              <a:rPr lang="en-US" sz="2760" dirty="0">
                <a:latin typeface="Montserrat"/>
                <a:ea typeface="Montserrat"/>
                <a:cs typeface="Montserrat"/>
                <a:sym typeface="Montserrat"/>
              </a:rPr>
              <a:t>Collection Services</a:t>
            </a: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r>
              <a:rPr lang="en-US" sz="2760" dirty="0">
                <a:latin typeface="Montserrat"/>
                <a:ea typeface="Montserrat"/>
                <a:cs typeface="Montserrat"/>
                <a:sym typeface="Montserrat"/>
              </a:rPr>
              <a:t>Complaint Management</a:t>
            </a:r>
          </a:p>
          <a:p>
            <a:pPr marL="525803" indent="-525803">
              <a:lnSpc>
                <a:spcPct val="90000"/>
              </a:lnSpc>
              <a:buFont typeface="Arial" pitchFamily="34" charset="0"/>
              <a:buChar char="•"/>
            </a:pPr>
            <a:r>
              <a:rPr lang="en-US" sz="2760" dirty="0">
                <a:latin typeface="Montserrat"/>
                <a:ea typeface="Montserrat"/>
                <a:cs typeface="Montserrat"/>
                <a:sym typeface="Montserrat"/>
              </a:rPr>
              <a:t>Compliance Management</a:t>
            </a:r>
          </a:p>
          <a:p>
            <a:pPr marL="525803" indent="-525803">
              <a:lnSpc>
                <a:spcPct val="90000"/>
              </a:lnSpc>
              <a:buFont typeface="Arial" pitchFamily="34" charset="0"/>
              <a:buChar char="•"/>
            </a:pPr>
            <a:r>
              <a:rPr lang="en-US" sz="2760" dirty="0">
                <a:latin typeface="Montserrat"/>
                <a:ea typeface="Montserrat"/>
                <a:cs typeface="Montserrat"/>
                <a:sym typeface="Montserrat"/>
              </a:rPr>
              <a:t>Contract Management</a:t>
            </a:r>
          </a:p>
          <a:p>
            <a:pPr marL="525803" indent="-525803">
              <a:lnSpc>
                <a:spcPct val="90000"/>
              </a:lnSpc>
              <a:buFont typeface="Arial" pitchFamily="34" charset="0"/>
              <a:buChar char="•"/>
            </a:pPr>
            <a:r>
              <a:rPr lang="en-US" sz="2760" dirty="0">
                <a:latin typeface="Montserrat"/>
                <a:ea typeface="Montserrat"/>
                <a:cs typeface="Montserrat"/>
                <a:sym typeface="Montserrat"/>
              </a:rPr>
              <a:t>Cosmetic Compliance</a:t>
            </a:r>
          </a:p>
          <a:p>
            <a:pPr marL="525803" indent="-525803">
              <a:lnSpc>
                <a:spcPct val="90000"/>
              </a:lnSpc>
              <a:buFont typeface="Arial" pitchFamily="34" charset="0"/>
              <a:buChar char="•"/>
            </a:pPr>
            <a:r>
              <a:rPr lang="en-US" sz="2760" dirty="0">
                <a:latin typeface="Montserrat"/>
                <a:ea typeface="Montserrat"/>
                <a:cs typeface="Montserrat"/>
                <a:sym typeface="Montserrat"/>
              </a:rPr>
              <a:t>Crisis Management</a:t>
            </a:r>
          </a:p>
          <a:p>
            <a:pPr marL="525803" indent="-525803">
              <a:lnSpc>
                <a:spcPct val="90000"/>
              </a:lnSpc>
              <a:buFont typeface="Arial" pitchFamily="34" charset="0"/>
              <a:buChar char="•"/>
            </a:pPr>
            <a:r>
              <a:rPr lang="en-US" sz="2760" dirty="0">
                <a:latin typeface="Montserrat"/>
                <a:ea typeface="Montserrat"/>
                <a:cs typeface="Montserrat"/>
                <a:sym typeface="Montserrat"/>
              </a:rPr>
              <a:t>Customer Requirements Review</a:t>
            </a:r>
          </a:p>
          <a:p>
            <a:pPr marL="525803" indent="-525803">
              <a:lnSpc>
                <a:spcPct val="90000"/>
              </a:lnSpc>
              <a:buFont typeface="Arial" pitchFamily="34" charset="0"/>
              <a:buChar char="•"/>
            </a:pPr>
            <a:r>
              <a:rPr lang="en-US" sz="2760" dirty="0">
                <a:latin typeface="Montserrat"/>
                <a:ea typeface="Montserrat"/>
                <a:cs typeface="Montserrat"/>
                <a:sym typeface="Montserrat"/>
              </a:rPr>
              <a:t>Customer Services</a:t>
            </a:r>
          </a:p>
          <a:p>
            <a:pPr marL="525803" indent="-525803">
              <a:lnSpc>
                <a:spcPct val="90000"/>
              </a:lnSpc>
              <a:buFont typeface="Arial" pitchFamily="34" charset="0"/>
              <a:buChar char="•"/>
            </a:pPr>
            <a:r>
              <a:rPr lang="en-US" sz="2760" dirty="0">
                <a:latin typeface="Montserrat"/>
                <a:ea typeface="Montserrat"/>
                <a:cs typeface="Montserrat"/>
                <a:sym typeface="Montserrat"/>
              </a:rPr>
              <a:t>Data Entry &amp; Analytics</a:t>
            </a:r>
          </a:p>
          <a:p>
            <a:pPr marL="525803" indent="-525803">
              <a:lnSpc>
                <a:spcPct val="90000"/>
              </a:lnSpc>
              <a:buFont typeface="Arial" pitchFamily="34" charset="0"/>
              <a:buChar char="•"/>
            </a:pPr>
            <a:r>
              <a:rPr lang="en-US" sz="2760" dirty="0">
                <a:latin typeface="Montserrat"/>
                <a:ea typeface="Montserrat"/>
                <a:cs typeface="Montserrat"/>
                <a:sym typeface="Montserrat"/>
              </a:rPr>
              <a:t>Deep Dive Remote Gap Audit (Certification, Regulatory,  Accreditation)</a:t>
            </a:r>
          </a:p>
          <a:p>
            <a:pPr marL="525803" indent="-525803">
              <a:lnSpc>
                <a:spcPct val="90000"/>
              </a:lnSpc>
              <a:buFont typeface="Arial" pitchFamily="34" charset="0"/>
              <a:buChar char="•"/>
            </a:pPr>
            <a:r>
              <a:rPr lang="en-US" sz="2760" dirty="0">
                <a:latin typeface="Montserrat"/>
                <a:ea typeface="Montserrat"/>
                <a:cs typeface="Montserrat"/>
                <a:sym typeface="Montserrat"/>
              </a:rPr>
              <a:t>Document Control Management</a:t>
            </a:r>
          </a:p>
          <a:p>
            <a:pPr marL="525803" indent="-525803">
              <a:lnSpc>
                <a:spcPct val="90000"/>
              </a:lnSpc>
              <a:buFont typeface="Arial" pitchFamily="34" charset="0"/>
              <a:buChar char="•"/>
            </a:pPr>
            <a:r>
              <a:rPr lang="en-US" sz="2760" dirty="0">
                <a:latin typeface="Montserrat"/>
                <a:ea typeface="Montserrat"/>
                <a:cs typeface="Montserrat"/>
                <a:sym typeface="Montserrat"/>
              </a:rPr>
              <a:t>Document Review</a:t>
            </a:r>
          </a:p>
          <a:p>
            <a:pPr marL="525803" indent="-525803">
              <a:lnSpc>
                <a:spcPct val="90000"/>
              </a:lnSpc>
              <a:buFont typeface="Arial" pitchFamily="34" charset="0"/>
              <a:buChar char="•"/>
            </a:pPr>
            <a:r>
              <a:rPr lang="en-US" sz="2760" dirty="0">
                <a:latin typeface="Montserrat"/>
                <a:ea typeface="Montserrat"/>
                <a:cs typeface="Montserrat"/>
                <a:sym typeface="Montserrat"/>
              </a:rPr>
              <a:t>E-commerce Store Set-up (Amazon/</a:t>
            </a:r>
            <a:r>
              <a:rPr lang="en-US" sz="2760" dirty="0" err="1">
                <a:latin typeface="Montserrat"/>
                <a:ea typeface="Montserrat"/>
                <a:cs typeface="Montserrat"/>
                <a:sym typeface="Montserrat"/>
              </a:rPr>
              <a:t>Shopify</a:t>
            </a:r>
            <a:r>
              <a:rPr lang="en-US" sz="2760" dirty="0">
                <a:latin typeface="Montserrat"/>
                <a:ea typeface="Montserrat"/>
                <a:cs typeface="Montserrat"/>
                <a:sym typeface="Montserrat"/>
              </a:rPr>
              <a:t>/</a:t>
            </a:r>
            <a:r>
              <a:rPr lang="en-US" sz="2760" dirty="0" err="1">
                <a:latin typeface="Montserrat"/>
                <a:ea typeface="Montserrat"/>
                <a:cs typeface="Montserrat"/>
                <a:sym typeface="Montserrat"/>
              </a:rPr>
              <a:t>Wordpress</a:t>
            </a:r>
            <a:r>
              <a:rPr lang="en-US" sz="2760" dirty="0">
                <a:latin typeface="Montserrat"/>
                <a:ea typeface="Montserrat"/>
                <a:cs typeface="Montserrat"/>
                <a:sym typeface="Montserrat"/>
              </a:rPr>
              <a:t>)</a:t>
            </a:r>
          </a:p>
          <a:p>
            <a:pPr marL="525803" indent="-525803">
              <a:lnSpc>
                <a:spcPct val="90000"/>
              </a:lnSpc>
              <a:buFont typeface="Arial" pitchFamily="34" charset="0"/>
              <a:buChar char="•"/>
            </a:pPr>
            <a:r>
              <a:rPr lang="en-US" sz="2760" dirty="0">
                <a:latin typeface="Montserrat"/>
                <a:ea typeface="Montserrat"/>
                <a:cs typeface="Montserrat"/>
                <a:sym typeface="Montserrat"/>
              </a:rPr>
              <a:t>E-commerce store management</a:t>
            </a:r>
          </a:p>
          <a:p>
            <a:pPr marL="525803" indent="-525803">
              <a:lnSpc>
                <a:spcPct val="90000"/>
              </a:lnSpc>
              <a:buFont typeface="Arial" pitchFamily="34" charset="0"/>
              <a:buChar char="•"/>
            </a:pPr>
            <a:r>
              <a:rPr lang="en-US" sz="2760" dirty="0">
                <a:latin typeface="Montserrat"/>
                <a:ea typeface="Montserrat"/>
                <a:cs typeface="Montserrat"/>
                <a:sym typeface="Montserrat"/>
              </a:rPr>
              <a:t>E-Forms Digitization (Software Development)</a:t>
            </a:r>
          </a:p>
          <a:p>
            <a:pPr marL="525803" indent="-525803">
              <a:lnSpc>
                <a:spcPct val="90000"/>
              </a:lnSpc>
              <a:buFont typeface="Arial" pitchFamily="34" charset="0"/>
              <a:buChar char="•"/>
            </a:pPr>
            <a:r>
              <a:rPr lang="en-US" sz="2760" dirty="0">
                <a:latin typeface="Montserrat"/>
                <a:ea typeface="Montserrat"/>
                <a:cs typeface="Montserrat"/>
                <a:sym typeface="Montserrat"/>
              </a:rPr>
              <a:t>Executive Assistant</a:t>
            </a:r>
          </a:p>
          <a:p>
            <a:pPr marL="525803" indent="-525803">
              <a:lnSpc>
                <a:spcPct val="90000"/>
              </a:lnSpc>
              <a:buFont typeface="Arial" pitchFamily="34" charset="0"/>
              <a:buChar char="•"/>
            </a:pPr>
            <a:r>
              <a:rPr lang="en-US" sz="2760" dirty="0">
                <a:latin typeface="Montserrat"/>
                <a:ea typeface="Montserrat"/>
                <a:cs typeface="Montserrat"/>
                <a:sym typeface="Montserrat"/>
              </a:rPr>
              <a:t>Feasibility Study</a:t>
            </a:r>
          </a:p>
          <a:p>
            <a:pPr marL="525803" indent="-525803">
              <a:lnSpc>
                <a:spcPct val="90000"/>
              </a:lnSpc>
              <a:buFont typeface="Arial" pitchFamily="34" charset="0"/>
              <a:buChar char="•"/>
            </a:pPr>
            <a:r>
              <a:rPr lang="en-US" sz="2760" dirty="0">
                <a:latin typeface="Montserrat"/>
                <a:ea typeface="Montserrat"/>
                <a:cs typeface="Montserrat"/>
                <a:sym typeface="Montserrat"/>
              </a:rPr>
              <a:t>Food Fraud Vulnerability Assessments Services</a:t>
            </a:r>
          </a:p>
          <a:p>
            <a:pPr marL="525803" indent="-525803">
              <a:lnSpc>
                <a:spcPct val="90000"/>
              </a:lnSpc>
              <a:buFont typeface="Arial" pitchFamily="34" charset="0"/>
              <a:buChar char="•"/>
            </a:pPr>
            <a:r>
              <a:rPr lang="en-US" sz="2760" dirty="0">
                <a:latin typeface="Montserrat"/>
                <a:ea typeface="Montserrat"/>
                <a:cs typeface="Montserrat"/>
                <a:sym typeface="Montserrat"/>
              </a:rPr>
              <a:t>Foreign Supplier Verification</a:t>
            </a:r>
          </a:p>
        </p:txBody>
      </p:sp>
      <p:sp>
        <p:nvSpPr>
          <p:cNvPr id="98" name="Google Shape;98;p2"/>
          <p:cNvSpPr/>
          <p:nvPr/>
        </p:nvSpPr>
        <p:spPr>
          <a:xfrm rot="-1625759">
            <a:off x="16056106" y="-3219578"/>
            <a:ext cx="10919674" cy="8874717"/>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sp>
      <p:grpSp>
        <p:nvGrpSpPr>
          <p:cNvPr id="5" name="Google Shape;99;p2"/>
          <p:cNvGrpSpPr/>
          <p:nvPr/>
        </p:nvGrpSpPr>
        <p:grpSpPr>
          <a:xfrm>
            <a:off x="16616460" y="10233918"/>
            <a:ext cx="4592487" cy="2537212"/>
            <a:chOff x="11738152" y="7002834"/>
            <a:chExt cx="3993467" cy="2206272"/>
          </a:xfrm>
        </p:grpSpPr>
        <p:pic>
          <p:nvPicPr>
            <p:cNvPr id="6" name="Google Shape;100;p2" descr="A close up of a sign&#10;&#10;Description automatically generated"/>
            <p:cNvPicPr preferRelativeResize="0"/>
            <p:nvPr/>
          </p:nvPicPr>
          <p:blipFill rotWithShape="1">
            <a:blip r:embed="rId4">
              <a:alphaModFix/>
            </a:blip>
            <a:srcRect t="11570" b="11539"/>
            <a:stretch/>
          </p:blipFill>
          <p:spPr>
            <a:xfrm>
              <a:off x="12930350" y="7277100"/>
              <a:ext cx="977894" cy="757410"/>
            </a:xfrm>
            <a:prstGeom prst="rect">
              <a:avLst/>
            </a:prstGeom>
            <a:noFill/>
            <a:ln>
              <a:noFill/>
            </a:ln>
          </p:spPr>
        </p:pic>
        <p:sp>
          <p:nvSpPr>
            <p:cNvPr id="7"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8"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7781180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692904" y="1588542"/>
            <a:ext cx="16315050" cy="1238801"/>
          </a:xfrm>
          <a:prstGeom prst="rect">
            <a:avLst/>
          </a:prstGeom>
          <a:noFill/>
          <a:ln>
            <a:noFill/>
          </a:ln>
        </p:spPr>
        <p:txBody>
          <a:bodyPr spcFirstLastPara="1" wrap="square" lIns="0" tIns="0" rIns="0" bIns="0" anchor="t" anchorCtr="0">
            <a:spAutoFit/>
          </a:bodyPr>
          <a:lstStyle/>
          <a:p>
            <a:pPr lvl="0"/>
            <a:r>
              <a:rPr lang="en-US" sz="8050" b="1" dirty="0">
                <a:solidFill>
                  <a:srgbClr val="004AAD"/>
                </a:solidFill>
                <a:latin typeface="Barlow"/>
                <a:ea typeface="Montserrat"/>
                <a:cs typeface="Montserrat"/>
                <a:sym typeface="Montserrat"/>
              </a:rPr>
              <a:t>EXECUTIVE REMOTE SERVICES</a:t>
            </a:r>
            <a:endParaRPr sz="8050" dirty="0">
              <a:latin typeface="Barlow"/>
            </a:endParaRPr>
          </a:p>
        </p:txBody>
      </p:sp>
      <p:sp>
        <p:nvSpPr>
          <p:cNvPr id="97" name="Google Shape;97;p2"/>
          <p:cNvSpPr txBox="1"/>
          <p:nvPr/>
        </p:nvSpPr>
        <p:spPr>
          <a:xfrm>
            <a:off x="692904" y="3181287"/>
            <a:ext cx="17899980" cy="15162920"/>
          </a:xfrm>
          <a:prstGeom prst="rect">
            <a:avLst/>
          </a:prstGeom>
          <a:noFill/>
          <a:ln>
            <a:noFill/>
          </a:ln>
        </p:spPr>
        <p:txBody>
          <a:bodyPr spcFirstLastPara="1" wrap="square" lIns="0" tIns="0" rIns="0" bIns="0" numCol="2" anchor="t" anchorCtr="0">
            <a:spAutoFit/>
          </a:bodyPr>
          <a:lstStyle/>
          <a:p>
            <a:pPr marL="525803" indent="-525803">
              <a:lnSpc>
                <a:spcPct val="90000"/>
              </a:lnSpc>
              <a:buFont typeface="Arial" pitchFamily="34" charset="0"/>
              <a:buChar char="•"/>
            </a:pPr>
            <a:r>
              <a:rPr lang="en-US" sz="2760" dirty="0">
                <a:latin typeface="Montserrat"/>
                <a:ea typeface="Montserrat"/>
                <a:cs typeface="Montserrat"/>
                <a:sym typeface="Montserrat"/>
              </a:rPr>
              <a:t>Food Safety Consulting Overview</a:t>
            </a:r>
          </a:p>
          <a:p>
            <a:pPr marL="525803" indent="-525803">
              <a:lnSpc>
                <a:spcPct val="90000"/>
              </a:lnSpc>
              <a:buFont typeface="Arial" pitchFamily="34" charset="0"/>
              <a:buChar char="•"/>
            </a:pPr>
            <a:r>
              <a:rPr lang="en-US" sz="2760" dirty="0">
                <a:latin typeface="Montserrat"/>
                <a:ea typeface="Montserrat"/>
                <a:cs typeface="Montserrat"/>
                <a:sym typeface="Montserrat"/>
              </a:rPr>
              <a:t>Food Safety Compliance Management </a:t>
            </a:r>
          </a:p>
          <a:p>
            <a:pPr marL="525803" indent="-525803">
              <a:lnSpc>
                <a:spcPct val="90000"/>
              </a:lnSpc>
              <a:buFont typeface="Arial" pitchFamily="34" charset="0"/>
              <a:buChar char="•"/>
            </a:pPr>
            <a:r>
              <a:rPr lang="en-US" sz="2760" dirty="0">
                <a:latin typeface="Montserrat"/>
                <a:ea typeface="Montserrat"/>
                <a:cs typeface="Montserrat"/>
                <a:sym typeface="Montserrat"/>
              </a:rPr>
              <a:t>FSVP Services</a:t>
            </a:r>
          </a:p>
          <a:p>
            <a:pPr marL="525803" indent="-525803">
              <a:lnSpc>
                <a:spcPct val="90000"/>
              </a:lnSpc>
              <a:buFont typeface="Arial" pitchFamily="34" charset="0"/>
              <a:buChar char="•"/>
            </a:pPr>
            <a:r>
              <a:rPr lang="en-US" sz="2760" dirty="0">
                <a:latin typeface="Montserrat"/>
                <a:ea typeface="Montserrat"/>
                <a:cs typeface="Montserrat"/>
                <a:sym typeface="Montserrat"/>
              </a:rPr>
              <a:t>FSVPQI Services</a:t>
            </a:r>
          </a:p>
          <a:p>
            <a:pPr marL="525803" indent="-525803">
              <a:lnSpc>
                <a:spcPct val="90000"/>
              </a:lnSpc>
              <a:buFont typeface="Arial" pitchFamily="34" charset="0"/>
              <a:buChar char="•"/>
            </a:pPr>
            <a:r>
              <a:rPr lang="en-US" sz="2760" dirty="0">
                <a:latin typeface="Montserrat"/>
                <a:ea typeface="Montserrat"/>
                <a:cs typeface="Montserrat"/>
                <a:sym typeface="Montserrat"/>
              </a:rPr>
              <a:t>FSQA Services</a:t>
            </a:r>
          </a:p>
          <a:p>
            <a:pPr marL="525803" indent="-525803">
              <a:lnSpc>
                <a:spcPct val="90000"/>
              </a:lnSpc>
              <a:buFont typeface="Arial" pitchFamily="34" charset="0"/>
              <a:buChar char="•"/>
            </a:pPr>
            <a:r>
              <a:rPr lang="en-US" sz="2760" dirty="0">
                <a:latin typeface="Montserrat"/>
                <a:ea typeface="Montserrat"/>
                <a:cs typeface="Montserrat"/>
                <a:sym typeface="Montserrat"/>
              </a:rPr>
              <a:t>Food Safety Plan Services</a:t>
            </a:r>
          </a:p>
          <a:p>
            <a:pPr marL="525803" indent="-525803">
              <a:lnSpc>
                <a:spcPct val="90000"/>
              </a:lnSpc>
              <a:buFont typeface="Arial" pitchFamily="34" charset="0"/>
              <a:buChar char="•"/>
            </a:pPr>
            <a:r>
              <a:rPr lang="en-US" sz="2760" dirty="0">
                <a:latin typeface="Montserrat"/>
                <a:ea typeface="Montserrat"/>
                <a:cs typeface="Montserrat"/>
                <a:sym typeface="Montserrat"/>
              </a:rPr>
              <a:t>FSSC 22000</a:t>
            </a:r>
          </a:p>
          <a:p>
            <a:pPr marL="525803" indent="-525803">
              <a:lnSpc>
                <a:spcPct val="90000"/>
              </a:lnSpc>
              <a:buFont typeface="Arial" pitchFamily="34" charset="0"/>
              <a:buChar char="•"/>
            </a:pPr>
            <a:r>
              <a:rPr lang="en-US" sz="2760" dirty="0">
                <a:latin typeface="Montserrat"/>
                <a:ea typeface="Montserrat"/>
                <a:cs typeface="Montserrat"/>
                <a:sym typeface="Montserrat"/>
              </a:rPr>
              <a:t>FDA (USA) = FSMA Preventive Control Plans</a:t>
            </a:r>
          </a:p>
          <a:p>
            <a:pPr marL="525803" indent="-525803">
              <a:lnSpc>
                <a:spcPct val="90000"/>
              </a:lnSpc>
              <a:buFont typeface="Arial" pitchFamily="34" charset="0"/>
              <a:buChar char="•"/>
            </a:pPr>
            <a:r>
              <a:rPr lang="en-US" sz="2760" dirty="0">
                <a:latin typeface="Montserrat"/>
                <a:ea typeface="Montserrat"/>
                <a:cs typeface="Montserrat"/>
                <a:sym typeface="Montserrat"/>
              </a:rPr>
              <a:t>General Administration</a:t>
            </a:r>
          </a:p>
          <a:p>
            <a:pPr marL="525803" indent="-525803">
              <a:lnSpc>
                <a:spcPct val="90000"/>
              </a:lnSpc>
              <a:buFont typeface="Arial" pitchFamily="34" charset="0"/>
              <a:buChar char="•"/>
            </a:pPr>
            <a:r>
              <a:rPr lang="en-US" sz="2760" dirty="0">
                <a:latin typeface="Montserrat"/>
                <a:ea typeface="Montserrat"/>
                <a:cs typeface="Montserrat"/>
                <a:sym typeface="Montserrat"/>
              </a:rPr>
              <a:t>Grant Writing and Submission Services</a:t>
            </a:r>
          </a:p>
          <a:p>
            <a:pPr marL="525803" indent="-525803">
              <a:lnSpc>
                <a:spcPct val="90000"/>
              </a:lnSpc>
              <a:buFont typeface="Arial" pitchFamily="34" charset="0"/>
              <a:buChar char="•"/>
            </a:pPr>
            <a:r>
              <a:rPr lang="en-US" sz="2760" dirty="0">
                <a:latin typeface="Montserrat"/>
                <a:ea typeface="Montserrat"/>
                <a:cs typeface="Montserrat"/>
                <a:sym typeface="Montserrat"/>
              </a:rPr>
              <a:t>Good Manufacturing Practices Consulting</a:t>
            </a:r>
          </a:p>
          <a:p>
            <a:pPr marL="525803" indent="-525803">
              <a:lnSpc>
                <a:spcPct val="90000"/>
              </a:lnSpc>
              <a:buFont typeface="Arial" pitchFamily="34" charset="0"/>
              <a:buChar char="•"/>
            </a:pPr>
            <a:r>
              <a:rPr lang="en-US" sz="2760" dirty="0">
                <a:latin typeface="Montserrat"/>
                <a:ea typeface="Montserrat"/>
                <a:cs typeface="Montserrat"/>
                <a:sym typeface="Montserrat"/>
              </a:rPr>
              <a:t>Graphic Designs</a:t>
            </a:r>
          </a:p>
          <a:p>
            <a:pPr marL="525803" indent="-525803">
              <a:lnSpc>
                <a:spcPct val="90000"/>
              </a:lnSpc>
              <a:buFont typeface="Arial" pitchFamily="34" charset="0"/>
              <a:buChar char="•"/>
            </a:pPr>
            <a:r>
              <a:rPr lang="en-US" sz="2760" dirty="0">
                <a:latin typeface="Montserrat"/>
                <a:ea typeface="Montserrat"/>
                <a:cs typeface="Montserrat"/>
                <a:sym typeface="Montserrat"/>
              </a:rPr>
              <a:t>HACCP Plan Services</a:t>
            </a:r>
          </a:p>
          <a:p>
            <a:pPr marL="525803" indent="-525803">
              <a:lnSpc>
                <a:spcPct val="90000"/>
              </a:lnSpc>
              <a:buFont typeface="Arial" pitchFamily="34" charset="0"/>
              <a:buChar char="•"/>
            </a:pPr>
            <a:r>
              <a:rPr lang="en-US" sz="2760" dirty="0">
                <a:latin typeface="Montserrat"/>
                <a:ea typeface="Montserrat"/>
                <a:cs typeface="Montserrat"/>
                <a:sym typeface="Montserrat"/>
              </a:rPr>
              <a:t>HR and Training Management</a:t>
            </a:r>
          </a:p>
          <a:p>
            <a:pPr marL="525803" indent="-525803">
              <a:lnSpc>
                <a:spcPct val="90000"/>
              </a:lnSpc>
              <a:buFont typeface="Arial" pitchFamily="34" charset="0"/>
              <a:buChar char="•"/>
            </a:pPr>
            <a:r>
              <a:rPr lang="en-US" sz="2760" dirty="0">
                <a:latin typeface="Montserrat"/>
                <a:ea typeface="Montserrat"/>
                <a:cs typeface="Montserrat"/>
                <a:sym typeface="Montserrat"/>
              </a:rPr>
              <a:t>Import &amp; Export Compliance Services</a:t>
            </a:r>
          </a:p>
          <a:p>
            <a:pPr marL="525803" indent="-525803">
              <a:lnSpc>
                <a:spcPct val="90000"/>
              </a:lnSpc>
              <a:buFont typeface="Arial" pitchFamily="34" charset="0"/>
              <a:buChar char="•"/>
            </a:pPr>
            <a:r>
              <a:rPr lang="en-US" sz="2760" dirty="0">
                <a:latin typeface="Montserrat"/>
                <a:ea typeface="Montserrat"/>
                <a:cs typeface="Montserrat"/>
                <a:sym typeface="Montserrat"/>
              </a:rPr>
              <a:t>Internal Audit Management</a:t>
            </a:r>
          </a:p>
          <a:p>
            <a:pPr marL="525803" indent="-525803">
              <a:lnSpc>
                <a:spcPct val="90000"/>
              </a:lnSpc>
              <a:buFont typeface="Arial" pitchFamily="34" charset="0"/>
              <a:buChar char="•"/>
            </a:pPr>
            <a:r>
              <a:rPr lang="en-US" sz="2760" dirty="0">
                <a:latin typeface="Montserrat"/>
                <a:ea typeface="Montserrat"/>
                <a:cs typeface="Montserrat"/>
                <a:sym typeface="Montserrat"/>
              </a:rPr>
              <a:t>Inventory Control Management</a:t>
            </a:r>
          </a:p>
          <a:p>
            <a:pPr marL="525803" indent="-525803">
              <a:lnSpc>
                <a:spcPct val="90000"/>
              </a:lnSpc>
              <a:buFont typeface="Arial" pitchFamily="34" charset="0"/>
              <a:buChar char="•"/>
            </a:pPr>
            <a:r>
              <a:rPr lang="en-US" sz="2760" dirty="0">
                <a:latin typeface="Montserrat"/>
                <a:ea typeface="Montserrat"/>
                <a:cs typeface="Montserrat"/>
                <a:sym typeface="Montserrat"/>
              </a:rPr>
              <a:t>ISO Standards</a:t>
            </a:r>
          </a:p>
          <a:p>
            <a:pPr marL="525803" indent="-525803">
              <a:lnSpc>
                <a:spcPct val="90000"/>
              </a:lnSpc>
              <a:buFont typeface="Arial" pitchFamily="34" charset="0"/>
              <a:buChar char="•"/>
            </a:pPr>
            <a:r>
              <a:rPr lang="en-US" sz="2760" dirty="0">
                <a:latin typeface="Montserrat"/>
                <a:ea typeface="Montserrat"/>
                <a:cs typeface="Montserrat"/>
                <a:sym typeface="Montserrat"/>
              </a:rPr>
              <a:t>IT Development &amp; Services</a:t>
            </a:r>
          </a:p>
          <a:p>
            <a:pPr marL="525803" indent="-525803">
              <a:lnSpc>
                <a:spcPct val="90000"/>
              </a:lnSpc>
              <a:buFont typeface="Arial" pitchFamily="34" charset="0"/>
              <a:buChar char="•"/>
            </a:pPr>
            <a:r>
              <a:rPr lang="en-US" sz="2760" dirty="0">
                <a:latin typeface="Montserrat"/>
                <a:ea typeface="Montserrat"/>
                <a:cs typeface="Montserrat"/>
                <a:sym typeface="Montserrat"/>
              </a:rPr>
              <a:t>Marketing Material Review</a:t>
            </a:r>
          </a:p>
          <a:p>
            <a:pPr marL="525803" indent="-525803">
              <a:lnSpc>
                <a:spcPct val="90000"/>
              </a:lnSpc>
              <a:buFont typeface="Arial" pitchFamily="34" charset="0"/>
              <a:buChar char="•"/>
            </a:pPr>
            <a:r>
              <a:rPr lang="en-US" sz="2760" dirty="0">
                <a:latin typeface="Montserrat"/>
                <a:ea typeface="Montserrat"/>
                <a:cs typeface="Montserrat"/>
                <a:sym typeface="Montserrat"/>
              </a:rPr>
              <a:t>Marketing Services</a:t>
            </a: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r>
              <a:rPr lang="en-US" sz="2760" dirty="0">
                <a:latin typeface="Montserrat"/>
                <a:ea typeface="Montserrat"/>
                <a:cs typeface="Montserrat"/>
                <a:sym typeface="Montserrat"/>
              </a:rPr>
              <a:t>On-Site Consultancy Services – Preventive and Process Controls, and Internal Audit</a:t>
            </a:r>
          </a:p>
          <a:p>
            <a:pPr marL="525803" indent="-525803">
              <a:lnSpc>
                <a:spcPct val="90000"/>
              </a:lnSpc>
              <a:buFont typeface="Arial" pitchFamily="34" charset="0"/>
              <a:buChar char="•"/>
            </a:pPr>
            <a:r>
              <a:rPr lang="en-US" sz="2760" dirty="0">
                <a:latin typeface="Montserrat"/>
                <a:ea typeface="Montserrat"/>
                <a:cs typeface="Montserrat"/>
                <a:sym typeface="Montserrat"/>
              </a:rPr>
              <a:t>OSHA Services</a:t>
            </a:r>
          </a:p>
          <a:p>
            <a:pPr marL="525803" indent="-525803">
              <a:lnSpc>
                <a:spcPct val="90000"/>
              </a:lnSpc>
              <a:buFont typeface="Arial" pitchFamily="34" charset="0"/>
              <a:buChar char="•"/>
            </a:pPr>
            <a:r>
              <a:rPr lang="en-US" sz="2760" dirty="0" err="1">
                <a:latin typeface="Montserrat"/>
                <a:ea typeface="Montserrat"/>
                <a:cs typeface="Montserrat"/>
                <a:sym typeface="Montserrat"/>
              </a:rPr>
              <a:t>CalOSHA</a:t>
            </a:r>
            <a:r>
              <a:rPr lang="en-US" sz="2760" dirty="0">
                <a:latin typeface="Montserrat"/>
                <a:ea typeface="Montserrat"/>
                <a:cs typeface="Montserrat"/>
                <a:sym typeface="Montserrat"/>
              </a:rPr>
              <a:t> Services</a:t>
            </a:r>
          </a:p>
          <a:p>
            <a:pPr marL="525803" indent="-525803">
              <a:lnSpc>
                <a:spcPct val="90000"/>
              </a:lnSpc>
              <a:buFont typeface="Arial" pitchFamily="34" charset="0"/>
              <a:buChar char="•"/>
            </a:pPr>
            <a:r>
              <a:rPr lang="en-US" sz="2760" dirty="0">
                <a:latin typeface="Montserrat"/>
                <a:ea typeface="Montserrat"/>
                <a:cs typeface="Montserrat"/>
                <a:sym typeface="Montserrat"/>
              </a:rPr>
              <a:t>PCQI Consulting Services - Preventive Controls Qualified Individual</a:t>
            </a:r>
          </a:p>
          <a:p>
            <a:pPr marL="525803" indent="-525803">
              <a:lnSpc>
                <a:spcPct val="90000"/>
              </a:lnSpc>
              <a:buFont typeface="Arial" pitchFamily="34" charset="0"/>
              <a:buChar char="•"/>
            </a:pPr>
            <a:r>
              <a:rPr lang="en-US" sz="2760" dirty="0">
                <a:latin typeface="Montserrat"/>
                <a:ea typeface="Montserrat"/>
                <a:cs typeface="Montserrat"/>
                <a:sym typeface="Montserrat"/>
              </a:rPr>
              <a:t>Pharmaceutical Compliance</a:t>
            </a:r>
          </a:p>
          <a:p>
            <a:pPr marL="525803" indent="-525803">
              <a:lnSpc>
                <a:spcPct val="90000"/>
              </a:lnSpc>
              <a:buFont typeface="Arial" pitchFamily="34" charset="0"/>
              <a:buChar char="•"/>
            </a:pPr>
            <a:r>
              <a:rPr lang="en-US" sz="2760" dirty="0">
                <a:latin typeface="Montserrat"/>
                <a:ea typeface="Montserrat"/>
                <a:cs typeface="Montserrat"/>
                <a:sym typeface="Montserrat"/>
              </a:rPr>
              <a:t>Preventive Maintenance</a:t>
            </a:r>
          </a:p>
          <a:p>
            <a:pPr marL="525803" indent="-525803">
              <a:lnSpc>
                <a:spcPct val="90000"/>
              </a:lnSpc>
              <a:buFont typeface="Arial" pitchFamily="34" charset="0"/>
              <a:buChar char="•"/>
            </a:pPr>
            <a:r>
              <a:rPr lang="en-US" sz="2760" dirty="0">
                <a:latin typeface="Montserrat"/>
                <a:ea typeface="Montserrat"/>
                <a:cs typeface="Montserrat"/>
                <a:sym typeface="Montserrat"/>
              </a:rPr>
              <a:t>Project Management</a:t>
            </a:r>
          </a:p>
          <a:p>
            <a:pPr marL="525803" indent="-525803">
              <a:lnSpc>
                <a:spcPct val="90000"/>
              </a:lnSpc>
              <a:buFont typeface="Arial" pitchFamily="34" charset="0"/>
              <a:buChar char="•"/>
            </a:pPr>
            <a:r>
              <a:rPr lang="en-US" sz="2760" dirty="0">
                <a:latin typeface="Montserrat"/>
                <a:ea typeface="Montserrat"/>
                <a:cs typeface="Montserrat"/>
                <a:sym typeface="Montserrat"/>
              </a:rPr>
              <a:t>Product Research</a:t>
            </a:r>
          </a:p>
          <a:p>
            <a:pPr marL="525803" indent="-525803">
              <a:lnSpc>
                <a:spcPct val="90000"/>
              </a:lnSpc>
              <a:buFont typeface="Arial" pitchFamily="34" charset="0"/>
              <a:buChar char="•"/>
            </a:pPr>
            <a:r>
              <a:rPr lang="en-US" sz="2760" dirty="0">
                <a:latin typeface="Montserrat"/>
                <a:ea typeface="Montserrat"/>
                <a:cs typeface="Montserrat"/>
                <a:sym typeface="Montserrat"/>
              </a:rPr>
              <a:t>Product Label Regulatory Review for Food - US</a:t>
            </a:r>
          </a:p>
          <a:p>
            <a:pPr marL="525803" indent="-525803">
              <a:lnSpc>
                <a:spcPct val="90000"/>
              </a:lnSpc>
              <a:buFont typeface="Arial" pitchFamily="34" charset="0"/>
              <a:buChar char="•"/>
            </a:pPr>
            <a:r>
              <a:rPr lang="en-US" sz="2760" dirty="0">
                <a:latin typeface="Montserrat"/>
                <a:ea typeface="Montserrat"/>
                <a:cs typeface="Montserrat"/>
                <a:sym typeface="Montserrat"/>
              </a:rPr>
              <a:t>Product Label Regulatory Review for Food - Australia New Zealand Food Standards Code</a:t>
            </a:r>
          </a:p>
          <a:p>
            <a:pPr marL="525803" indent="-525803">
              <a:lnSpc>
                <a:spcPct val="90000"/>
              </a:lnSpc>
              <a:buFont typeface="Arial" pitchFamily="34" charset="0"/>
              <a:buChar char="•"/>
            </a:pPr>
            <a:r>
              <a:rPr lang="en-US" sz="2760" dirty="0">
                <a:latin typeface="Montserrat"/>
                <a:ea typeface="Montserrat"/>
                <a:cs typeface="Montserrat"/>
                <a:sym typeface="Montserrat"/>
              </a:rPr>
              <a:t>Product Label Regulatory Review for Food - CFIA (Canada)</a:t>
            </a:r>
          </a:p>
          <a:p>
            <a:pPr marL="525803" indent="-525803">
              <a:lnSpc>
                <a:spcPct val="90000"/>
              </a:lnSpc>
              <a:buFont typeface="Arial" pitchFamily="34" charset="0"/>
              <a:buChar char="•"/>
            </a:pPr>
            <a:r>
              <a:rPr lang="en-US" sz="2760" dirty="0">
                <a:latin typeface="Montserrat"/>
                <a:ea typeface="Montserrat"/>
                <a:cs typeface="Montserrat"/>
                <a:sym typeface="Montserrat"/>
              </a:rPr>
              <a:t>Product Label Regulatory Review for Dietary Supplement - US</a:t>
            </a:r>
          </a:p>
        </p:txBody>
      </p:sp>
      <p:sp>
        <p:nvSpPr>
          <p:cNvPr id="98" name="Google Shape;98;p2"/>
          <p:cNvSpPr/>
          <p:nvPr/>
        </p:nvSpPr>
        <p:spPr>
          <a:xfrm rot="-1625759">
            <a:off x="16056106" y="-3219578"/>
            <a:ext cx="10919674" cy="8874717"/>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sp>
      <p:grpSp>
        <p:nvGrpSpPr>
          <p:cNvPr id="5" name="Google Shape;99;p2"/>
          <p:cNvGrpSpPr/>
          <p:nvPr/>
        </p:nvGrpSpPr>
        <p:grpSpPr>
          <a:xfrm>
            <a:off x="16438714" y="10118971"/>
            <a:ext cx="4592487" cy="2537212"/>
            <a:chOff x="11738152" y="7002834"/>
            <a:chExt cx="3993467" cy="2206272"/>
          </a:xfrm>
        </p:grpSpPr>
        <p:pic>
          <p:nvPicPr>
            <p:cNvPr id="6" name="Google Shape;100;p2" descr="A close up of a sign&#10;&#10;Description automatically generated"/>
            <p:cNvPicPr preferRelativeResize="0"/>
            <p:nvPr/>
          </p:nvPicPr>
          <p:blipFill rotWithShape="1">
            <a:blip r:embed="rId4">
              <a:alphaModFix/>
            </a:blip>
            <a:srcRect t="11570" b="11539"/>
            <a:stretch/>
          </p:blipFill>
          <p:spPr>
            <a:xfrm>
              <a:off x="12930350" y="7277100"/>
              <a:ext cx="977894" cy="757410"/>
            </a:xfrm>
            <a:prstGeom prst="rect">
              <a:avLst/>
            </a:prstGeom>
            <a:noFill/>
            <a:ln>
              <a:noFill/>
            </a:ln>
          </p:spPr>
        </p:pic>
        <p:sp>
          <p:nvSpPr>
            <p:cNvPr id="7"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8"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7103621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692904" y="1588542"/>
            <a:ext cx="16315050" cy="1238801"/>
          </a:xfrm>
          <a:prstGeom prst="rect">
            <a:avLst/>
          </a:prstGeom>
          <a:noFill/>
          <a:ln>
            <a:noFill/>
          </a:ln>
        </p:spPr>
        <p:txBody>
          <a:bodyPr spcFirstLastPara="1" wrap="square" lIns="0" tIns="0" rIns="0" bIns="0" anchor="t" anchorCtr="0">
            <a:spAutoFit/>
          </a:bodyPr>
          <a:lstStyle/>
          <a:p>
            <a:pPr lvl="0"/>
            <a:r>
              <a:rPr lang="en-US" sz="8050" b="1" dirty="0">
                <a:solidFill>
                  <a:srgbClr val="004AAD"/>
                </a:solidFill>
                <a:latin typeface="Barlow"/>
                <a:ea typeface="Montserrat"/>
                <a:cs typeface="Montserrat"/>
                <a:sym typeface="Montserrat"/>
              </a:rPr>
              <a:t>EXECUTIVE REMOTE SERVICES</a:t>
            </a:r>
            <a:endParaRPr sz="8050" dirty="0">
              <a:latin typeface="Barlow"/>
            </a:endParaRPr>
          </a:p>
        </p:txBody>
      </p:sp>
      <p:sp>
        <p:nvSpPr>
          <p:cNvPr id="97" name="Google Shape;97;p2"/>
          <p:cNvSpPr txBox="1"/>
          <p:nvPr/>
        </p:nvSpPr>
        <p:spPr>
          <a:xfrm>
            <a:off x="692904" y="3181287"/>
            <a:ext cx="17899980" cy="15162920"/>
          </a:xfrm>
          <a:prstGeom prst="rect">
            <a:avLst/>
          </a:prstGeom>
          <a:noFill/>
          <a:ln>
            <a:noFill/>
          </a:ln>
        </p:spPr>
        <p:txBody>
          <a:bodyPr spcFirstLastPara="1" wrap="square" lIns="0" tIns="0" rIns="0" bIns="0" numCol="2" anchor="t" anchorCtr="0">
            <a:spAutoFit/>
          </a:bodyPr>
          <a:lstStyle/>
          <a:p>
            <a:pPr marL="525803" indent="-525803">
              <a:lnSpc>
                <a:spcPct val="90000"/>
              </a:lnSpc>
              <a:buFont typeface="Arial" pitchFamily="34" charset="0"/>
              <a:buChar char="•"/>
            </a:pPr>
            <a:r>
              <a:rPr lang="en-US" sz="2760" dirty="0">
                <a:latin typeface="Montserrat"/>
                <a:ea typeface="Montserrat"/>
                <a:cs typeface="Montserrat"/>
                <a:sym typeface="Montserrat"/>
              </a:rPr>
              <a:t>Product Label Regulatory Review for Cosmetics - US</a:t>
            </a:r>
          </a:p>
          <a:p>
            <a:pPr marL="525803" indent="-525803">
              <a:lnSpc>
                <a:spcPct val="90000"/>
              </a:lnSpc>
              <a:buFont typeface="Arial" pitchFamily="34" charset="0"/>
              <a:buChar char="•"/>
            </a:pPr>
            <a:r>
              <a:rPr lang="en-US" sz="2760" dirty="0">
                <a:latin typeface="Montserrat"/>
                <a:ea typeface="Montserrat"/>
                <a:cs typeface="Montserrat"/>
                <a:sym typeface="Montserrat"/>
              </a:rPr>
              <a:t>Product Label Regulatory Review for Cosmetics - EU</a:t>
            </a:r>
          </a:p>
          <a:p>
            <a:pPr marL="525803" indent="-525803">
              <a:lnSpc>
                <a:spcPct val="90000"/>
              </a:lnSpc>
              <a:buFont typeface="Arial" pitchFamily="34" charset="0"/>
              <a:buChar char="•"/>
            </a:pPr>
            <a:r>
              <a:rPr lang="en-US" sz="2760" dirty="0">
                <a:latin typeface="Montserrat"/>
                <a:ea typeface="Montserrat"/>
                <a:cs typeface="Montserrat"/>
                <a:sym typeface="Montserrat"/>
              </a:rPr>
              <a:t>Product Label Regulatory Review for Animal Food - US</a:t>
            </a:r>
          </a:p>
          <a:p>
            <a:pPr marL="525803" indent="-525803">
              <a:lnSpc>
                <a:spcPct val="90000"/>
              </a:lnSpc>
              <a:buFont typeface="Arial" pitchFamily="34" charset="0"/>
              <a:buChar char="•"/>
            </a:pPr>
            <a:r>
              <a:rPr lang="en-US" sz="2760" dirty="0">
                <a:latin typeface="Montserrat"/>
                <a:ea typeface="Montserrat"/>
                <a:cs typeface="Montserrat"/>
                <a:sym typeface="Montserrat"/>
              </a:rPr>
              <a:t>Quality Assurance Systems</a:t>
            </a:r>
          </a:p>
          <a:p>
            <a:pPr marL="525803" indent="-525803">
              <a:lnSpc>
                <a:spcPct val="90000"/>
              </a:lnSpc>
              <a:buFont typeface="Arial" pitchFamily="34" charset="0"/>
              <a:buChar char="•"/>
            </a:pPr>
            <a:r>
              <a:rPr lang="en-US" sz="2760" dirty="0">
                <a:latin typeface="Montserrat"/>
                <a:ea typeface="Montserrat"/>
                <a:cs typeface="Montserrat"/>
                <a:sym typeface="Montserrat"/>
              </a:rPr>
              <a:t>Quality Control Systems</a:t>
            </a:r>
          </a:p>
          <a:p>
            <a:pPr marL="525803" indent="-525803">
              <a:lnSpc>
                <a:spcPct val="90000"/>
              </a:lnSpc>
              <a:buFont typeface="Arial" pitchFamily="34" charset="0"/>
              <a:buChar char="•"/>
            </a:pPr>
            <a:r>
              <a:rPr lang="en-US" sz="2760" dirty="0">
                <a:latin typeface="Montserrat"/>
                <a:ea typeface="Montserrat"/>
                <a:cs typeface="Montserrat"/>
                <a:sym typeface="Montserrat"/>
              </a:rPr>
              <a:t>QMS Management</a:t>
            </a:r>
          </a:p>
          <a:p>
            <a:pPr marL="525803" indent="-525803">
              <a:lnSpc>
                <a:spcPct val="90000"/>
              </a:lnSpc>
              <a:buFont typeface="Arial" pitchFamily="34" charset="0"/>
              <a:buChar char="•"/>
            </a:pPr>
            <a:r>
              <a:rPr lang="en-US" sz="2760" dirty="0">
                <a:latin typeface="Montserrat"/>
                <a:ea typeface="Montserrat"/>
                <a:cs typeface="Montserrat"/>
                <a:sym typeface="Montserrat"/>
              </a:rPr>
              <a:t>Recruiting Services</a:t>
            </a:r>
          </a:p>
          <a:p>
            <a:pPr marL="525803" indent="-525803">
              <a:lnSpc>
                <a:spcPct val="90000"/>
              </a:lnSpc>
              <a:buFont typeface="Arial" pitchFamily="34" charset="0"/>
              <a:buChar char="•"/>
            </a:pPr>
            <a:r>
              <a:rPr lang="en-US" sz="2760" dirty="0">
                <a:latin typeface="Montserrat"/>
                <a:ea typeface="Montserrat"/>
                <a:cs typeface="Montserrat"/>
                <a:sym typeface="Montserrat"/>
              </a:rPr>
              <a:t>Regulatory Compliance Review</a:t>
            </a:r>
          </a:p>
          <a:p>
            <a:pPr marL="525803" indent="-525803">
              <a:lnSpc>
                <a:spcPct val="90000"/>
              </a:lnSpc>
              <a:buFont typeface="Arial" pitchFamily="34" charset="0"/>
              <a:buChar char="•"/>
            </a:pPr>
            <a:r>
              <a:rPr lang="en-US" sz="2760" dirty="0">
                <a:latin typeface="Montserrat"/>
                <a:ea typeface="Montserrat"/>
                <a:cs typeface="Montserrat"/>
                <a:sym typeface="Montserrat"/>
              </a:rPr>
              <a:t>Regulatory Response Letter Development</a:t>
            </a:r>
          </a:p>
          <a:p>
            <a:pPr marL="525803" indent="-525803">
              <a:lnSpc>
                <a:spcPct val="90000"/>
              </a:lnSpc>
              <a:buFont typeface="Arial" pitchFamily="34" charset="0"/>
              <a:buChar char="•"/>
            </a:pPr>
            <a:r>
              <a:rPr lang="en-US" sz="2760" dirty="0">
                <a:latin typeface="Montserrat"/>
                <a:ea typeface="Montserrat"/>
                <a:cs typeface="Montserrat"/>
                <a:sym typeface="Montserrat"/>
              </a:rPr>
              <a:t>Research</a:t>
            </a:r>
          </a:p>
          <a:p>
            <a:pPr marL="525803" indent="-525803">
              <a:lnSpc>
                <a:spcPct val="90000"/>
              </a:lnSpc>
              <a:buFont typeface="Arial" pitchFamily="34" charset="0"/>
              <a:buChar char="•"/>
            </a:pPr>
            <a:r>
              <a:rPr lang="en-US" sz="2760" dirty="0">
                <a:latin typeface="Montserrat"/>
                <a:ea typeface="Montserrat"/>
                <a:cs typeface="Montserrat"/>
                <a:sym typeface="Montserrat"/>
              </a:rPr>
              <a:t>Sanitation Management</a:t>
            </a:r>
          </a:p>
          <a:p>
            <a:pPr marL="525803" indent="-525803">
              <a:lnSpc>
                <a:spcPct val="90000"/>
              </a:lnSpc>
              <a:buFont typeface="Arial" pitchFamily="34" charset="0"/>
              <a:buChar char="•"/>
            </a:pPr>
            <a:r>
              <a:rPr lang="en-US" sz="2760" dirty="0">
                <a:latin typeface="Montserrat"/>
                <a:ea typeface="Montserrat"/>
                <a:cs typeface="Montserrat"/>
                <a:sym typeface="Montserrat"/>
              </a:rPr>
              <a:t>SFCR (Canada) Preventive Control Plans</a:t>
            </a:r>
          </a:p>
          <a:p>
            <a:pPr marL="525803" indent="-525803">
              <a:lnSpc>
                <a:spcPct val="90000"/>
              </a:lnSpc>
              <a:buFont typeface="Arial" pitchFamily="34" charset="0"/>
              <a:buChar char="•"/>
            </a:pPr>
            <a:r>
              <a:rPr lang="en-US" sz="2760" dirty="0">
                <a:latin typeface="Montserrat"/>
                <a:ea typeface="Montserrat"/>
                <a:cs typeface="Montserrat"/>
                <a:sym typeface="Montserrat"/>
              </a:rPr>
              <a:t>Supplier Approval Programs</a:t>
            </a:r>
          </a:p>
          <a:p>
            <a:pPr marL="525803" indent="-525803">
              <a:lnSpc>
                <a:spcPct val="90000"/>
              </a:lnSpc>
              <a:buFont typeface="Arial" pitchFamily="34" charset="0"/>
              <a:buChar char="•"/>
            </a:pPr>
            <a:r>
              <a:rPr lang="en-US" sz="2760" dirty="0">
                <a:latin typeface="Montserrat"/>
                <a:ea typeface="Montserrat"/>
                <a:cs typeface="Montserrat"/>
                <a:sym typeface="Montserrat"/>
              </a:rPr>
              <a:t>SOPs and SSOPs Writing Services</a:t>
            </a:r>
          </a:p>
          <a:p>
            <a:pPr marL="525803" indent="-525803">
              <a:lnSpc>
                <a:spcPct val="90000"/>
              </a:lnSpc>
              <a:buFont typeface="Arial" pitchFamily="34" charset="0"/>
              <a:buChar char="•"/>
            </a:pPr>
            <a:r>
              <a:rPr lang="en-US" sz="2760" dirty="0">
                <a:latin typeface="Montserrat"/>
                <a:ea typeface="Montserrat"/>
                <a:cs typeface="Montserrat"/>
                <a:sym typeface="Montserrat"/>
              </a:rPr>
              <a:t>Supply Chain Management</a:t>
            </a:r>
          </a:p>
          <a:p>
            <a:pPr marL="525803" indent="-525803">
              <a:lnSpc>
                <a:spcPct val="90000"/>
              </a:lnSpc>
              <a:buFont typeface="Arial" pitchFamily="34" charset="0"/>
              <a:buChar char="•"/>
            </a:pPr>
            <a:r>
              <a:rPr lang="en-US" sz="2760" dirty="0">
                <a:latin typeface="Montserrat"/>
                <a:ea typeface="Montserrat"/>
                <a:cs typeface="Montserrat"/>
                <a:sym typeface="Montserrat"/>
              </a:rPr>
              <a:t>SQF Food Manufacturing Bundle Writing Services</a:t>
            </a:r>
          </a:p>
          <a:p>
            <a:pPr marL="525803" indent="-525803">
              <a:lnSpc>
                <a:spcPct val="90000"/>
              </a:lnSpc>
              <a:buFont typeface="Arial" pitchFamily="34" charset="0"/>
              <a:buChar char="•"/>
            </a:pPr>
            <a:r>
              <a:rPr lang="en-US" sz="2760" dirty="0">
                <a:latin typeface="Montserrat"/>
                <a:ea typeface="Montserrat"/>
                <a:cs typeface="Montserrat"/>
                <a:sym typeface="Montserrat"/>
              </a:rPr>
              <a:t>SQF Manufacture of Food Packaging Bundle Writing Services</a:t>
            </a: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r>
              <a:rPr lang="en-US" sz="2760" dirty="0">
                <a:latin typeface="Montserrat"/>
                <a:ea typeface="Montserrat"/>
                <a:cs typeface="Montserrat"/>
                <a:sym typeface="Montserrat"/>
              </a:rPr>
              <a:t>SQF Storage and Distribution Bundle Writing Services</a:t>
            </a:r>
          </a:p>
          <a:p>
            <a:pPr marL="525803" indent="-525803">
              <a:lnSpc>
                <a:spcPct val="90000"/>
              </a:lnSpc>
              <a:buFont typeface="Arial" pitchFamily="34" charset="0"/>
              <a:buChar char="•"/>
            </a:pPr>
            <a:r>
              <a:rPr lang="en-US" sz="2760" dirty="0">
                <a:latin typeface="Montserrat"/>
                <a:ea typeface="Montserrat"/>
                <a:cs typeface="Montserrat"/>
                <a:sym typeface="Montserrat"/>
              </a:rPr>
              <a:t>SQF Dietary Supplement Manufacturing Bundle Writing Services</a:t>
            </a:r>
          </a:p>
          <a:p>
            <a:pPr marL="525803" indent="-525803">
              <a:lnSpc>
                <a:spcPct val="90000"/>
              </a:lnSpc>
              <a:buFont typeface="Arial" pitchFamily="34" charset="0"/>
              <a:buChar char="•"/>
            </a:pPr>
            <a:r>
              <a:rPr lang="en-US" sz="2760" dirty="0">
                <a:latin typeface="Montserrat"/>
                <a:ea typeface="Montserrat"/>
                <a:cs typeface="Montserrat"/>
                <a:sym typeface="Montserrat"/>
              </a:rPr>
              <a:t>SQF Certification Consulting Services</a:t>
            </a:r>
          </a:p>
          <a:p>
            <a:pPr marL="525803" indent="-525803">
              <a:lnSpc>
                <a:spcPct val="90000"/>
              </a:lnSpc>
              <a:buFont typeface="Arial" pitchFamily="34" charset="0"/>
              <a:buChar char="•"/>
            </a:pPr>
            <a:r>
              <a:rPr lang="en-US" sz="2760" dirty="0">
                <a:latin typeface="Montserrat"/>
                <a:ea typeface="Montserrat"/>
                <a:cs typeface="Montserrat"/>
                <a:sym typeface="Montserrat"/>
              </a:rPr>
              <a:t>SQF Certification and Gap Assessment Services</a:t>
            </a:r>
          </a:p>
          <a:p>
            <a:pPr marL="525803" indent="-525803">
              <a:lnSpc>
                <a:spcPct val="90000"/>
              </a:lnSpc>
              <a:buFont typeface="Arial" pitchFamily="34" charset="0"/>
              <a:buChar char="•"/>
            </a:pPr>
            <a:r>
              <a:rPr lang="en-US" sz="2760" dirty="0">
                <a:latin typeface="Montserrat"/>
                <a:ea typeface="Montserrat"/>
                <a:cs typeface="Montserrat"/>
                <a:sym typeface="Montserrat"/>
              </a:rPr>
              <a:t>System Algorithm (Software Development)</a:t>
            </a:r>
          </a:p>
          <a:p>
            <a:pPr marL="525803" indent="-525803">
              <a:lnSpc>
                <a:spcPct val="90000"/>
              </a:lnSpc>
              <a:buFont typeface="Arial" pitchFamily="34" charset="0"/>
              <a:buChar char="•"/>
            </a:pPr>
            <a:r>
              <a:rPr lang="en-US" sz="2760" dirty="0">
                <a:latin typeface="Montserrat"/>
                <a:ea typeface="Montserrat"/>
                <a:cs typeface="Montserrat"/>
                <a:sym typeface="Montserrat"/>
              </a:rPr>
              <a:t>Technical SOP and Forms for Records Development</a:t>
            </a:r>
          </a:p>
          <a:p>
            <a:pPr marL="525803" indent="-525803">
              <a:lnSpc>
                <a:spcPct val="90000"/>
              </a:lnSpc>
              <a:buFont typeface="Arial" pitchFamily="34" charset="0"/>
              <a:buChar char="•"/>
            </a:pPr>
            <a:r>
              <a:rPr lang="en-US" sz="2760" dirty="0">
                <a:latin typeface="Montserrat"/>
                <a:ea typeface="Montserrat"/>
                <a:cs typeface="Montserrat"/>
                <a:sym typeface="Montserrat"/>
              </a:rPr>
              <a:t>Traceability and Recall Management</a:t>
            </a:r>
          </a:p>
          <a:p>
            <a:pPr marL="525803" indent="-525803">
              <a:lnSpc>
                <a:spcPct val="90000"/>
              </a:lnSpc>
              <a:buFont typeface="Arial" pitchFamily="34" charset="0"/>
              <a:buChar char="•"/>
            </a:pPr>
            <a:r>
              <a:rPr lang="en-US" sz="2760" dirty="0">
                <a:latin typeface="Montserrat"/>
                <a:ea typeface="Montserrat"/>
                <a:cs typeface="Montserrat"/>
                <a:sym typeface="Montserrat"/>
              </a:rPr>
              <a:t>Virtual Executive Assistant</a:t>
            </a:r>
          </a:p>
          <a:p>
            <a:pPr marL="525803" indent="-525803">
              <a:lnSpc>
                <a:spcPct val="90000"/>
              </a:lnSpc>
              <a:buFont typeface="Arial" pitchFamily="34" charset="0"/>
              <a:buChar char="•"/>
            </a:pPr>
            <a:r>
              <a:rPr lang="en-US" sz="2760" dirty="0">
                <a:latin typeface="Montserrat"/>
                <a:ea typeface="Montserrat"/>
                <a:cs typeface="Montserrat"/>
                <a:sym typeface="Montserrat"/>
              </a:rPr>
              <a:t>Virtual Executive QA/QC Services</a:t>
            </a:r>
          </a:p>
          <a:p>
            <a:pPr marL="525803" indent="-525803">
              <a:lnSpc>
                <a:spcPct val="90000"/>
              </a:lnSpc>
              <a:buFont typeface="Arial" pitchFamily="34" charset="0"/>
              <a:buChar char="•"/>
            </a:pPr>
            <a:r>
              <a:rPr lang="en-US" sz="2760" dirty="0">
                <a:latin typeface="Montserrat"/>
                <a:ea typeface="Montserrat"/>
                <a:cs typeface="Montserrat"/>
                <a:sym typeface="Montserrat"/>
              </a:rPr>
              <a:t>Web Designer</a:t>
            </a:r>
          </a:p>
          <a:p>
            <a:pPr marL="525803" indent="-525803">
              <a:lnSpc>
                <a:spcPct val="90000"/>
              </a:lnSpc>
              <a:buFont typeface="Arial" pitchFamily="34" charset="0"/>
              <a:buChar char="•"/>
            </a:pPr>
            <a:r>
              <a:rPr lang="en-US" sz="2760" dirty="0">
                <a:latin typeface="Montserrat"/>
                <a:ea typeface="Montserrat"/>
                <a:cs typeface="Montserrat"/>
                <a:sym typeface="Montserrat"/>
              </a:rPr>
              <a:t>Website Content Review</a:t>
            </a: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a:p>
            <a:pPr marL="525803" indent="-525803">
              <a:lnSpc>
                <a:spcPct val="90000"/>
              </a:lnSpc>
              <a:buFont typeface="Arial" pitchFamily="34" charset="0"/>
              <a:buChar char="•"/>
            </a:pPr>
            <a:endParaRPr lang="en-US" sz="2760" dirty="0">
              <a:latin typeface="Montserrat"/>
              <a:ea typeface="Montserrat"/>
              <a:cs typeface="Montserrat"/>
              <a:sym typeface="Montserrat"/>
            </a:endParaRPr>
          </a:p>
        </p:txBody>
      </p:sp>
      <p:sp>
        <p:nvSpPr>
          <p:cNvPr id="98" name="Google Shape;98;p2"/>
          <p:cNvSpPr/>
          <p:nvPr/>
        </p:nvSpPr>
        <p:spPr>
          <a:xfrm rot="-1625759">
            <a:off x="16056106" y="-3219578"/>
            <a:ext cx="10919674" cy="8874717"/>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sp>
      <p:grpSp>
        <p:nvGrpSpPr>
          <p:cNvPr id="5" name="Google Shape;99;p2"/>
          <p:cNvGrpSpPr/>
          <p:nvPr/>
        </p:nvGrpSpPr>
        <p:grpSpPr>
          <a:xfrm>
            <a:off x="16296641" y="10118971"/>
            <a:ext cx="4592487" cy="2537212"/>
            <a:chOff x="11738152" y="7002834"/>
            <a:chExt cx="3993467" cy="2206272"/>
          </a:xfrm>
        </p:grpSpPr>
        <p:pic>
          <p:nvPicPr>
            <p:cNvPr id="6" name="Google Shape;100;p2" descr="A close up of a sign&#10;&#10;Description automatically generated"/>
            <p:cNvPicPr preferRelativeResize="0"/>
            <p:nvPr/>
          </p:nvPicPr>
          <p:blipFill rotWithShape="1">
            <a:blip r:embed="rId4">
              <a:alphaModFix/>
            </a:blip>
            <a:srcRect t="11570" b="11539"/>
            <a:stretch/>
          </p:blipFill>
          <p:spPr>
            <a:xfrm>
              <a:off x="12930350" y="7277100"/>
              <a:ext cx="977894" cy="757410"/>
            </a:xfrm>
            <a:prstGeom prst="rect">
              <a:avLst/>
            </a:prstGeom>
            <a:noFill/>
            <a:ln>
              <a:noFill/>
            </a:ln>
          </p:spPr>
        </p:pic>
        <p:sp>
          <p:nvSpPr>
            <p:cNvPr id="7"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8"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3472486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692904" y="2920701"/>
            <a:ext cx="16315050" cy="1238801"/>
          </a:xfrm>
          <a:prstGeom prst="rect">
            <a:avLst/>
          </a:prstGeom>
          <a:noFill/>
          <a:ln>
            <a:noFill/>
          </a:ln>
        </p:spPr>
        <p:txBody>
          <a:bodyPr spcFirstLastPara="1" wrap="square" lIns="0" tIns="0" rIns="0" bIns="0" anchor="t" anchorCtr="0">
            <a:spAutoFit/>
          </a:bodyPr>
          <a:lstStyle/>
          <a:p>
            <a:pPr lvl="0"/>
            <a:r>
              <a:rPr lang="en-US" sz="8050" b="1" dirty="0" err="1">
                <a:solidFill>
                  <a:srgbClr val="004AAD"/>
                </a:solidFill>
                <a:latin typeface="Barlow"/>
                <a:ea typeface="Montserrat"/>
                <a:cs typeface="Montserrat"/>
                <a:sym typeface="Montserrat"/>
              </a:rPr>
              <a:t>Consultare</a:t>
            </a:r>
            <a:r>
              <a:rPr lang="en-US" sz="8050" b="1" dirty="0">
                <a:solidFill>
                  <a:srgbClr val="004AAD"/>
                </a:solidFill>
                <a:latin typeface="Barlow"/>
                <a:ea typeface="Montserrat"/>
                <a:cs typeface="Montserrat"/>
                <a:sym typeface="Montserrat"/>
              </a:rPr>
              <a:t> </a:t>
            </a:r>
            <a:r>
              <a:rPr lang="en-US" sz="8050" b="1" dirty="0" err="1">
                <a:solidFill>
                  <a:srgbClr val="004AAD"/>
                </a:solidFill>
                <a:latin typeface="Barlow"/>
                <a:ea typeface="Montserrat"/>
                <a:cs typeface="Montserrat"/>
                <a:sym typeface="Montserrat"/>
              </a:rPr>
              <a:t>Inc</a:t>
            </a:r>
            <a:r>
              <a:rPr lang="en-US" sz="8050" b="1" dirty="0">
                <a:solidFill>
                  <a:srgbClr val="004AAD"/>
                </a:solidFill>
                <a:latin typeface="Barlow"/>
                <a:ea typeface="Montserrat"/>
                <a:cs typeface="Montserrat"/>
                <a:sym typeface="Montserrat"/>
              </a:rPr>
              <a:t> Group </a:t>
            </a:r>
            <a:endParaRPr sz="8050" dirty="0">
              <a:latin typeface="Barlow"/>
            </a:endParaRPr>
          </a:p>
        </p:txBody>
      </p:sp>
      <p:sp>
        <p:nvSpPr>
          <p:cNvPr id="97" name="Google Shape;97;p2"/>
          <p:cNvSpPr txBox="1"/>
          <p:nvPr/>
        </p:nvSpPr>
        <p:spPr>
          <a:xfrm>
            <a:off x="692905" y="4469488"/>
            <a:ext cx="18462342" cy="6370975"/>
          </a:xfrm>
          <a:prstGeom prst="rect">
            <a:avLst/>
          </a:prstGeom>
          <a:noFill/>
          <a:ln>
            <a:noFill/>
          </a:ln>
        </p:spPr>
        <p:txBody>
          <a:bodyPr spcFirstLastPara="1" wrap="square" lIns="0" tIns="0" rIns="0" bIns="0" anchor="t" anchorCtr="0">
            <a:spAutoFit/>
          </a:bodyPr>
          <a:lstStyle/>
          <a:p>
            <a:pPr lvl="0" algn="just">
              <a:lnSpc>
                <a:spcPct val="150000"/>
              </a:lnSpc>
              <a:buClr>
                <a:srgbClr val="2E2E2E"/>
              </a:buClr>
              <a:buSzPts val="2499"/>
            </a:pPr>
            <a:r>
              <a:rPr lang="en-US" sz="5520" dirty="0">
                <a:solidFill>
                  <a:srgbClr val="2E2E2E"/>
                </a:solidFill>
                <a:latin typeface="Montserrat"/>
                <a:ea typeface="Montserrat"/>
                <a:cs typeface="Montserrat"/>
                <a:sym typeface="Montserrat"/>
              </a:rPr>
              <a:t>The goal of </a:t>
            </a:r>
            <a:r>
              <a:rPr lang="en-US" sz="5520" dirty="0" err="1">
                <a:solidFill>
                  <a:srgbClr val="2E2E2E"/>
                </a:solidFill>
                <a:latin typeface="Montserrat"/>
                <a:ea typeface="Montserrat"/>
                <a:cs typeface="Montserrat"/>
                <a:sym typeface="Montserrat"/>
              </a:rPr>
              <a:t>Consultare</a:t>
            </a:r>
            <a:r>
              <a:rPr lang="en-US" sz="5520" dirty="0">
                <a:solidFill>
                  <a:srgbClr val="2E2E2E"/>
                </a:solidFill>
                <a:latin typeface="Montserrat"/>
                <a:ea typeface="Montserrat"/>
                <a:cs typeface="Montserrat"/>
                <a:sym typeface="Montserrat"/>
              </a:rPr>
              <a:t> Inc. Group company orientation is to help new employees familiarize themselves with organization's culture, policies, procedures, and expectations.</a:t>
            </a:r>
          </a:p>
          <a:p>
            <a:pPr lvl="0">
              <a:lnSpc>
                <a:spcPct val="150000"/>
              </a:lnSpc>
              <a:buClr>
                <a:srgbClr val="2E2E2E"/>
              </a:buClr>
              <a:buSzPts val="2499"/>
            </a:pPr>
            <a:endParaRPr lang="en-US" sz="5520" dirty="0">
              <a:solidFill>
                <a:srgbClr val="2E2E2E"/>
              </a:solidFill>
              <a:latin typeface="Montserrat"/>
              <a:ea typeface="Montserrat"/>
              <a:cs typeface="Montserrat"/>
              <a:sym typeface="Montserrat"/>
            </a:endParaRPr>
          </a:p>
        </p:txBody>
      </p:sp>
      <p:sp>
        <p:nvSpPr>
          <p:cNvPr id="98" name="Google Shape;98;p2"/>
          <p:cNvSpPr/>
          <p:nvPr/>
        </p:nvSpPr>
        <p:spPr>
          <a:xfrm rot="-1625759">
            <a:off x="16056106" y="-3219578"/>
            <a:ext cx="10919674" cy="8874717"/>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sp>
      <p:grpSp>
        <p:nvGrpSpPr>
          <p:cNvPr id="99" name="Google Shape;99;p2"/>
          <p:cNvGrpSpPr/>
          <p:nvPr/>
        </p:nvGrpSpPr>
        <p:grpSpPr>
          <a:xfrm>
            <a:off x="16438714" y="9731389"/>
            <a:ext cx="4592487" cy="2537212"/>
            <a:chOff x="11738152" y="7002834"/>
            <a:chExt cx="3993467" cy="2206272"/>
          </a:xfrm>
        </p:grpSpPr>
        <p:pic>
          <p:nvPicPr>
            <p:cNvPr id="100" name="Google Shape;100;p2" descr="A close up of a sign&#10;&#10;Description automatically generated"/>
            <p:cNvPicPr preferRelativeResize="0"/>
            <p:nvPr/>
          </p:nvPicPr>
          <p:blipFill rotWithShape="1">
            <a:blip r:embed="rId4">
              <a:alphaModFix/>
            </a:blip>
            <a:srcRect t="11570" b="11539"/>
            <a:stretch/>
          </p:blipFill>
          <p:spPr>
            <a:xfrm>
              <a:off x="12930350" y="7277100"/>
              <a:ext cx="977894" cy="757410"/>
            </a:xfrm>
            <a:prstGeom prst="rect">
              <a:avLst/>
            </a:prstGeom>
            <a:noFill/>
            <a:ln>
              <a:noFill/>
            </a:ln>
          </p:spPr>
        </p:pic>
        <p:sp>
          <p:nvSpPr>
            <p:cNvPr id="101"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02"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42136765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692905" y="4244540"/>
            <a:ext cx="7215702" cy="2866939"/>
          </a:xfrm>
          <a:prstGeom prst="rect">
            <a:avLst/>
          </a:prstGeom>
          <a:noFill/>
          <a:ln>
            <a:noFill/>
          </a:ln>
        </p:spPr>
        <p:txBody>
          <a:bodyPr spcFirstLastPara="1" wrap="square" lIns="0" tIns="0" rIns="0" bIns="0" anchor="t" anchorCtr="0">
            <a:spAutoFit/>
          </a:bodyPr>
          <a:lstStyle/>
          <a:p>
            <a:pPr lvl="0" algn="ctr"/>
            <a:r>
              <a:rPr lang="en-US" sz="6210" b="1" dirty="0">
                <a:solidFill>
                  <a:srgbClr val="004AAD"/>
                </a:solidFill>
                <a:latin typeface="Montserrat"/>
                <a:ea typeface="Montserrat"/>
                <a:cs typeface="Montserrat"/>
                <a:sym typeface="Montserrat"/>
              </a:rPr>
              <a:t>WELCOME </a:t>
            </a:r>
          </a:p>
          <a:p>
            <a:pPr lvl="0" algn="ctr"/>
            <a:r>
              <a:rPr lang="en-US" sz="6210" b="1" dirty="0">
                <a:solidFill>
                  <a:srgbClr val="004AAD"/>
                </a:solidFill>
                <a:latin typeface="Montserrat"/>
                <a:ea typeface="Montserrat"/>
                <a:cs typeface="Montserrat"/>
                <a:sym typeface="Montserrat"/>
              </a:rPr>
              <a:t>AND </a:t>
            </a:r>
          </a:p>
          <a:p>
            <a:pPr lvl="0" algn="ctr"/>
            <a:r>
              <a:rPr lang="en-US" sz="6210" b="1" dirty="0">
                <a:solidFill>
                  <a:srgbClr val="004AAD"/>
                </a:solidFill>
                <a:latin typeface="Montserrat"/>
                <a:ea typeface="Montserrat"/>
                <a:cs typeface="Montserrat"/>
                <a:sym typeface="Montserrat"/>
              </a:rPr>
              <a:t>INTRODUCTION</a:t>
            </a:r>
            <a:endParaRPr sz="6210" dirty="0"/>
          </a:p>
        </p:txBody>
      </p:sp>
      <p:sp>
        <p:nvSpPr>
          <p:cNvPr id="97" name="Google Shape;97;p2"/>
          <p:cNvSpPr txBox="1"/>
          <p:nvPr/>
        </p:nvSpPr>
        <p:spPr>
          <a:xfrm>
            <a:off x="7908609" y="1755473"/>
            <a:ext cx="8664547" cy="9846285"/>
          </a:xfrm>
          <a:prstGeom prst="rect">
            <a:avLst/>
          </a:prstGeom>
          <a:noFill/>
          <a:ln>
            <a:noFill/>
          </a:ln>
        </p:spPr>
        <p:txBody>
          <a:bodyPr spcFirstLastPara="1" wrap="square" lIns="0" tIns="0" rIns="0" bIns="0" anchor="t" anchorCtr="0">
            <a:spAutoFit/>
          </a:bodyPr>
          <a:lstStyle/>
          <a:p>
            <a:pPr algn="just">
              <a:spcBef>
                <a:spcPts val="1725"/>
              </a:spcBef>
              <a:buSzPts val="523"/>
            </a:pPr>
            <a:r>
              <a:rPr lang="en-US" sz="2300" dirty="0">
                <a:solidFill>
                  <a:schemeClr val="dk1"/>
                </a:solidFill>
              </a:rPr>
              <a:t>On behalf of the entire </a:t>
            </a:r>
            <a:r>
              <a:rPr lang="en-US" sz="2300" dirty="0" err="1">
                <a:solidFill>
                  <a:schemeClr val="dk1"/>
                </a:solidFill>
              </a:rPr>
              <a:t>Consultare</a:t>
            </a:r>
            <a:r>
              <a:rPr lang="en-US" sz="2300" dirty="0">
                <a:solidFill>
                  <a:schemeClr val="dk1"/>
                </a:solidFill>
              </a:rPr>
              <a:t> team, I am delighted to extend a warm welcome to you as our newest member! We are thrilled to have you on board and look forward to the positive contributions we know you will make to our team.</a:t>
            </a:r>
          </a:p>
          <a:p>
            <a:pPr algn="just">
              <a:spcBef>
                <a:spcPts val="1725"/>
              </a:spcBef>
              <a:buSzPts val="523"/>
            </a:pPr>
            <a:r>
              <a:rPr lang="en-US" sz="2300" dirty="0">
                <a:solidFill>
                  <a:schemeClr val="dk1"/>
                </a:solidFill>
              </a:rPr>
              <a:t>Starting a new journey with a company is an exciting and significant moment, and we are here to support you every step of the way. At </a:t>
            </a:r>
            <a:r>
              <a:rPr lang="en-US" sz="2300" dirty="0" err="1" smtClean="0">
                <a:solidFill>
                  <a:schemeClr val="dk1"/>
                </a:solidFill>
              </a:rPr>
              <a:t>Consultare</a:t>
            </a:r>
            <a:r>
              <a:rPr lang="en-US" sz="2300" dirty="0" smtClean="0">
                <a:solidFill>
                  <a:schemeClr val="dk1"/>
                </a:solidFill>
              </a:rPr>
              <a:t> </a:t>
            </a:r>
            <a:r>
              <a:rPr lang="en-US" sz="2300" dirty="0" err="1">
                <a:solidFill>
                  <a:schemeClr val="dk1"/>
                </a:solidFill>
              </a:rPr>
              <a:t>Inc</a:t>
            </a:r>
            <a:r>
              <a:rPr lang="en-US" sz="2300" dirty="0">
                <a:solidFill>
                  <a:schemeClr val="dk1"/>
                </a:solidFill>
              </a:rPr>
              <a:t> Group, we value innovation, collaboration, and a commitment to excellence. We believe that our collective efforts contribute to the success of our organization and create a positive and dynamic work environment.</a:t>
            </a:r>
          </a:p>
          <a:p>
            <a:pPr algn="just">
              <a:spcBef>
                <a:spcPts val="1725"/>
              </a:spcBef>
              <a:buSzPts val="523"/>
            </a:pPr>
            <a:r>
              <a:rPr lang="en-US" sz="2300" dirty="0">
                <a:solidFill>
                  <a:schemeClr val="dk1"/>
                </a:solidFill>
              </a:rPr>
              <a:t>As you embark on your new role, you'll find a team dedicated to achieving our shared goals. Whether you are inquiring, learning, or contributing your unique skills, your presence adds tremendous value to our workplace.</a:t>
            </a:r>
          </a:p>
          <a:p>
            <a:pPr algn="just">
              <a:spcBef>
                <a:spcPts val="1725"/>
              </a:spcBef>
              <a:buSzPts val="523"/>
            </a:pPr>
            <a:r>
              <a:rPr lang="en-US" sz="2300" dirty="0">
                <a:solidFill>
                  <a:schemeClr val="dk1"/>
                </a:solidFill>
              </a:rPr>
              <a:t>Please feel free to reach out to if you have any questions or if there's anything you need assistance with.</a:t>
            </a:r>
          </a:p>
          <a:p>
            <a:pPr algn="just">
              <a:spcBef>
                <a:spcPts val="1725"/>
              </a:spcBef>
              <a:buSzPts val="523"/>
            </a:pPr>
            <a:r>
              <a:rPr lang="en-US" sz="2300" dirty="0">
                <a:solidFill>
                  <a:schemeClr val="dk1"/>
                </a:solidFill>
              </a:rPr>
              <a:t>Once again, welcome to the </a:t>
            </a:r>
            <a:r>
              <a:rPr lang="en-US" sz="2300" dirty="0" err="1">
                <a:solidFill>
                  <a:schemeClr val="dk1"/>
                </a:solidFill>
              </a:rPr>
              <a:t>Consutare</a:t>
            </a:r>
            <a:r>
              <a:rPr lang="en-US" sz="2300" dirty="0">
                <a:solidFill>
                  <a:schemeClr val="dk1"/>
                </a:solidFill>
              </a:rPr>
              <a:t> family! We are excited to have you with us and look forward to achieving great things together.</a:t>
            </a:r>
          </a:p>
          <a:p>
            <a:pPr algn="just">
              <a:spcBef>
                <a:spcPts val="1725"/>
              </a:spcBef>
              <a:buSzPts val="523"/>
            </a:pPr>
            <a:r>
              <a:rPr lang="en-US" sz="2300" dirty="0">
                <a:solidFill>
                  <a:schemeClr val="dk1"/>
                </a:solidFill>
              </a:rPr>
              <a:t>Best regards,</a:t>
            </a:r>
          </a:p>
          <a:p>
            <a:pPr algn="just">
              <a:spcBef>
                <a:spcPts val="1725"/>
              </a:spcBef>
              <a:buSzPts val="523"/>
            </a:pPr>
            <a:r>
              <a:rPr lang="en-US" sz="2300" dirty="0" err="1">
                <a:solidFill>
                  <a:schemeClr val="dk1"/>
                </a:solidFill>
              </a:rPr>
              <a:t>Arnel</a:t>
            </a:r>
            <a:r>
              <a:rPr lang="en-US" sz="2300" dirty="0">
                <a:solidFill>
                  <a:schemeClr val="dk1"/>
                </a:solidFill>
              </a:rPr>
              <a:t> Ryan</a:t>
            </a:r>
          </a:p>
          <a:p>
            <a:pPr algn="just">
              <a:lnSpc>
                <a:spcPct val="200000"/>
              </a:lnSpc>
              <a:spcBef>
                <a:spcPts val="1380"/>
              </a:spcBef>
              <a:buSzPts val="523"/>
            </a:pPr>
            <a:r>
              <a:rPr lang="en-US" sz="2300" dirty="0">
                <a:solidFill>
                  <a:schemeClr val="dk1"/>
                </a:solidFill>
              </a:rPr>
              <a:t>CEO, </a:t>
            </a:r>
            <a:r>
              <a:rPr lang="en-US" sz="2300" dirty="0" err="1">
                <a:solidFill>
                  <a:schemeClr val="dk1"/>
                </a:solidFill>
              </a:rPr>
              <a:t>Consultare</a:t>
            </a:r>
            <a:r>
              <a:rPr lang="en-US" sz="2300" dirty="0">
                <a:solidFill>
                  <a:schemeClr val="dk1"/>
                </a:solidFill>
              </a:rPr>
              <a:t> </a:t>
            </a:r>
            <a:r>
              <a:rPr lang="en-US" sz="2300" dirty="0" err="1">
                <a:solidFill>
                  <a:schemeClr val="dk1"/>
                </a:solidFill>
              </a:rPr>
              <a:t>Inc</a:t>
            </a:r>
            <a:r>
              <a:rPr lang="en-US" sz="2300" dirty="0">
                <a:solidFill>
                  <a:schemeClr val="dk1"/>
                </a:solidFill>
              </a:rPr>
              <a:t> Group</a:t>
            </a:r>
          </a:p>
        </p:txBody>
      </p:sp>
      <p:sp>
        <p:nvSpPr>
          <p:cNvPr id="98" name="Google Shape;98;p2"/>
          <p:cNvSpPr/>
          <p:nvPr/>
        </p:nvSpPr>
        <p:spPr>
          <a:xfrm rot="-1625759">
            <a:off x="16056106" y="-3219578"/>
            <a:ext cx="10919674" cy="8874717"/>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sp>
      <p:grpSp>
        <p:nvGrpSpPr>
          <p:cNvPr id="5" name="Google Shape;99;p2"/>
          <p:cNvGrpSpPr/>
          <p:nvPr/>
        </p:nvGrpSpPr>
        <p:grpSpPr>
          <a:xfrm>
            <a:off x="16438714" y="10085629"/>
            <a:ext cx="4592487" cy="2537212"/>
            <a:chOff x="11738152" y="7002834"/>
            <a:chExt cx="3993467" cy="2206272"/>
          </a:xfrm>
        </p:grpSpPr>
        <p:pic>
          <p:nvPicPr>
            <p:cNvPr id="6" name="Google Shape;100;p2" descr="A close up of a sign&#10;&#10;Description automatically generated"/>
            <p:cNvPicPr preferRelativeResize="0"/>
            <p:nvPr/>
          </p:nvPicPr>
          <p:blipFill rotWithShape="1">
            <a:blip r:embed="rId4">
              <a:alphaModFix/>
            </a:blip>
            <a:srcRect t="11570" b="11539"/>
            <a:stretch/>
          </p:blipFill>
          <p:spPr>
            <a:xfrm>
              <a:off x="12930350" y="7277100"/>
              <a:ext cx="977894" cy="757410"/>
            </a:xfrm>
            <a:prstGeom prst="rect">
              <a:avLst/>
            </a:prstGeom>
            <a:noFill/>
            <a:ln>
              <a:noFill/>
            </a:ln>
          </p:spPr>
        </p:pic>
        <p:sp>
          <p:nvSpPr>
            <p:cNvPr id="7"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8"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32363462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g262f03d38f3_5_0"/>
          <p:cNvSpPr/>
          <p:nvPr/>
        </p:nvSpPr>
        <p:spPr>
          <a:xfrm rot="-1624665">
            <a:off x="9059140" y="3419306"/>
            <a:ext cx="12511685" cy="10168588"/>
          </a:xfrm>
          <a:custGeom>
            <a:avLst/>
            <a:gdLst/>
            <a:ahLst/>
            <a:cxnLst/>
            <a:rect l="l" t="t" r="r" b="b"/>
            <a:pathLst>
              <a:path w="10884489" h="8846121" extrusionOk="0">
                <a:moveTo>
                  <a:pt x="0" y="0"/>
                </a:moveTo>
                <a:lnTo>
                  <a:pt x="10884489" y="0"/>
                </a:lnTo>
                <a:lnTo>
                  <a:pt x="10884489" y="8846120"/>
                </a:lnTo>
                <a:lnTo>
                  <a:pt x="0" y="8846120"/>
                </a:lnTo>
                <a:lnTo>
                  <a:pt x="0" y="0"/>
                </a:lnTo>
                <a:close/>
              </a:path>
            </a:pathLst>
          </a:custGeom>
          <a:blipFill rotWithShape="1">
            <a:blip r:embed="rId3">
              <a:alphaModFix amt="50000"/>
            </a:blip>
            <a:stretch>
              <a:fillRect/>
            </a:stretch>
          </a:blipFill>
          <a:ln>
            <a:noFill/>
          </a:ln>
        </p:spPr>
      </p:sp>
      <p:sp>
        <p:nvSpPr>
          <p:cNvPr id="108" name="Google Shape;108;g262f03d38f3_5_0"/>
          <p:cNvSpPr txBox="1"/>
          <p:nvPr/>
        </p:nvSpPr>
        <p:spPr>
          <a:xfrm>
            <a:off x="942023" y="1827906"/>
            <a:ext cx="19169063" cy="2477601"/>
          </a:xfrm>
          <a:prstGeom prst="rect">
            <a:avLst/>
          </a:prstGeom>
          <a:noFill/>
          <a:ln>
            <a:noFill/>
          </a:ln>
        </p:spPr>
        <p:txBody>
          <a:bodyPr spcFirstLastPara="1" wrap="square" lIns="0" tIns="0" rIns="0" bIns="0" anchor="t" anchorCtr="0">
            <a:spAutoFit/>
          </a:bodyPr>
          <a:lstStyle/>
          <a:p>
            <a:pPr lvl="0" algn="ctr"/>
            <a:r>
              <a:rPr lang="en-US" sz="8050" b="1" dirty="0">
                <a:solidFill>
                  <a:srgbClr val="004AAD"/>
                </a:solidFill>
                <a:latin typeface="Barlow"/>
                <a:ea typeface="Montserrat"/>
                <a:cs typeface="Montserrat"/>
                <a:sym typeface="Montserrat"/>
              </a:rPr>
              <a:t>CONSULTARE INC GROUP HISTORY, MISSION, AND VALUES.</a:t>
            </a:r>
            <a:endParaRPr sz="8050" dirty="0">
              <a:latin typeface="Barlow"/>
            </a:endParaRPr>
          </a:p>
        </p:txBody>
      </p:sp>
      <p:sp>
        <p:nvSpPr>
          <p:cNvPr id="7" name="Google Shape;109;g262f03d38f3_5_0"/>
          <p:cNvSpPr txBox="1"/>
          <p:nvPr/>
        </p:nvSpPr>
        <p:spPr>
          <a:xfrm>
            <a:off x="942023" y="5388902"/>
            <a:ext cx="18971895" cy="6229398"/>
          </a:xfrm>
          <a:prstGeom prst="rect">
            <a:avLst/>
          </a:prstGeom>
          <a:noFill/>
          <a:ln>
            <a:noFill/>
          </a:ln>
        </p:spPr>
        <p:txBody>
          <a:bodyPr spcFirstLastPara="1" wrap="square" lIns="0" tIns="0" rIns="0" bIns="0" anchor="t" anchorCtr="0">
            <a:spAutoFit/>
          </a:bodyPr>
          <a:lstStyle/>
          <a:p>
            <a:pPr lvl="0" algn="just"/>
            <a:r>
              <a:rPr lang="en-US" sz="3680" b="1" u="sng" dirty="0">
                <a:solidFill>
                  <a:srgbClr val="2E2E2E"/>
                </a:solidFill>
                <a:latin typeface="Montserrat"/>
                <a:ea typeface="Montserrat"/>
                <a:cs typeface="Montserrat"/>
                <a:sym typeface="Montserrat"/>
              </a:rPr>
              <a:t>OUR COMPANY</a:t>
            </a:r>
          </a:p>
          <a:p>
            <a:pPr lvl="0" algn="just"/>
            <a:endParaRPr lang="en-US" sz="3680" b="1" dirty="0">
              <a:solidFill>
                <a:srgbClr val="2E2E2E"/>
              </a:solidFill>
              <a:latin typeface="Montserrat"/>
              <a:ea typeface="Montserrat"/>
              <a:cs typeface="Montserrat"/>
              <a:sym typeface="Montserrat"/>
            </a:endParaRPr>
          </a:p>
          <a:p>
            <a:pPr lvl="0" algn="just"/>
            <a:r>
              <a:rPr lang="en-US" sz="3680" dirty="0" err="1">
                <a:solidFill>
                  <a:srgbClr val="2E2E2E"/>
                </a:solidFill>
                <a:latin typeface="Montserrat"/>
                <a:ea typeface="Montserrat"/>
                <a:cs typeface="Montserrat"/>
                <a:sym typeface="Montserrat"/>
              </a:rPr>
              <a:t>Consultare</a:t>
            </a:r>
            <a:r>
              <a:rPr lang="en-US" sz="3680" dirty="0">
                <a:solidFill>
                  <a:srgbClr val="2E2E2E"/>
                </a:solidFill>
                <a:latin typeface="Montserrat"/>
                <a:ea typeface="Montserrat"/>
                <a:cs typeface="Montserrat"/>
                <a:sym typeface="Montserrat"/>
              </a:rPr>
              <a:t> Inc. Group provides regulatory compliance and consulting services to manufacturers, distributors, and importers of foods, beverages, dietary supplements, drugs, cosmetics, medical devices, or electronic products.</a:t>
            </a:r>
          </a:p>
          <a:p>
            <a:pPr lvl="0" algn="just"/>
            <a:endParaRPr lang="en-US" sz="3680" dirty="0">
              <a:solidFill>
                <a:srgbClr val="2E2E2E"/>
              </a:solidFill>
              <a:latin typeface="Montserrat"/>
              <a:ea typeface="Montserrat"/>
              <a:cs typeface="Montserrat"/>
              <a:sym typeface="Montserrat"/>
            </a:endParaRPr>
          </a:p>
          <a:p>
            <a:pPr lvl="0" algn="just"/>
            <a:r>
              <a:rPr lang="en-US" sz="3680" dirty="0">
                <a:solidFill>
                  <a:srgbClr val="2E2E2E"/>
                </a:solidFill>
                <a:latin typeface="Montserrat"/>
                <a:ea typeface="Montserrat"/>
                <a:cs typeface="Montserrat"/>
                <a:sym typeface="Montserrat"/>
              </a:rPr>
              <a:t>We contribute to a company’s growing Regulatory and Certification Compliance, Food Safety Management System, Quality System, Quality Management System, and HACCP development, implementation, maintenance, and monitoring on a full-time consultancy position.</a:t>
            </a:r>
          </a:p>
          <a:p>
            <a:pPr lvl="0" algn="just"/>
            <a:endParaRPr lang="en-US" sz="3680" dirty="0">
              <a:solidFill>
                <a:srgbClr val="2E2E2E"/>
              </a:solidFill>
              <a:latin typeface="Montserrat"/>
              <a:ea typeface="Montserrat"/>
              <a:cs typeface="Montserrat"/>
              <a:sym typeface="Montserrat"/>
            </a:endParaRPr>
          </a:p>
        </p:txBody>
      </p:sp>
      <p:grpSp>
        <p:nvGrpSpPr>
          <p:cNvPr id="5" name="Google Shape;99;p2"/>
          <p:cNvGrpSpPr/>
          <p:nvPr/>
        </p:nvGrpSpPr>
        <p:grpSpPr>
          <a:xfrm>
            <a:off x="16964216" y="10421060"/>
            <a:ext cx="4592487" cy="2537212"/>
            <a:chOff x="11738152" y="7002834"/>
            <a:chExt cx="3993467" cy="2206272"/>
          </a:xfrm>
        </p:grpSpPr>
        <p:pic>
          <p:nvPicPr>
            <p:cNvPr id="6" name="Google Shape;100;p2" descr="A close up of a sign&#10;&#10;Description automatically generated"/>
            <p:cNvPicPr preferRelativeResize="0"/>
            <p:nvPr/>
          </p:nvPicPr>
          <p:blipFill rotWithShape="1">
            <a:blip r:embed="rId4">
              <a:alphaModFix/>
            </a:blip>
            <a:srcRect t="11570" b="11539"/>
            <a:stretch/>
          </p:blipFill>
          <p:spPr>
            <a:xfrm>
              <a:off x="12930350" y="7277100"/>
              <a:ext cx="977894" cy="757410"/>
            </a:xfrm>
            <a:prstGeom prst="rect">
              <a:avLst/>
            </a:prstGeom>
            <a:noFill/>
            <a:ln>
              <a:noFill/>
            </a:ln>
          </p:spPr>
        </p:pic>
        <p:sp>
          <p:nvSpPr>
            <p:cNvPr id="8"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9"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262f03d38f3_5_22"/>
          <p:cNvSpPr/>
          <p:nvPr/>
        </p:nvSpPr>
        <p:spPr>
          <a:xfrm rot="-6666572">
            <a:off x="-4665036" y="98422"/>
            <a:ext cx="13232985" cy="13232985"/>
          </a:xfrm>
          <a:custGeom>
            <a:avLst/>
            <a:gdLst/>
            <a:ahLst/>
            <a:cxnLst/>
            <a:rect l="l" t="t" r="r" b="b"/>
            <a:pathLst>
              <a:path w="11511802" h="11511802" extrusionOk="0">
                <a:moveTo>
                  <a:pt x="0" y="0"/>
                </a:moveTo>
                <a:lnTo>
                  <a:pt x="11511802" y="0"/>
                </a:lnTo>
                <a:lnTo>
                  <a:pt x="11511802" y="11511802"/>
                </a:lnTo>
                <a:lnTo>
                  <a:pt x="0" y="11511802"/>
                </a:lnTo>
                <a:lnTo>
                  <a:pt x="0" y="0"/>
                </a:lnTo>
                <a:close/>
              </a:path>
            </a:pathLst>
          </a:custGeom>
          <a:blipFill rotWithShape="1">
            <a:blip r:embed="rId3">
              <a:alphaModFix amt="40000"/>
            </a:blip>
            <a:stretch>
              <a:fillRect/>
            </a:stretch>
          </a:blipFill>
          <a:ln>
            <a:noFill/>
          </a:ln>
        </p:spPr>
      </p:sp>
      <p:sp>
        <p:nvSpPr>
          <p:cNvPr id="126" name="Google Shape;126;g262f03d38f3_5_22"/>
          <p:cNvSpPr/>
          <p:nvPr/>
        </p:nvSpPr>
        <p:spPr>
          <a:xfrm rot="-6285925">
            <a:off x="14674265" y="9155803"/>
            <a:ext cx="5510750" cy="8848360"/>
          </a:xfrm>
          <a:custGeom>
            <a:avLst/>
            <a:gdLst/>
            <a:ahLst/>
            <a:cxnLst/>
            <a:rect l="l" t="t" r="r" b="b"/>
            <a:pathLst>
              <a:path w="4789367" h="7690070" extrusionOk="0">
                <a:moveTo>
                  <a:pt x="0" y="0"/>
                </a:moveTo>
                <a:lnTo>
                  <a:pt x="4789367" y="0"/>
                </a:lnTo>
                <a:lnTo>
                  <a:pt x="4789367" y="7690070"/>
                </a:lnTo>
                <a:lnTo>
                  <a:pt x="0" y="7690070"/>
                </a:lnTo>
                <a:lnTo>
                  <a:pt x="0" y="0"/>
                </a:lnTo>
                <a:close/>
              </a:path>
            </a:pathLst>
          </a:custGeom>
          <a:blipFill rotWithShape="1">
            <a:blip r:embed="rId4">
              <a:alphaModFix amt="50000"/>
            </a:blip>
            <a:stretch>
              <a:fillRect/>
            </a:stretch>
          </a:blipFill>
          <a:ln>
            <a:noFill/>
          </a:ln>
        </p:spPr>
      </p:sp>
      <p:pic>
        <p:nvPicPr>
          <p:cNvPr id="127" name="Google Shape;127;g262f03d38f3_5_22"/>
          <p:cNvPicPr preferRelativeResize="0"/>
          <p:nvPr/>
        </p:nvPicPr>
        <p:blipFill rotWithShape="1">
          <a:blip r:embed="rId5">
            <a:alphaModFix/>
          </a:blip>
          <a:srcRect t="23576"/>
          <a:stretch/>
        </p:blipFill>
        <p:spPr>
          <a:xfrm>
            <a:off x="2083449" y="7176670"/>
            <a:ext cx="16890684" cy="5222743"/>
          </a:xfrm>
          <a:prstGeom prst="rect">
            <a:avLst/>
          </a:prstGeom>
          <a:noFill/>
          <a:ln>
            <a:noFill/>
          </a:ln>
        </p:spPr>
      </p:pic>
      <p:sp>
        <p:nvSpPr>
          <p:cNvPr id="128" name="Google Shape;128;g262f03d38f3_5_22"/>
          <p:cNvSpPr txBox="1"/>
          <p:nvPr/>
        </p:nvSpPr>
        <p:spPr>
          <a:xfrm>
            <a:off x="2083448" y="1822405"/>
            <a:ext cx="12246293" cy="1238801"/>
          </a:xfrm>
          <a:prstGeom prst="rect">
            <a:avLst/>
          </a:prstGeom>
          <a:noFill/>
          <a:ln>
            <a:noFill/>
          </a:ln>
        </p:spPr>
        <p:txBody>
          <a:bodyPr spcFirstLastPara="1" wrap="square" lIns="0" tIns="0" rIns="0" bIns="0" anchor="t" anchorCtr="0">
            <a:spAutoFit/>
          </a:bodyPr>
          <a:lstStyle/>
          <a:p>
            <a:pPr lvl="0"/>
            <a:r>
              <a:rPr lang="en-US" sz="8050" b="1" dirty="0">
                <a:solidFill>
                  <a:srgbClr val="004AAD"/>
                </a:solidFill>
                <a:latin typeface="Barlow"/>
                <a:ea typeface="Montserrat"/>
                <a:cs typeface="Montserrat"/>
                <a:sym typeface="Montserrat"/>
              </a:rPr>
              <a:t>OUR HISTORY</a:t>
            </a:r>
          </a:p>
        </p:txBody>
      </p:sp>
      <p:sp>
        <p:nvSpPr>
          <p:cNvPr id="129" name="Google Shape;129;g262f03d38f3_5_22"/>
          <p:cNvSpPr txBox="1"/>
          <p:nvPr/>
        </p:nvSpPr>
        <p:spPr>
          <a:xfrm>
            <a:off x="2083448" y="3329313"/>
            <a:ext cx="16660977" cy="2973122"/>
          </a:xfrm>
          <a:prstGeom prst="rect">
            <a:avLst/>
          </a:prstGeom>
          <a:noFill/>
          <a:ln>
            <a:noFill/>
          </a:ln>
        </p:spPr>
        <p:txBody>
          <a:bodyPr spcFirstLastPara="1" wrap="square" lIns="0" tIns="0" rIns="0" bIns="0" anchor="t" anchorCtr="0">
            <a:spAutoFit/>
          </a:bodyPr>
          <a:lstStyle/>
          <a:p>
            <a:pPr lvl="0" algn="just"/>
            <a:r>
              <a:rPr lang="en-US" sz="3220" dirty="0" err="1">
                <a:solidFill>
                  <a:srgbClr val="2E2E2E"/>
                </a:solidFill>
                <a:latin typeface="Montserrat"/>
                <a:ea typeface="Montserrat"/>
                <a:cs typeface="Montserrat"/>
                <a:sym typeface="Montserrat"/>
              </a:rPr>
              <a:t>Consultare</a:t>
            </a:r>
            <a:r>
              <a:rPr lang="en-US" sz="3220" dirty="0">
                <a:solidFill>
                  <a:srgbClr val="2E2E2E"/>
                </a:solidFill>
                <a:latin typeface="Montserrat"/>
                <a:ea typeface="Montserrat"/>
                <a:cs typeface="Montserrat"/>
                <a:sym typeface="Montserrat"/>
              </a:rPr>
              <a:t> Inc. Group </a:t>
            </a:r>
            <a:r>
              <a:rPr lang="en-US" sz="3220" dirty="0" smtClean="0">
                <a:solidFill>
                  <a:srgbClr val="2E2E2E"/>
                </a:solidFill>
                <a:latin typeface="Montserrat"/>
                <a:ea typeface="Montserrat"/>
                <a:cs typeface="Montserrat"/>
                <a:sym typeface="Montserrat"/>
              </a:rPr>
              <a:t>started </a:t>
            </a:r>
            <a:r>
              <a:rPr lang="en-US" sz="3220" dirty="0">
                <a:solidFill>
                  <a:srgbClr val="2E2E2E"/>
                </a:solidFill>
                <a:latin typeface="Montserrat"/>
                <a:ea typeface="Montserrat"/>
                <a:cs typeface="Montserrat"/>
                <a:sym typeface="Montserrat"/>
              </a:rPr>
              <a:t>as </a:t>
            </a:r>
            <a:r>
              <a:rPr lang="en-US" sz="3220" dirty="0" err="1">
                <a:solidFill>
                  <a:srgbClr val="2E2E2E"/>
                </a:solidFill>
                <a:latin typeface="Montserrat"/>
                <a:ea typeface="Montserrat"/>
                <a:cs typeface="Montserrat"/>
                <a:sym typeface="Montserrat"/>
              </a:rPr>
              <a:t>Nutripro</a:t>
            </a:r>
            <a:r>
              <a:rPr lang="en-US" sz="3220" dirty="0">
                <a:solidFill>
                  <a:srgbClr val="2E2E2E"/>
                </a:solidFill>
                <a:latin typeface="Montserrat"/>
                <a:ea typeface="Montserrat"/>
                <a:cs typeface="Montserrat"/>
                <a:sym typeface="Montserrat"/>
              </a:rPr>
              <a:t> LLC in December of 2013. </a:t>
            </a:r>
          </a:p>
          <a:p>
            <a:pPr lvl="0" algn="just"/>
            <a:endParaRPr lang="en-US" sz="3220" dirty="0">
              <a:solidFill>
                <a:srgbClr val="2E2E2E"/>
              </a:solidFill>
              <a:latin typeface="Montserrat"/>
              <a:ea typeface="Montserrat"/>
              <a:cs typeface="Montserrat"/>
              <a:sym typeface="Montserrat"/>
            </a:endParaRPr>
          </a:p>
          <a:p>
            <a:pPr lvl="0" algn="just"/>
            <a:r>
              <a:rPr lang="en-US" sz="3220" dirty="0">
                <a:solidFill>
                  <a:srgbClr val="2E2E2E"/>
                </a:solidFill>
                <a:latin typeface="Montserrat"/>
                <a:ea typeface="Montserrat"/>
                <a:cs typeface="Montserrat"/>
                <a:sym typeface="Montserrat"/>
              </a:rPr>
              <a:t>In December 2017, our name was changed to Consultare Inc. The name </a:t>
            </a:r>
            <a:r>
              <a:rPr lang="en-US" sz="3220" dirty="0" err="1">
                <a:solidFill>
                  <a:srgbClr val="2E2E2E"/>
                </a:solidFill>
                <a:latin typeface="Montserrat"/>
                <a:ea typeface="Montserrat"/>
                <a:cs typeface="Montserrat"/>
                <a:sym typeface="Montserrat"/>
              </a:rPr>
              <a:t>Consultare</a:t>
            </a:r>
            <a:r>
              <a:rPr lang="en-US" sz="3220" dirty="0">
                <a:solidFill>
                  <a:srgbClr val="2E2E2E"/>
                </a:solidFill>
                <a:latin typeface="Montserrat"/>
                <a:ea typeface="Montserrat"/>
                <a:cs typeface="Montserrat"/>
                <a:sym typeface="Montserrat"/>
              </a:rPr>
              <a:t> came from the Spanish word  “</a:t>
            </a:r>
            <a:r>
              <a:rPr lang="en-US" sz="3220" dirty="0" err="1">
                <a:solidFill>
                  <a:srgbClr val="2E2E2E"/>
                </a:solidFill>
                <a:latin typeface="Montserrat"/>
                <a:ea typeface="Montserrat"/>
                <a:cs typeface="Montserrat"/>
                <a:sym typeface="Montserrat"/>
              </a:rPr>
              <a:t>Consultare</a:t>
            </a:r>
            <a:r>
              <a:rPr lang="en-US" sz="3220" dirty="0">
                <a:solidFill>
                  <a:srgbClr val="2E2E2E"/>
                </a:solidFill>
                <a:latin typeface="Montserrat"/>
                <a:ea typeface="Montserrat"/>
                <a:cs typeface="Montserrat"/>
                <a:sym typeface="Montserrat"/>
              </a:rPr>
              <a:t>” in English “ I will consult”.</a:t>
            </a:r>
          </a:p>
          <a:p>
            <a:pPr lvl="0" algn="just"/>
            <a:endParaRPr lang="en-US" sz="3220" dirty="0">
              <a:solidFill>
                <a:srgbClr val="2E2E2E"/>
              </a:solidFill>
              <a:latin typeface="Montserrat"/>
              <a:ea typeface="Montserrat"/>
              <a:cs typeface="Montserrat"/>
              <a:sym typeface="Montserrat"/>
            </a:endParaRPr>
          </a:p>
          <a:p>
            <a:pPr lvl="0" algn="just"/>
            <a:r>
              <a:rPr lang="en-US" sz="3220" dirty="0">
                <a:solidFill>
                  <a:srgbClr val="2E2E2E"/>
                </a:solidFill>
                <a:latin typeface="Montserrat"/>
                <a:ea typeface="Montserrat"/>
                <a:cs typeface="Montserrat"/>
                <a:sym typeface="Montserrat"/>
              </a:rPr>
              <a:t>In January of 2023, the company was formally changed to </a:t>
            </a:r>
            <a:r>
              <a:rPr lang="en-US" sz="3220" dirty="0" err="1">
                <a:solidFill>
                  <a:srgbClr val="2E2E2E"/>
                </a:solidFill>
                <a:latin typeface="Montserrat"/>
                <a:ea typeface="Montserrat"/>
                <a:cs typeface="Montserrat"/>
                <a:sym typeface="Montserrat"/>
              </a:rPr>
              <a:t>Consultare</a:t>
            </a:r>
            <a:r>
              <a:rPr lang="en-US" sz="3220" dirty="0">
                <a:solidFill>
                  <a:srgbClr val="2E2E2E"/>
                </a:solidFill>
                <a:latin typeface="Montserrat"/>
                <a:ea typeface="Montserrat"/>
                <a:cs typeface="Montserrat"/>
                <a:sym typeface="Montserrat"/>
              </a:rPr>
              <a:t> </a:t>
            </a:r>
            <a:r>
              <a:rPr lang="en-US" sz="3220" dirty="0" err="1">
                <a:solidFill>
                  <a:srgbClr val="2E2E2E"/>
                </a:solidFill>
                <a:latin typeface="Montserrat"/>
                <a:ea typeface="Montserrat"/>
                <a:cs typeface="Montserrat"/>
                <a:sym typeface="Montserrat"/>
              </a:rPr>
              <a:t>Inc</a:t>
            </a:r>
            <a:r>
              <a:rPr lang="en-US" sz="3220" dirty="0">
                <a:solidFill>
                  <a:srgbClr val="2E2E2E"/>
                </a:solidFill>
                <a:latin typeface="Montserrat"/>
                <a:ea typeface="Montserrat"/>
                <a:cs typeface="Montserrat"/>
                <a:sym typeface="Montserrat"/>
              </a:rPr>
              <a:t> Group.</a:t>
            </a:r>
          </a:p>
        </p:txBody>
      </p:sp>
      <p:sp>
        <p:nvSpPr>
          <p:cNvPr id="130" name="Google Shape;130;g262f03d38f3_5_22"/>
          <p:cNvSpPr/>
          <p:nvPr/>
        </p:nvSpPr>
        <p:spPr>
          <a:xfrm rot="1509322">
            <a:off x="10962088" y="-4044422"/>
            <a:ext cx="14465082" cy="9981042"/>
          </a:xfrm>
          <a:custGeom>
            <a:avLst/>
            <a:gdLst/>
            <a:ahLst/>
            <a:cxnLst/>
            <a:rect l="l" t="t" r="r" b="b"/>
            <a:pathLst>
              <a:path w="12580534" h="8680686" extrusionOk="0">
                <a:moveTo>
                  <a:pt x="0" y="0"/>
                </a:moveTo>
                <a:lnTo>
                  <a:pt x="12580534" y="0"/>
                </a:lnTo>
                <a:lnTo>
                  <a:pt x="12580534" y="8680686"/>
                </a:lnTo>
                <a:lnTo>
                  <a:pt x="0" y="8680686"/>
                </a:lnTo>
                <a:lnTo>
                  <a:pt x="0" y="0"/>
                </a:lnTo>
                <a:close/>
              </a:path>
            </a:pathLst>
          </a:custGeom>
          <a:blipFill rotWithShape="1">
            <a:blip r:embed="rId6">
              <a:alphaModFix amt="50000"/>
            </a:blip>
            <a:stretch>
              <a:fillRect/>
            </a:stretch>
          </a:blipFill>
          <a:ln>
            <a:noFill/>
          </a:ln>
        </p:spPr>
      </p:sp>
      <p:grpSp>
        <p:nvGrpSpPr>
          <p:cNvPr id="8" name="Google Shape;99;p2"/>
          <p:cNvGrpSpPr/>
          <p:nvPr/>
        </p:nvGrpSpPr>
        <p:grpSpPr>
          <a:xfrm>
            <a:off x="16898059" y="10347687"/>
            <a:ext cx="4592487" cy="2537212"/>
            <a:chOff x="11738152" y="7002834"/>
            <a:chExt cx="3993467" cy="2206272"/>
          </a:xfrm>
        </p:grpSpPr>
        <p:pic>
          <p:nvPicPr>
            <p:cNvPr id="9" name="Google Shape;100;p2" descr="A close up of a sign&#10;&#10;Description automatically generated"/>
            <p:cNvPicPr preferRelativeResize="0"/>
            <p:nvPr/>
          </p:nvPicPr>
          <p:blipFill rotWithShape="1">
            <a:blip r:embed="rId7">
              <a:alphaModFix/>
            </a:blip>
            <a:srcRect t="11570" b="11539"/>
            <a:stretch/>
          </p:blipFill>
          <p:spPr>
            <a:xfrm>
              <a:off x="12930350" y="7277100"/>
              <a:ext cx="977894" cy="757410"/>
            </a:xfrm>
            <a:prstGeom prst="rect">
              <a:avLst/>
            </a:prstGeom>
            <a:noFill/>
            <a:ln>
              <a:noFill/>
            </a:ln>
          </p:spPr>
        </p:pic>
        <p:sp>
          <p:nvSpPr>
            <p:cNvPr id="10"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1"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262f03d38f3_5_22"/>
          <p:cNvSpPr/>
          <p:nvPr/>
        </p:nvSpPr>
        <p:spPr>
          <a:xfrm rot="-6666572">
            <a:off x="-4643131" y="560177"/>
            <a:ext cx="13232985" cy="13232985"/>
          </a:xfrm>
          <a:custGeom>
            <a:avLst/>
            <a:gdLst/>
            <a:ahLst/>
            <a:cxnLst/>
            <a:rect l="l" t="t" r="r" b="b"/>
            <a:pathLst>
              <a:path w="11511802" h="11511802" extrusionOk="0">
                <a:moveTo>
                  <a:pt x="0" y="0"/>
                </a:moveTo>
                <a:lnTo>
                  <a:pt x="11511802" y="0"/>
                </a:lnTo>
                <a:lnTo>
                  <a:pt x="11511802" y="11511802"/>
                </a:lnTo>
                <a:lnTo>
                  <a:pt x="0" y="11511802"/>
                </a:lnTo>
                <a:lnTo>
                  <a:pt x="0" y="0"/>
                </a:lnTo>
                <a:close/>
              </a:path>
            </a:pathLst>
          </a:custGeom>
          <a:blipFill rotWithShape="1">
            <a:blip r:embed="rId3">
              <a:alphaModFix amt="40000"/>
            </a:blip>
            <a:stretch>
              <a:fillRect/>
            </a:stretch>
          </a:blipFill>
          <a:ln>
            <a:noFill/>
          </a:ln>
        </p:spPr>
      </p:sp>
      <p:sp>
        <p:nvSpPr>
          <p:cNvPr id="126" name="Google Shape;126;g262f03d38f3_5_22"/>
          <p:cNvSpPr/>
          <p:nvPr/>
        </p:nvSpPr>
        <p:spPr>
          <a:xfrm rot="-6285925">
            <a:off x="14674265" y="9155803"/>
            <a:ext cx="5510750" cy="8848360"/>
          </a:xfrm>
          <a:custGeom>
            <a:avLst/>
            <a:gdLst/>
            <a:ahLst/>
            <a:cxnLst/>
            <a:rect l="l" t="t" r="r" b="b"/>
            <a:pathLst>
              <a:path w="4789367" h="7690070" extrusionOk="0">
                <a:moveTo>
                  <a:pt x="0" y="0"/>
                </a:moveTo>
                <a:lnTo>
                  <a:pt x="4789367" y="0"/>
                </a:lnTo>
                <a:lnTo>
                  <a:pt x="4789367" y="7690070"/>
                </a:lnTo>
                <a:lnTo>
                  <a:pt x="0" y="7690070"/>
                </a:lnTo>
                <a:lnTo>
                  <a:pt x="0" y="0"/>
                </a:lnTo>
                <a:close/>
              </a:path>
            </a:pathLst>
          </a:custGeom>
          <a:blipFill rotWithShape="1">
            <a:blip r:embed="rId4">
              <a:alphaModFix amt="50000"/>
            </a:blip>
            <a:stretch>
              <a:fillRect/>
            </a:stretch>
          </a:blipFill>
          <a:ln>
            <a:noFill/>
          </a:ln>
        </p:spPr>
      </p:sp>
      <p:pic>
        <p:nvPicPr>
          <p:cNvPr id="127" name="Google Shape;127;g262f03d38f3_5_22"/>
          <p:cNvPicPr preferRelativeResize="0"/>
          <p:nvPr/>
        </p:nvPicPr>
        <p:blipFill rotWithShape="1">
          <a:blip r:embed="rId5">
            <a:alphaModFix/>
          </a:blip>
          <a:srcRect t="23576"/>
          <a:stretch/>
        </p:blipFill>
        <p:spPr>
          <a:xfrm>
            <a:off x="2083449" y="7176670"/>
            <a:ext cx="16890684" cy="5222743"/>
          </a:xfrm>
          <a:prstGeom prst="rect">
            <a:avLst/>
          </a:prstGeom>
          <a:noFill/>
          <a:ln>
            <a:noFill/>
          </a:ln>
        </p:spPr>
      </p:pic>
      <p:sp>
        <p:nvSpPr>
          <p:cNvPr id="128" name="Google Shape;128;g262f03d38f3_5_22"/>
          <p:cNvSpPr txBox="1"/>
          <p:nvPr/>
        </p:nvSpPr>
        <p:spPr>
          <a:xfrm>
            <a:off x="2083448" y="2299731"/>
            <a:ext cx="12246293" cy="1238801"/>
          </a:xfrm>
          <a:prstGeom prst="rect">
            <a:avLst/>
          </a:prstGeom>
          <a:noFill/>
          <a:ln>
            <a:noFill/>
          </a:ln>
        </p:spPr>
        <p:txBody>
          <a:bodyPr spcFirstLastPara="1" wrap="square" lIns="0" tIns="0" rIns="0" bIns="0" anchor="t" anchorCtr="0">
            <a:spAutoFit/>
          </a:bodyPr>
          <a:lstStyle/>
          <a:p>
            <a:r>
              <a:rPr lang="en-US" sz="8050" b="1" dirty="0">
                <a:solidFill>
                  <a:srgbClr val="004AAD"/>
                </a:solidFill>
                <a:latin typeface="Barlow"/>
                <a:ea typeface="Montserrat"/>
                <a:cs typeface="Montserrat"/>
                <a:sym typeface="Montserrat"/>
              </a:rPr>
              <a:t>OUR MISSION</a:t>
            </a:r>
            <a:endParaRPr sz="8050" dirty="0">
              <a:latin typeface="Barlow"/>
            </a:endParaRPr>
          </a:p>
        </p:txBody>
      </p:sp>
      <p:sp>
        <p:nvSpPr>
          <p:cNvPr id="129" name="Google Shape;129;g262f03d38f3_5_22"/>
          <p:cNvSpPr txBox="1"/>
          <p:nvPr/>
        </p:nvSpPr>
        <p:spPr>
          <a:xfrm>
            <a:off x="2083449" y="3553032"/>
            <a:ext cx="16890684" cy="3716402"/>
          </a:xfrm>
          <a:prstGeom prst="rect">
            <a:avLst/>
          </a:prstGeom>
          <a:noFill/>
          <a:ln>
            <a:noFill/>
          </a:ln>
        </p:spPr>
        <p:txBody>
          <a:bodyPr spcFirstLastPara="1" wrap="square" lIns="0" tIns="0" rIns="0" bIns="0" anchor="t" anchorCtr="0">
            <a:spAutoFit/>
          </a:bodyPr>
          <a:lstStyle/>
          <a:p>
            <a:pPr lvl="0" algn="just">
              <a:lnSpc>
                <a:spcPct val="150000"/>
              </a:lnSpc>
            </a:pPr>
            <a:r>
              <a:rPr lang="en-US" sz="3220" dirty="0" err="1">
                <a:solidFill>
                  <a:srgbClr val="2E2E2E"/>
                </a:solidFill>
                <a:latin typeface="Montserrat"/>
                <a:ea typeface="Montserrat"/>
                <a:cs typeface="Montserrat"/>
                <a:sym typeface="Montserrat"/>
              </a:rPr>
              <a:t>Consultare</a:t>
            </a:r>
            <a:r>
              <a:rPr lang="en-US" sz="3220" dirty="0">
                <a:solidFill>
                  <a:srgbClr val="2E2E2E"/>
                </a:solidFill>
                <a:latin typeface="Montserrat"/>
                <a:ea typeface="Montserrat"/>
                <a:cs typeface="Montserrat"/>
                <a:sym typeface="Montserrat"/>
              </a:rPr>
              <a:t> </a:t>
            </a:r>
            <a:r>
              <a:rPr lang="en-US" sz="3220" dirty="0" err="1">
                <a:solidFill>
                  <a:srgbClr val="2E2E2E"/>
                </a:solidFill>
                <a:latin typeface="Montserrat"/>
                <a:ea typeface="Montserrat"/>
                <a:cs typeface="Montserrat"/>
                <a:sym typeface="Montserrat"/>
              </a:rPr>
              <a:t>Inc</a:t>
            </a:r>
            <a:r>
              <a:rPr lang="en-US" sz="3220" dirty="0">
                <a:solidFill>
                  <a:srgbClr val="2E2E2E"/>
                </a:solidFill>
                <a:latin typeface="Montserrat"/>
                <a:ea typeface="Montserrat"/>
                <a:cs typeface="Montserrat"/>
                <a:sym typeface="Montserrat"/>
              </a:rPr>
              <a:t> Group is committed in providing expertise, guidance, and solutions to make sure that organizations will operate within the bounds of applicable laws, regulations, and ethical standards. We are committed in helping clients the  complex landscape of ethical consideration and regulations that will contribute to the integrity, sustainability, and the success of their business.</a:t>
            </a:r>
          </a:p>
        </p:txBody>
      </p:sp>
      <p:sp>
        <p:nvSpPr>
          <p:cNvPr id="130" name="Google Shape;130;g262f03d38f3_5_22"/>
          <p:cNvSpPr/>
          <p:nvPr/>
        </p:nvSpPr>
        <p:spPr>
          <a:xfrm rot="1509322">
            <a:off x="10624637" y="-4044422"/>
            <a:ext cx="14465082" cy="9981042"/>
          </a:xfrm>
          <a:custGeom>
            <a:avLst/>
            <a:gdLst/>
            <a:ahLst/>
            <a:cxnLst/>
            <a:rect l="l" t="t" r="r" b="b"/>
            <a:pathLst>
              <a:path w="12580534" h="8680686" extrusionOk="0">
                <a:moveTo>
                  <a:pt x="0" y="0"/>
                </a:moveTo>
                <a:lnTo>
                  <a:pt x="12580534" y="0"/>
                </a:lnTo>
                <a:lnTo>
                  <a:pt x="12580534" y="8680686"/>
                </a:lnTo>
                <a:lnTo>
                  <a:pt x="0" y="8680686"/>
                </a:lnTo>
                <a:lnTo>
                  <a:pt x="0" y="0"/>
                </a:lnTo>
                <a:close/>
              </a:path>
            </a:pathLst>
          </a:custGeom>
          <a:blipFill rotWithShape="1">
            <a:blip r:embed="rId6">
              <a:alphaModFix amt="50000"/>
            </a:blip>
            <a:stretch>
              <a:fillRect/>
            </a:stretch>
          </a:blipFill>
          <a:ln>
            <a:noFill/>
          </a:ln>
        </p:spPr>
      </p:sp>
      <p:grpSp>
        <p:nvGrpSpPr>
          <p:cNvPr id="8" name="Google Shape;99;p2"/>
          <p:cNvGrpSpPr/>
          <p:nvPr/>
        </p:nvGrpSpPr>
        <p:grpSpPr>
          <a:xfrm>
            <a:off x="16898059" y="10554880"/>
            <a:ext cx="4592487" cy="2537212"/>
            <a:chOff x="11738152" y="7002834"/>
            <a:chExt cx="3993467" cy="2206272"/>
          </a:xfrm>
        </p:grpSpPr>
        <p:pic>
          <p:nvPicPr>
            <p:cNvPr id="9" name="Google Shape;100;p2" descr="A close up of a sign&#10;&#10;Description automatically generated"/>
            <p:cNvPicPr preferRelativeResize="0"/>
            <p:nvPr/>
          </p:nvPicPr>
          <p:blipFill rotWithShape="1">
            <a:blip r:embed="rId7">
              <a:alphaModFix/>
            </a:blip>
            <a:srcRect t="11570" b="11539"/>
            <a:stretch/>
          </p:blipFill>
          <p:spPr>
            <a:xfrm>
              <a:off x="12930350" y="7277100"/>
              <a:ext cx="977894" cy="757410"/>
            </a:xfrm>
            <a:prstGeom prst="rect">
              <a:avLst/>
            </a:prstGeom>
            <a:noFill/>
            <a:ln>
              <a:noFill/>
            </a:ln>
          </p:spPr>
        </p:pic>
        <p:sp>
          <p:nvSpPr>
            <p:cNvPr id="10"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1"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39725051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262f03d38f3_5_22"/>
          <p:cNvSpPr/>
          <p:nvPr/>
        </p:nvSpPr>
        <p:spPr>
          <a:xfrm rot="-6666572">
            <a:off x="-4665036" y="98423"/>
            <a:ext cx="13232985" cy="13232985"/>
          </a:xfrm>
          <a:custGeom>
            <a:avLst/>
            <a:gdLst/>
            <a:ahLst/>
            <a:cxnLst/>
            <a:rect l="l" t="t" r="r" b="b"/>
            <a:pathLst>
              <a:path w="11511802" h="11511802" extrusionOk="0">
                <a:moveTo>
                  <a:pt x="0" y="0"/>
                </a:moveTo>
                <a:lnTo>
                  <a:pt x="11511802" y="0"/>
                </a:lnTo>
                <a:lnTo>
                  <a:pt x="11511802" y="11511802"/>
                </a:lnTo>
                <a:lnTo>
                  <a:pt x="0" y="11511802"/>
                </a:lnTo>
                <a:lnTo>
                  <a:pt x="0" y="0"/>
                </a:lnTo>
                <a:close/>
              </a:path>
            </a:pathLst>
          </a:custGeom>
          <a:blipFill rotWithShape="1">
            <a:blip r:embed="rId3">
              <a:alphaModFix amt="40000"/>
            </a:blip>
            <a:stretch>
              <a:fillRect/>
            </a:stretch>
          </a:blipFill>
          <a:ln>
            <a:noFill/>
          </a:ln>
        </p:spPr>
      </p:sp>
      <p:sp>
        <p:nvSpPr>
          <p:cNvPr id="126" name="Google Shape;126;g262f03d38f3_5_22"/>
          <p:cNvSpPr/>
          <p:nvPr/>
        </p:nvSpPr>
        <p:spPr>
          <a:xfrm rot="-6285925">
            <a:off x="14674265" y="9155803"/>
            <a:ext cx="5510750" cy="8848360"/>
          </a:xfrm>
          <a:custGeom>
            <a:avLst/>
            <a:gdLst/>
            <a:ahLst/>
            <a:cxnLst/>
            <a:rect l="l" t="t" r="r" b="b"/>
            <a:pathLst>
              <a:path w="4789367" h="7690070" extrusionOk="0">
                <a:moveTo>
                  <a:pt x="0" y="0"/>
                </a:moveTo>
                <a:lnTo>
                  <a:pt x="4789367" y="0"/>
                </a:lnTo>
                <a:lnTo>
                  <a:pt x="4789367" y="7690070"/>
                </a:lnTo>
                <a:lnTo>
                  <a:pt x="0" y="7690070"/>
                </a:lnTo>
                <a:lnTo>
                  <a:pt x="0" y="0"/>
                </a:lnTo>
                <a:close/>
              </a:path>
            </a:pathLst>
          </a:custGeom>
          <a:blipFill rotWithShape="1">
            <a:blip r:embed="rId4">
              <a:alphaModFix amt="50000"/>
            </a:blip>
            <a:stretch>
              <a:fillRect/>
            </a:stretch>
          </a:blipFill>
          <a:ln>
            <a:noFill/>
          </a:ln>
        </p:spPr>
      </p:sp>
      <p:sp>
        <p:nvSpPr>
          <p:cNvPr id="128" name="Google Shape;128;g262f03d38f3_5_22"/>
          <p:cNvSpPr txBox="1"/>
          <p:nvPr/>
        </p:nvSpPr>
        <p:spPr>
          <a:xfrm>
            <a:off x="1183005" y="1570590"/>
            <a:ext cx="12246293" cy="1592744"/>
          </a:xfrm>
          <a:prstGeom prst="rect">
            <a:avLst/>
          </a:prstGeom>
          <a:noFill/>
          <a:ln>
            <a:noFill/>
          </a:ln>
        </p:spPr>
        <p:txBody>
          <a:bodyPr spcFirstLastPara="1" wrap="square" lIns="0" tIns="0" rIns="0" bIns="0" anchor="t" anchorCtr="0">
            <a:spAutoFit/>
          </a:bodyPr>
          <a:lstStyle/>
          <a:p>
            <a:pPr lvl="0"/>
            <a:r>
              <a:rPr lang="en-US" sz="10350" b="1" dirty="0">
                <a:solidFill>
                  <a:srgbClr val="004AAD"/>
                </a:solidFill>
                <a:latin typeface="Montserrat"/>
                <a:ea typeface="Montserrat"/>
                <a:cs typeface="Montserrat"/>
                <a:sym typeface="Montserrat"/>
              </a:rPr>
              <a:t>OUR VALUES</a:t>
            </a:r>
            <a:endParaRPr lang="en-US" sz="10350" dirty="0"/>
          </a:p>
        </p:txBody>
      </p:sp>
      <p:sp>
        <p:nvSpPr>
          <p:cNvPr id="130" name="Google Shape;130;g262f03d38f3_5_22"/>
          <p:cNvSpPr/>
          <p:nvPr/>
        </p:nvSpPr>
        <p:spPr>
          <a:xfrm rot="1509322">
            <a:off x="10624637" y="-4044422"/>
            <a:ext cx="14465082" cy="9981042"/>
          </a:xfrm>
          <a:custGeom>
            <a:avLst/>
            <a:gdLst/>
            <a:ahLst/>
            <a:cxnLst/>
            <a:rect l="l" t="t" r="r" b="b"/>
            <a:pathLst>
              <a:path w="12580534" h="8680686" extrusionOk="0">
                <a:moveTo>
                  <a:pt x="0" y="0"/>
                </a:moveTo>
                <a:lnTo>
                  <a:pt x="12580534" y="0"/>
                </a:lnTo>
                <a:lnTo>
                  <a:pt x="12580534" y="8680686"/>
                </a:lnTo>
                <a:lnTo>
                  <a:pt x="0" y="8680686"/>
                </a:lnTo>
                <a:lnTo>
                  <a:pt x="0" y="0"/>
                </a:lnTo>
                <a:close/>
              </a:path>
            </a:pathLst>
          </a:custGeom>
          <a:blipFill rotWithShape="1">
            <a:blip r:embed="rId5">
              <a:alphaModFix amt="50000"/>
            </a:blip>
            <a:stretch>
              <a:fillRect/>
            </a:stretch>
          </a:blipFill>
          <a:ln>
            <a:noFill/>
          </a:ln>
        </p:spPr>
      </p:sp>
      <p:sp>
        <p:nvSpPr>
          <p:cNvPr id="8" name="Google Shape;109;g262f03d38f3_5_0"/>
          <p:cNvSpPr txBox="1"/>
          <p:nvPr/>
        </p:nvSpPr>
        <p:spPr>
          <a:xfrm>
            <a:off x="1380173" y="3517384"/>
            <a:ext cx="14217968" cy="8193782"/>
          </a:xfrm>
          <a:prstGeom prst="rect">
            <a:avLst/>
          </a:prstGeom>
          <a:noFill/>
          <a:ln>
            <a:noFill/>
          </a:ln>
        </p:spPr>
        <p:txBody>
          <a:bodyPr spcFirstLastPara="1" wrap="square" lIns="0" tIns="0" rIns="0" bIns="0" anchor="t" anchorCtr="0">
            <a:spAutoFit/>
          </a:bodyPr>
          <a:lstStyle/>
          <a:p>
            <a:pPr lvl="0" algn="just"/>
            <a:endParaRPr lang="en-US" sz="115" b="1" dirty="0">
              <a:solidFill>
                <a:srgbClr val="2E2E2E"/>
              </a:solidFill>
              <a:latin typeface="Montserrat"/>
              <a:ea typeface="Montserrat"/>
              <a:cs typeface="Montserrat"/>
              <a:sym typeface="Montserrat"/>
            </a:endParaRPr>
          </a:p>
          <a:p>
            <a:pPr lvl="0" algn="just"/>
            <a:r>
              <a:rPr lang="en-US" sz="7590" b="1" dirty="0">
                <a:solidFill>
                  <a:srgbClr val="2E2E2E"/>
                </a:solidFill>
                <a:latin typeface="Montserrat"/>
                <a:ea typeface="Montserrat"/>
                <a:cs typeface="Montserrat"/>
                <a:sym typeface="Montserrat"/>
              </a:rPr>
              <a:t>I </a:t>
            </a:r>
            <a:r>
              <a:rPr lang="en-US" sz="5060" b="1" dirty="0">
                <a:solidFill>
                  <a:srgbClr val="2E2E2E"/>
                </a:solidFill>
                <a:latin typeface="Montserrat"/>
                <a:ea typeface="Montserrat"/>
                <a:cs typeface="Montserrat"/>
                <a:sym typeface="Montserrat"/>
              </a:rPr>
              <a:t> </a:t>
            </a:r>
            <a:r>
              <a:rPr lang="en-US" sz="6210" b="1" dirty="0">
                <a:solidFill>
                  <a:srgbClr val="2E2E2E"/>
                </a:solidFill>
                <a:latin typeface="Montserrat"/>
                <a:ea typeface="Montserrat"/>
                <a:cs typeface="Montserrat"/>
                <a:sym typeface="Montserrat"/>
              </a:rPr>
              <a:t>Integrity and Innovation</a:t>
            </a:r>
          </a:p>
          <a:p>
            <a:pPr lvl="0" algn="just">
              <a:lnSpc>
                <a:spcPct val="150000"/>
              </a:lnSpc>
            </a:pPr>
            <a:r>
              <a:rPr lang="en-US" sz="7590" b="1" dirty="0">
                <a:solidFill>
                  <a:srgbClr val="2E2E2E"/>
                </a:solidFill>
                <a:latin typeface="Montserrat"/>
                <a:ea typeface="Montserrat"/>
                <a:cs typeface="Montserrat"/>
                <a:sym typeface="Montserrat"/>
              </a:rPr>
              <a:t>C</a:t>
            </a:r>
            <a:r>
              <a:rPr lang="en-US" sz="6210" b="1" dirty="0">
                <a:solidFill>
                  <a:srgbClr val="2E2E2E"/>
                </a:solidFill>
                <a:latin typeface="Montserrat"/>
                <a:ea typeface="Montserrat"/>
                <a:cs typeface="Montserrat"/>
                <a:sym typeface="Montserrat"/>
              </a:rPr>
              <a:t> Compliance Excellence</a:t>
            </a:r>
          </a:p>
          <a:p>
            <a:pPr lvl="0" algn="just">
              <a:lnSpc>
                <a:spcPct val="150000"/>
              </a:lnSpc>
            </a:pPr>
            <a:r>
              <a:rPr lang="en-US" sz="7590" b="1" dirty="0">
                <a:solidFill>
                  <a:srgbClr val="2E2E2E"/>
                </a:solidFill>
                <a:latin typeface="Montserrat"/>
                <a:ea typeface="Montserrat"/>
                <a:cs typeface="Montserrat"/>
                <a:sym typeface="Montserrat"/>
              </a:rPr>
              <a:t>A</a:t>
            </a:r>
            <a:r>
              <a:rPr lang="en-US" sz="6210" b="1" dirty="0">
                <a:solidFill>
                  <a:srgbClr val="2E2E2E"/>
                </a:solidFill>
                <a:latin typeface="Montserrat"/>
                <a:ea typeface="Montserrat"/>
                <a:cs typeface="Montserrat"/>
                <a:sym typeface="Montserrat"/>
              </a:rPr>
              <a:t> Accountability</a:t>
            </a:r>
          </a:p>
          <a:p>
            <a:pPr lvl="0">
              <a:lnSpc>
                <a:spcPct val="150000"/>
              </a:lnSpc>
            </a:pPr>
            <a:r>
              <a:rPr lang="en-US" sz="7590" b="1" dirty="0">
                <a:solidFill>
                  <a:srgbClr val="2E2E2E"/>
                </a:solidFill>
                <a:latin typeface="Montserrat"/>
                <a:ea typeface="Montserrat"/>
                <a:cs typeface="Montserrat"/>
                <a:sym typeface="Montserrat"/>
              </a:rPr>
              <a:t>R </a:t>
            </a:r>
            <a:r>
              <a:rPr lang="en-US" sz="6210" b="1" dirty="0">
                <a:solidFill>
                  <a:srgbClr val="2E2E2E"/>
                </a:solidFill>
                <a:latin typeface="Montserrat"/>
                <a:ea typeface="Montserrat"/>
                <a:cs typeface="Montserrat"/>
                <a:sym typeface="Montserrat"/>
              </a:rPr>
              <a:t>Respect and Responsibility</a:t>
            </a:r>
          </a:p>
          <a:p>
            <a:pPr lvl="0">
              <a:lnSpc>
                <a:spcPct val="150000"/>
              </a:lnSpc>
            </a:pPr>
            <a:r>
              <a:rPr lang="en-US" sz="7590" b="1" dirty="0">
                <a:solidFill>
                  <a:srgbClr val="2E2E2E"/>
                </a:solidFill>
                <a:latin typeface="Montserrat"/>
                <a:ea typeface="Montserrat"/>
                <a:cs typeface="Montserrat"/>
                <a:sym typeface="Montserrat"/>
              </a:rPr>
              <a:t>E</a:t>
            </a:r>
            <a:r>
              <a:rPr lang="en-US" sz="6210" b="1" dirty="0">
                <a:solidFill>
                  <a:srgbClr val="2E2E2E"/>
                </a:solidFill>
                <a:latin typeface="Montserrat"/>
                <a:ea typeface="Montserrat"/>
                <a:cs typeface="Montserrat"/>
                <a:sym typeface="Montserrat"/>
              </a:rPr>
              <a:t> Education and Empowerment</a:t>
            </a:r>
          </a:p>
        </p:txBody>
      </p:sp>
      <p:grpSp>
        <p:nvGrpSpPr>
          <p:cNvPr id="7" name="Google Shape;99;p2"/>
          <p:cNvGrpSpPr/>
          <p:nvPr/>
        </p:nvGrpSpPr>
        <p:grpSpPr>
          <a:xfrm>
            <a:off x="16707809" y="10153472"/>
            <a:ext cx="4592487" cy="2537212"/>
            <a:chOff x="11738152" y="7002834"/>
            <a:chExt cx="3993467" cy="2206272"/>
          </a:xfrm>
        </p:grpSpPr>
        <p:pic>
          <p:nvPicPr>
            <p:cNvPr id="9" name="Google Shape;100;p2" descr="A close up of a sign&#10;&#10;Description automatically generated"/>
            <p:cNvPicPr preferRelativeResize="0"/>
            <p:nvPr/>
          </p:nvPicPr>
          <p:blipFill rotWithShape="1">
            <a:blip r:embed="rId6">
              <a:alphaModFix/>
            </a:blip>
            <a:srcRect t="11570" b="11539"/>
            <a:stretch/>
          </p:blipFill>
          <p:spPr>
            <a:xfrm>
              <a:off x="12930350" y="7277100"/>
              <a:ext cx="977894" cy="757410"/>
            </a:xfrm>
            <a:prstGeom prst="rect">
              <a:avLst/>
            </a:prstGeom>
            <a:noFill/>
            <a:ln>
              <a:noFill/>
            </a:ln>
          </p:spPr>
        </p:pic>
        <p:sp>
          <p:nvSpPr>
            <p:cNvPr id="10"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1"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18294388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3"/>
          <p:cNvSpPr/>
          <p:nvPr/>
        </p:nvSpPr>
        <p:spPr>
          <a:xfrm rot="3528902">
            <a:off x="10091157" y="-2064906"/>
            <a:ext cx="15756576" cy="15756576"/>
          </a:xfrm>
          <a:custGeom>
            <a:avLst/>
            <a:gdLst/>
            <a:ahLst/>
            <a:cxnLst/>
            <a:rect l="l" t="t" r="r" b="b"/>
            <a:pathLst>
              <a:path w="13709384" h="13709384" extrusionOk="0">
                <a:moveTo>
                  <a:pt x="0" y="0"/>
                </a:moveTo>
                <a:lnTo>
                  <a:pt x="13709384" y="0"/>
                </a:lnTo>
                <a:lnTo>
                  <a:pt x="13709384" y="13709384"/>
                </a:lnTo>
                <a:lnTo>
                  <a:pt x="0" y="13709384"/>
                </a:lnTo>
                <a:lnTo>
                  <a:pt x="0" y="0"/>
                </a:lnTo>
                <a:close/>
              </a:path>
            </a:pathLst>
          </a:custGeom>
          <a:blipFill rotWithShape="1">
            <a:blip r:embed="rId3">
              <a:alphaModFix amt="35000"/>
            </a:blip>
            <a:stretch>
              <a:fillRect/>
            </a:stretch>
          </a:blipFill>
          <a:ln>
            <a:noFill/>
          </a:ln>
        </p:spPr>
      </p:sp>
      <p:sp>
        <p:nvSpPr>
          <p:cNvPr id="145" name="Google Shape;145;p3"/>
          <p:cNvSpPr txBox="1"/>
          <p:nvPr/>
        </p:nvSpPr>
        <p:spPr>
          <a:xfrm>
            <a:off x="438150" y="1953728"/>
            <a:ext cx="20198715" cy="2937856"/>
          </a:xfrm>
          <a:prstGeom prst="rect">
            <a:avLst/>
          </a:prstGeom>
          <a:noFill/>
          <a:ln>
            <a:noFill/>
          </a:ln>
        </p:spPr>
        <p:txBody>
          <a:bodyPr spcFirstLastPara="1" wrap="square" lIns="0" tIns="0" rIns="0" bIns="0" anchor="t" anchorCtr="0">
            <a:spAutoFit/>
          </a:bodyPr>
          <a:lstStyle/>
          <a:p>
            <a:pPr algn="ctr"/>
            <a:r>
              <a:rPr lang="en-US" sz="19091" b="1" dirty="0">
                <a:solidFill>
                  <a:srgbClr val="004AAD"/>
                </a:solidFill>
                <a:latin typeface="Barlow"/>
                <a:ea typeface="Montserrat"/>
                <a:cs typeface="Montserrat"/>
                <a:sym typeface="Montserrat"/>
              </a:rPr>
              <a:t>I</a:t>
            </a:r>
            <a:r>
              <a:rPr lang="en-US" sz="9200" b="1" dirty="0">
                <a:solidFill>
                  <a:srgbClr val="004AAD"/>
                </a:solidFill>
                <a:latin typeface="Barlow"/>
                <a:ea typeface="Montserrat"/>
                <a:cs typeface="Montserrat"/>
                <a:sym typeface="Montserrat"/>
              </a:rPr>
              <a:t>NTEGRITY   AND</a:t>
            </a:r>
            <a:r>
              <a:rPr lang="en-US" sz="10350" b="1" dirty="0">
                <a:solidFill>
                  <a:srgbClr val="004AAD"/>
                </a:solidFill>
                <a:latin typeface="Barlow"/>
                <a:ea typeface="Montserrat"/>
                <a:cs typeface="Montserrat"/>
                <a:sym typeface="Montserrat"/>
              </a:rPr>
              <a:t>  </a:t>
            </a:r>
            <a:r>
              <a:rPr lang="en-US" sz="19091" b="1" dirty="0">
                <a:solidFill>
                  <a:srgbClr val="004AAD"/>
                </a:solidFill>
                <a:latin typeface="Barlow"/>
                <a:ea typeface="Montserrat"/>
                <a:cs typeface="Montserrat"/>
                <a:sym typeface="Montserrat"/>
              </a:rPr>
              <a:t>I</a:t>
            </a:r>
            <a:r>
              <a:rPr lang="en-US" sz="9200" b="1" dirty="0">
                <a:solidFill>
                  <a:srgbClr val="004AAD"/>
                </a:solidFill>
                <a:latin typeface="Barlow"/>
                <a:ea typeface="Montserrat"/>
                <a:cs typeface="Montserrat"/>
                <a:sym typeface="Montserrat"/>
              </a:rPr>
              <a:t>NNOVATION</a:t>
            </a:r>
            <a:r>
              <a:rPr lang="en-US" sz="10350" b="1" dirty="0">
                <a:solidFill>
                  <a:srgbClr val="004AAD"/>
                </a:solidFill>
                <a:latin typeface="Barlow"/>
                <a:ea typeface="Montserrat"/>
                <a:cs typeface="Montserrat"/>
                <a:sym typeface="Montserrat"/>
              </a:rPr>
              <a:t> </a:t>
            </a:r>
          </a:p>
        </p:txBody>
      </p:sp>
      <p:sp>
        <p:nvSpPr>
          <p:cNvPr id="146" name="Google Shape;146;p3"/>
          <p:cNvSpPr txBox="1"/>
          <p:nvPr/>
        </p:nvSpPr>
        <p:spPr>
          <a:xfrm>
            <a:off x="438150" y="5460225"/>
            <a:ext cx="9310688" cy="6125780"/>
          </a:xfrm>
          <a:prstGeom prst="rect">
            <a:avLst/>
          </a:prstGeom>
          <a:noFill/>
          <a:ln>
            <a:noFill/>
          </a:ln>
        </p:spPr>
        <p:txBody>
          <a:bodyPr spcFirstLastPara="1" wrap="square" lIns="0" tIns="0" rIns="0" bIns="0" anchor="t" anchorCtr="0">
            <a:spAutoFit/>
          </a:bodyPr>
          <a:lstStyle/>
          <a:p>
            <a:pPr marL="788704" indent="-788704">
              <a:spcBef>
                <a:spcPts val="1380"/>
              </a:spcBef>
              <a:buFont typeface="Arial" pitchFamily="34" charset="0"/>
              <a:buChar char="•"/>
            </a:pPr>
            <a:r>
              <a:rPr lang="en-US" sz="5520" dirty="0">
                <a:latin typeface="Montserrat" charset="0"/>
              </a:rPr>
              <a:t>Adherence to ethical principles, honesty, fairness, dedication and commitment, selflessness. It's doing the right thing all the time, every time. </a:t>
            </a:r>
          </a:p>
        </p:txBody>
      </p:sp>
      <p:sp>
        <p:nvSpPr>
          <p:cNvPr id="147" name="Google Shape;147;p3"/>
          <p:cNvSpPr/>
          <p:nvPr/>
        </p:nvSpPr>
        <p:spPr>
          <a:xfrm rot="8532779" flipH="1">
            <a:off x="-3107943" y="9052128"/>
            <a:ext cx="7735938" cy="6287209"/>
          </a:xfrm>
          <a:custGeom>
            <a:avLst/>
            <a:gdLst/>
            <a:ahLst/>
            <a:cxnLst/>
            <a:rect l="l" t="t" r="r" b="b"/>
            <a:pathLst>
              <a:path w="6729406" h="5469172" extrusionOk="0">
                <a:moveTo>
                  <a:pt x="6729406" y="0"/>
                </a:moveTo>
                <a:lnTo>
                  <a:pt x="0" y="0"/>
                </a:lnTo>
                <a:lnTo>
                  <a:pt x="0" y="5469172"/>
                </a:lnTo>
                <a:lnTo>
                  <a:pt x="6729406" y="5469172"/>
                </a:lnTo>
                <a:lnTo>
                  <a:pt x="6729406" y="0"/>
                </a:lnTo>
                <a:close/>
              </a:path>
            </a:pathLst>
          </a:custGeom>
          <a:blipFill rotWithShape="1">
            <a:blip r:embed="rId4">
              <a:alphaModFix amt="50000"/>
            </a:blip>
            <a:stretch>
              <a:fillRect/>
            </a:stretch>
          </a:blipFill>
          <a:ln>
            <a:noFill/>
          </a:ln>
        </p:spPr>
      </p:sp>
      <p:sp>
        <p:nvSpPr>
          <p:cNvPr id="15" name="Google Shape;146;p3"/>
          <p:cNvSpPr txBox="1"/>
          <p:nvPr/>
        </p:nvSpPr>
        <p:spPr>
          <a:xfrm>
            <a:off x="10734675" y="5460225"/>
            <a:ext cx="9661208" cy="5276316"/>
          </a:xfrm>
          <a:prstGeom prst="rect">
            <a:avLst/>
          </a:prstGeom>
          <a:noFill/>
          <a:ln>
            <a:noFill/>
          </a:ln>
        </p:spPr>
        <p:txBody>
          <a:bodyPr spcFirstLastPara="1" wrap="square" lIns="0" tIns="0" rIns="0" bIns="0" anchor="t" anchorCtr="0">
            <a:spAutoFit/>
          </a:bodyPr>
          <a:lstStyle/>
          <a:p>
            <a:pPr marL="788704" indent="-788704">
              <a:spcBef>
                <a:spcPts val="1380"/>
              </a:spcBef>
              <a:buFont typeface="Arial" pitchFamily="34" charset="0"/>
              <a:buChar char="•"/>
            </a:pPr>
            <a:r>
              <a:rPr lang="en-US" sz="5520" dirty="0">
                <a:latin typeface="Montserrat" charset="0"/>
              </a:rPr>
              <a:t>Implementation of new idea approaches to compliance challenges and to seek a solution to meet evolving regulatory requirements.</a:t>
            </a:r>
          </a:p>
        </p:txBody>
      </p:sp>
      <p:grpSp>
        <p:nvGrpSpPr>
          <p:cNvPr id="7" name="Google Shape;99;p2"/>
          <p:cNvGrpSpPr/>
          <p:nvPr/>
        </p:nvGrpSpPr>
        <p:grpSpPr>
          <a:xfrm>
            <a:off x="16438714" y="10356100"/>
            <a:ext cx="4592487" cy="2537212"/>
            <a:chOff x="11738152" y="7002834"/>
            <a:chExt cx="3993467" cy="2206272"/>
          </a:xfrm>
        </p:grpSpPr>
        <p:pic>
          <p:nvPicPr>
            <p:cNvPr id="8" name="Google Shape;100;p2" descr="A close up of a sign&#10;&#10;Description automatically generated"/>
            <p:cNvPicPr preferRelativeResize="0"/>
            <p:nvPr/>
          </p:nvPicPr>
          <p:blipFill rotWithShape="1">
            <a:blip r:embed="rId5">
              <a:alphaModFix/>
            </a:blip>
            <a:srcRect t="11570" b="11539"/>
            <a:stretch/>
          </p:blipFill>
          <p:spPr>
            <a:xfrm>
              <a:off x="12930350" y="7277100"/>
              <a:ext cx="977894" cy="757410"/>
            </a:xfrm>
            <a:prstGeom prst="rect">
              <a:avLst/>
            </a:prstGeom>
            <a:noFill/>
            <a:ln>
              <a:noFill/>
            </a:ln>
          </p:spPr>
        </p:pic>
        <p:sp>
          <p:nvSpPr>
            <p:cNvPr id="9"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0"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3"/>
          <p:cNvSpPr/>
          <p:nvPr/>
        </p:nvSpPr>
        <p:spPr>
          <a:xfrm rot="3528902">
            <a:off x="10091158" y="-1765409"/>
            <a:ext cx="15756576" cy="15756576"/>
          </a:xfrm>
          <a:custGeom>
            <a:avLst/>
            <a:gdLst/>
            <a:ahLst/>
            <a:cxnLst/>
            <a:rect l="l" t="t" r="r" b="b"/>
            <a:pathLst>
              <a:path w="13709384" h="13709384" extrusionOk="0">
                <a:moveTo>
                  <a:pt x="0" y="0"/>
                </a:moveTo>
                <a:lnTo>
                  <a:pt x="13709384" y="0"/>
                </a:lnTo>
                <a:lnTo>
                  <a:pt x="13709384" y="13709384"/>
                </a:lnTo>
                <a:lnTo>
                  <a:pt x="0" y="13709384"/>
                </a:lnTo>
                <a:lnTo>
                  <a:pt x="0" y="0"/>
                </a:lnTo>
                <a:close/>
              </a:path>
            </a:pathLst>
          </a:custGeom>
          <a:blipFill rotWithShape="1">
            <a:blip r:embed="rId3">
              <a:alphaModFix amt="35000"/>
            </a:blip>
            <a:stretch>
              <a:fillRect/>
            </a:stretch>
          </a:blipFill>
          <a:ln>
            <a:noFill/>
          </a:ln>
        </p:spPr>
      </p:sp>
      <p:sp>
        <p:nvSpPr>
          <p:cNvPr id="145" name="Google Shape;145;p3"/>
          <p:cNvSpPr txBox="1"/>
          <p:nvPr/>
        </p:nvSpPr>
        <p:spPr>
          <a:xfrm>
            <a:off x="1183005" y="2342239"/>
            <a:ext cx="18424208" cy="2442335"/>
          </a:xfrm>
          <a:prstGeom prst="rect">
            <a:avLst/>
          </a:prstGeom>
          <a:noFill/>
          <a:ln>
            <a:noFill/>
          </a:ln>
        </p:spPr>
        <p:txBody>
          <a:bodyPr spcFirstLastPara="1" wrap="square" lIns="0" tIns="0" rIns="0" bIns="0" anchor="t" anchorCtr="0">
            <a:spAutoFit/>
          </a:bodyPr>
          <a:lstStyle/>
          <a:p>
            <a:pPr lvl="0"/>
            <a:r>
              <a:rPr lang="en-US" sz="15871" b="1" dirty="0">
                <a:solidFill>
                  <a:srgbClr val="004AAD"/>
                </a:solidFill>
                <a:latin typeface="Barlow"/>
                <a:ea typeface="Montserrat"/>
                <a:cs typeface="Montserrat"/>
                <a:sym typeface="Montserrat"/>
              </a:rPr>
              <a:t>C</a:t>
            </a:r>
            <a:r>
              <a:rPr lang="en-US" sz="9200" b="1" dirty="0">
                <a:solidFill>
                  <a:srgbClr val="004AAD"/>
                </a:solidFill>
                <a:latin typeface="Barlow"/>
                <a:ea typeface="Montserrat"/>
                <a:cs typeface="Montserrat"/>
                <a:sym typeface="Montserrat"/>
              </a:rPr>
              <a:t>OMPLIANCE EXCELLENCE</a:t>
            </a:r>
            <a:endParaRPr lang="en-US" sz="10120" b="1" dirty="0">
              <a:solidFill>
                <a:srgbClr val="004AAD"/>
              </a:solidFill>
              <a:latin typeface="Barlow"/>
              <a:ea typeface="Montserrat"/>
              <a:cs typeface="Montserrat"/>
              <a:sym typeface="Montserrat"/>
            </a:endParaRPr>
          </a:p>
        </p:txBody>
      </p:sp>
      <p:sp>
        <p:nvSpPr>
          <p:cNvPr id="146" name="Google Shape;146;p3"/>
          <p:cNvSpPr txBox="1"/>
          <p:nvPr/>
        </p:nvSpPr>
        <p:spPr>
          <a:xfrm>
            <a:off x="1183005" y="4814779"/>
            <a:ext cx="18424208" cy="5276316"/>
          </a:xfrm>
          <a:prstGeom prst="rect">
            <a:avLst/>
          </a:prstGeom>
          <a:noFill/>
          <a:ln>
            <a:noFill/>
          </a:ln>
        </p:spPr>
        <p:txBody>
          <a:bodyPr spcFirstLastPara="1" wrap="square" lIns="0" tIns="0" rIns="0" bIns="0" anchor="t" anchorCtr="0">
            <a:spAutoFit/>
          </a:bodyPr>
          <a:lstStyle/>
          <a:p>
            <a:pPr algn="just">
              <a:spcBef>
                <a:spcPts val="1380"/>
              </a:spcBef>
            </a:pPr>
            <a:r>
              <a:rPr lang="en-US" sz="5520" dirty="0">
                <a:latin typeface="Montserrat" charset="0"/>
              </a:rPr>
              <a:t>A priority to support the quality, safety, environmental, security and regulatory objectives of a company. This involves the application of continuous improvement, the elimination of waste and variability, and most importantly the reduction of risk.</a:t>
            </a:r>
          </a:p>
        </p:txBody>
      </p:sp>
      <p:sp>
        <p:nvSpPr>
          <p:cNvPr id="147" name="Google Shape;147;p3"/>
          <p:cNvSpPr/>
          <p:nvPr/>
        </p:nvSpPr>
        <p:spPr>
          <a:xfrm rot="8532779" flipH="1">
            <a:off x="-3107943" y="9052128"/>
            <a:ext cx="7735938" cy="6287209"/>
          </a:xfrm>
          <a:custGeom>
            <a:avLst/>
            <a:gdLst/>
            <a:ahLst/>
            <a:cxnLst/>
            <a:rect l="l" t="t" r="r" b="b"/>
            <a:pathLst>
              <a:path w="6729406" h="5469172" extrusionOk="0">
                <a:moveTo>
                  <a:pt x="6729406" y="0"/>
                </a:moveTo>
                <a:lnTo>
                  <a:pt x="0" y="0"/>
                </a:lnTo>
                <a:lnTo>
                  <a:pt x="0" y="5469172"/>
                </a:lnTo>
                <a:lnTo>
                  <a:pt x="6729406" y="5469172"/>
                </a:lnTo>
                <a:lnTo>
                  <a:pt x="6729406" y="0"/>
                </a:lnTo>
                <a:close/>
              </a:path>
            </a:pathLst>
          </a:custGeom>
          <a:blipFill rotWithShape="1">
            <a:blip r:embed="rId4">
              <a:alphaModFix amt="50000"/>
            </a:blip>
            <a:stretch>
              <a:fillRect/>
            </a:stretch>
          </a:blipFill>
          <a:ln>
            <a:noFill/>
          </a:ln>
        </p:spPr>
      </p:sp>
      <p:grpSp>
        <p:nvGrpSpPr>
          <p:cNvPr id="6" name="Google Shape;99;p2"/>
          <p:cNvGrpSpPr/>
          <p:nvPr/>
        </p:nvGrpSpPr>
        <p:grpSpPr>
          <a:xfrm>
            <a:off x="16438714" y="10419194"/>
            <a:ext cx="4592487" cy="2537212"/>
            <a:chOff x="11738152" y="7002834"/>
            <a:chExt cx="3993467" cy="2206272"/>
          </a:xfrm>
        </p:grpSpPr>
        <p:pic>
          <p:nvPicPr>
            <p:cNvPr id="7" name="Google Shape;100;p2" descr="A close up of a sign&#10;&#10;Description automatically generated"/>
            <p:cNvPicPr preferRelativeResize="0"/>
            <p:nvPr/>
          </p:nvPicPr>
          <p:blipFill rotWithShape="1">
            <a:blip r:embed="rId5">
              <a:alphaModFix/>
            </a:blip>
            <a:srcRect t="11570" b="11539"/>
            <a:stretch/>
          </p:blipFill>
          <p:spPr>
            <a:xfrm>
              <a:off x="12930350" y="7277100"/>
              <a:ext cx="977894" cy="757410"/>
            </a:xfrm>
            <a:prstGeom prst="rect">
              <a:avLst/>
            </a:prstGeom>
            <a:noFill/>
            <a:ln>
              <a:noFill/>
            </a:ln>
          </p:spPr>
        </p:pic>
        <p:sp>
          <p:nvSpPr>
            <p:cNvPr id="8"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9"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13413968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3"/>
          <p:cNvSpPr/>
          <p:nvPr/>
        </p:nvSpPr>
        <p:spPr>
          <a:xfrm rot="3528902">
            <a:off x="10091157" y="-2064906"/>
            <a:ext cx="15756576" cy="15756576"/>
          </a:xfrm>
          <a:custGeom>
            <a:avLst/>
            <a:gdLst/>
            <a:ahLst/>
            <a:cxnLst/>
            <a:rect l="l" t="t" r="r" b="b"/>
            <a:pathLst>
              <a:path w="13709384" h="13709384" extrusionOk="0">
                <a:moveTo>
                  <a:pt x="0" y="0"/>
                </a:moveTo>
                <a:lnTo>
                  <a:pt x="13709384" y="0"/>
                </a:lnTo>
                <a:lnTo>
                  <a:pt x="13709384" y="13709384"/>
                </a:lnTo>
                <a:lnTo>
                  <a:pt x="0" y="13709384"/>
                </a:lnTo>
                <a:lnTo>
                  <a:pt x="0" y="0"/>
                </a:lnTo>
                <a:close/>
              </a:path>
            </a:pathLst>
          </a:custGeom>
          <a:blipFill rotWithShape="1">
            <a:blip r:embed="rId3">
              <a:alphaModFix amt="35000"/>
            </a:blip>
            <a:stretch>
              <a:fillRect/>
            </a:stretch>
          </a:blipFill>
          <a:ln>
            <a:noFill/>
          </a:ln>
        </p:spPr>
      </p:sp>
      <p:sp>
        <p:nvSpPr>
          <p:cNvPr id="145" name="Google Shape;145;p3"/>
          <p:cNvSpPr txBox="1"/>
          <p:nvPr/>
        </p:nvSpPr>
        <p:spPr>
          <a:xfrm>
            <a:off x="985838" y="1822282"/>
            <a:ext cx="19344323" cy="2937856"/>
          </a:xfrm>
          <a:prstGeom prst="rect">
            <a:avLst/>
          </a:prstGeom>
          <a:noFill/>
          <a:ln>
            <a:noFill/>
          </a:ln>
        </p:spPr>
        <p:txBody>
          <a:bodyPr spcFirstLastPara="1" wrap="square" lIns="0" tIns="0" rIns="0" bIns="0" anchor="t" anchorCtr="0">
            <a:spAutoFit/>
          </a:bodyPr>
          <a:lstStyle/>
          <a:p>
            <a:pPr lvl="0"/>
            <a:r>
              <a:rPr lang="en-US" sz="19091" b="1" dirty="0">
                <a:solidFill>
                  <a:srgbClr val="004AAD"/>
                </a:solidFill>
                <a:latin typeface="Barlow"/>
                <a:ea typeface="Montserrat"/>
                <a:cs typeface="Montserrat"/>
                <a:sym typeface="Montserrat"/>
              </a:rPr>
              <a:t>A</a:t>
            </a:r>
            <a:r>
              <a:rPr lang="en-US" sz="10120" b="1" dirty="0">
                <a:solidFill>
                  <a:srgbClr val="004AAD"/>
                </a:solidFill>
                <a:latin typeface="Barlow"/>
                <a:ea typeface="Montserrat"/>
                <a:cs typeface="Montserrat"/>
                <a:sym typeface="Montserrat"/>
              </a:rPr>
              <a:t>CCOUNTABILITY</a:t>
            </a:r>
          </a:p>
        </p:txBody>
      </p:sp>
      <p:sp>
        <p:nvSpPr>
          <p:cNvPr id="146" name="Google Shape;146;p3"/>
          <p:cNvSpPr txBox="1"/>
          <p:nvPr/>
        </p:nvSpPr>
        <p:spPr>
          <a:xfrm>
            <a:off x="985838" y="4814780"/>
            <a:ext cx="19344323" cy="4851585"/>
          </a:xfrm>
          <a:prstGeom prst="rect">
            <a:avLst/>
          </a:prstGeom>
          <a:noFill/>
          <a:ln>
            <a:noFill/>
          </a:ln>
        </p:spPr>
        <p:txBody>
          <a:bodyPr spcFirstLastPara="1" wrap="square" lIns="0" tIns="0" rIns="0" bIns="0" anchor="t" anchorCtr="0">
            <a:spAutoFit/>
          </a:bodyPr>
          <a:lstStyle/>
          <a:p>
            <a:pPr algn="just">
              <a:spcBef>
                <a:spcPts val="1380"/>
              </a:spcBef>
            </a:pPr>
            <a:r>
              <a:rPr lang="en-US" sz="7590" dirty="0">
                <a:latin typeface="Montserrat" charset="0"/>
              </a:rPr>
              <a:t>Holding oneself and others accountable for the compliance effort and taking responsibility for the actions and decisions. </a:t>
            </a:r>
          </a:p>
        </p:txBody>
      </p:sp>
      <p:sp>
        <p:nvSpPr>
          <p:cNvPr id="147" name="Google Shape;147;p3"/>
          <p:cNvSpPr/>
          <p:nvPr/>
        </p:nvSpPr>
        <p:spPr>
          <a:xfrm rot="8532779" flipH="1">
            <a:off x="-3107943" y="9052128"/>
            <a:ext cx="7735938" cy="6287209"/>
          </a:xfrm>
          <a:custGeom>
            <a:avLst/>
            <a:gdLst/>
            <a:ahLst/>
            <a:cxnLst/>
            <a:rect l="l" t="t" r="r" b="b"/>
            <a:pathLst>
              <a:path w="6729406" h="5469172" extrusionOk="0">
                <a:moveTo>
                  <a:pt x="6729406" y="0"/>
                </a:moveTo>
                <a:lnTo>
                  <a:pt x="0" y="0"/>
                </a:lnTo>
                <a:lnTo>
                  <a:pt x="0" y="5469172"/>
                </a:lnTo>
                <a:lnTo>
                  <a:pt x="6729406" y="5469172"/>
                </a:lnTo>
                <a:lnTo>
                  <a:pt x="6729406" y="0"/>
                </a:lnTo>
                <a:close/>
              </a:path>
            </a:pathLst>
          </a:custGeom>
          <a:blipFill rotWithShape="1">
            <a:blip r:embed="rId4">
              <a:alphaModFix amt="50000"/>
            </a:blip>
            <a:stretch>
              <a:fillRect/>
            </a:stretch>
          </a:blipFill>
          <a:ln>
            <a:noFill/>
          </a:ln>
        </p:spPr>
      </p:sp>
      <p:grpSp>
        <p:nvGrpSpPr>
          <p:cNvPr id="6" name="Google Shape;99;p2"/>
          <p:cNvGrpSpPr/>
          <p:nvPr/>
        </p:nvGrpSpPr>
        <p:grpSpPr>
          <a:xfrm>
            <a:off x="16438714" y="10029741"/>
            <a:ext cx="4592487" cy="2537212"/>
            <a:chOff x="11738152" y="7002834"/>
            <a:chExt cx="3993467" cy="2206272"/>
          </a:xfrm>
        </p:grpSpPr>
        <p:pic>
          <p:nvPicPr>
            <p:cNvPr id="7" name="Google Shape;100;p2" descr="A close up of a sign&#10;&#10;Description automatically generated"/>
            <p:cNvPicPr preferRelativeResize="0"/>
            <p:nvPr/>
          </p:nvPicPr>
          <p:blipFill rotWithShape="1">
            <a:blip r:embed="rId5">
              <a:alphaModFix/>
            </a:blip>
            <a:srcRect t="11570" b="11539"/>
            <a:stretch/>
          </p:blipFill>
          <p:spPr>
            <a:xfrm>
              <a:off x="12930350" y="7277100"/>
              <a:ext cx="977894" cy="757410"/>
            </a:xfrm>
            <a:prstGeom prst="rect">
              <a:avLst/>
            </a:prstGeom>
            <a:noFill/>
            <a:ln>
              <a:noFill/>
            </a:ln>
          </p:spPr>
        </p:pic>
        <p:sp>
          <p:nvSpPr>
            <p:cNvPr id="8"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9"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23766107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3"/>
          <p:cNvSpPr/>
          <p:nvPr/>
        </p:nvSpPr>
        <p:spPr>
          <a:xfrm rot="3528902">
            <a:off x="10091157" y="-2064906"/>
            <a:ext cx="15756576" cy="15756576"/>
          </a:xfrm>
          <a:custGeom>
            <a:avLst/>
            <a:gdLst/>
            <a:ahLst/>
            <a:cxnLst/>
            <a:rect l="l" t="t" r="r" b="b"/>
            <a:pathLst>
              <a:path w="13709384" h="13709384" extrusionOk="0">
                <a:moveTo>
                  <a:pt x="0" y="0"/>
                </a:moveTo>
                <a:lnTo>
                  <a:pt x="13709384" y="0"/>
                </a:lnTo>
                <a:lnTo>
                  <a:pt x="13709384" y="13709384"/>
                </a:lnTo>
                <a:lnTo>
                  <a:pt x="0" y="13709384"/>
                </a:lnTo>
                <a:lnTo>
                  <a:pt x="0" y="0"/>
                </a:lnTo>
                <a:close/>
              </a:path>
            </a:pathLst>
          </a:custGeom>
          <a:blipFill rotWithShape="1">
            <a:blip r:embed="rId3">
              <a:alphaModFix amt="35000"/>
            </a:blip>
            <a:stretch>
              <a:fillRect/>
            </a:stretch>
          </a:blipFill>
          <a:ln>
            <a:noFill/>
          </a:ln>
        </p:spPr>
      </p:sp>
      <p:sp>
        <p:nvSpPr>
          <p:cNvPr id="145" name="Google Shape;145;p3"/>
          <p:cNvSpPr txBox="1"/>
          <p:nvPr/>
        </p:nvSpPr>
        <p:spPr>
          <a:xfrm>
            <a:off x="438150" y="1296502"/>
            <a:ext cx="20198715" cy="2442335"/>
          </a:xfrm>
          <a:prstGeom prst="rect">
            <a:avLst/>
          </a:prstGeom>
          <a:noFill/>
          <a:ln>
            <a:noFill/>
          </a:ln>
        </p:spPr>
        <p:txBody>
          <a:bodyPr spcFirstLastPara="1" wrap="square" lIns="0" tIns="0" rIns="0" bIns="0" anchor="t" anchorCtr="0">
            <a:spAutoFit/>
          </a:bodyPr>
          <a:lstStyle/>
          <a:p>
            <a:pPr algn="ctr"/>
            <a:r>
              <a:rPr lang="en-US" sz="15871" b="1" dirty="0">
                <a:solidFill>
                  <a:srgbClr val="004AAD"/>
                </a:solidFill>
                <a:latin typeface="Barlow"/>
                <a:ea typeface="Montserrat"/>
                <a:cs typeface="Montserrat"/>
                <a:sym typeface="Montserrat"/>
              </a:rPr>
              <a:t>R</a:t>
            </a:r>
            <a:r>
              <a:rPr lang="en-US" sz="8280" b="1" dirty="0">
                <a:solidFill>
                  <a:srgbClr val="004AAD"/>
                </a:solidFill>
                <a:latin typeface="Barlow"/>
                <a:ea typeface="Montserrat"/>
                <a:cs typeface="Montserrat"/>
                <a:sym typeface="Montserrat"/>
              </a:rPr>
              <a:t>ESPECT   AND</a:t>
            </a:r>
            <a:r>
              <a:rPr lang="en-US" sz="10120" b="1" dirty="0">
                <a:solidFill>
                  <a:srgbClr val="004AAD"/>
                </a:solidFill>
                <a:latin typeface="Barlow"/>
                <a:ea typeface="Montserrat"/>
                <a:cs typeface="Montserrat"/>
                <a:sym typeface="Montserrat"/>
              </a:rPr>
              <a:t>  </a:t>
            </a:r>
            <a:r>
              <a:rPr lang="en-US" sz="15871" b="1" dirty="0">
                <a:solidFill>
                  <a:srgbClr val="004AAD"/>
                </a:solidFill>
                <a:latin typeface="Barlow"/>
                <a:ea typeface="Montserrat"/>
                <a:cs typeface="Montserrat"/>
                <a:sym typeface="Montserrat"/>
              </a:rPr>
              <a:t>R</a:t>
            </a:r>
            <a:r>
              <a:rPr lang="en-US" sz="8280" b="1" dirty="0">
                <a:solidFill>
                  <a:srgbClr val="004AAD"/>
                </a:solidFill>
                <a:latin typeface="Barlow"/>
                <a:ea typeface="Montserrat"/>
                <a:cs typeface="Montserrat"/>
                <a:sym typeface="Montserrat"/>
              </a:rPr>
              <a:t>ESPONSIBILITY</a:t>
            </a:r>
            <a:endParaRPr lang="en-US" sz="10120" b="1" dirty="0">
              <a:solidFill>
                <a:srgbClr val="004AAD"/>
              </a:solidFill>
              <a:latin typeface="Barlow"/>
              <a:ea typeface="Montserrat"/>
              <a:cs typeface="Montserrat"/>
              <a:sym typeface="Montserrat"/>
            </a:endParaRPr>
          </a:p>
        </p:txBody>
      </p:sp>
      <p:sp>
        <p:nvSpPr>
          <p:cNvPr id="146" name="Google Shape;146;p3"/>
          <p:cNvSpPr txBox="1"/>
          <p:nvPr/>
        </p:nvSpPr>
        <p:spPr>
          <a:xfrm>
            <a:off x="438150" y="4393328"/>
            <a:ext cx="9310688" cy="5134739"/>
          </a:xfrm>
          <a:prstGeom prst="rect">
            <a:avLst/>
          </a:prstGeom>
          <a:noFill/>
          <a:ln>
            <a:noFill/>
          </a:ln>
        </p:spPr>
        <p:txBody>
          <a:bodyPr spcFirstLastPara="1" wrap="square" lIns="0" tIns="0" rIns="0" bIns="0" anchor="t" anchorCtr="0">
            <a:spAutoFit/>
          </a:bodyPr>
          <a:lstStyle/>
          <a:p>
            <a:pPr marL="788704" indent="-788704">
              <a:spcBef>
                <a:spcPts val="1380"/>
              </a:spcBef>
              <a:buFont typeface="Arial" pitchFamily="34" charset="0"/>
              <a:buChar char="•"/>
            </a:pPr>
            <a:r>
              <a:rPr lang="en-US" sz="4600" dirty="0">
                <a:latin typeface="Montserrat" charset="0"/>
              </a:rPr>
              <a:t>Respecting the rights and </a:t>
            </a:r>
            <a:r>
              <a:rPr lang="en-US" sz="4600" dirty="0" smtClean="0">
                <a:latin typeface="Montserrat" charset="0"/>
              </a:rPr>
              <a:t>interest </a:t>
            </a:r>
            <a:r>
              <a:rPr lang="en-US" sz="4600" dirty="0">
                <a:latin typeface="Montserrat" charset="0"/>
              </a:rPr>
              <a:t>of all members and collaborators. As well as building and maintaining a positive relationship with the clients, regulatory body, and the community.</a:t>
            </a:r>
          </a:p>
        </p:txBody>
      </p:sp>
      <p:sp>
        <p:nvSpPr>
          <p:cNvPr id="147" name="Google Shape;147;p3"/>
          <p:cNvSpPr/>
          <p:nvPr/>
        </p:nvSpPr>
        <p:spPr>
          <a:xfrm rot="8532779" flipH="1">
            <a:off x="-3107943" y="9052128"/>
            <a:ext cx="7735938" cy="6287209"/>
          </a:xfrm>
          <a:custGeom>
            <a:avLst/>
            <a:gdLst/>
            <a:ahLst/>
            <a:cxnLst/>
            <a:rect l="l" t="t" r="r" b="b"/>
            <a:pathLst>
              <a:path w="6729406" h="5469172" extrusionOk="0">
                <a:moveTo>
                  <a:pt x="6729406" y="0"/>
                </a:moveTo>
                <a:lnTo>
                  <a:pt x="0" y="0"/>
                </a:lnTo>
                <a:lnTo>
                  <a:pt x="0" y="5469172"/>
                </a:lnTo>
                <a:lnTo>
                  <a:pt x="6729406" y="5469172"/>
                </a:lnTo>
                <a:lnTo>
                  <a:pt x="6729406" y="0"/>
                </a:lnTo>
                <a:close/>
              </a:path>
            </a:pathLst>
          </a:custGeom>
          <a:blipFill rotWithShape="1">
            <a:blip r:embed="rId4">
              <a:alphaModFix amt="50000"/>
            </a:blip>
            <a:stretch>
              <a:fillRect/>
            </a:stretch>
          </a:blipFill>
          <a:ln>
            <a:noFill/>
          </a:ln>
        </p:spPr>
      </p:sp>
      <p:sp>
        <p:nvSpPr>
          <p:cNvPr id="15" name="Google Shape;146;p3"/>
          <p:cNvSpPr txBox="1"/>
          <p:nvPr/>
        </p:nvSpPr>
        <p:spPr>
          <a:xfrm>
            <a:off x="10537508" y="3992422"/>
            <a:ext cx="9661208" cy="7966283"/>
          </a:xfrm>
          <a:prstGeom prst="rect">
            <a:avLst/>
          </a:prstGeom>
          <a:noFill/>
          <a:ln>
            <a:noFill/>
          </a:ln>
        </p:spPr>
        <p:txBody>
          <a:bodyPr spcFirstLastPara="1" wrap="square" lIns="0" tIns="0" rIns="0" bIns="0" anchor="t" anchorCtr="0">
            <a:spAutoFit/>
          </a:bodyPr>
          <a:lstStyle/>
          <a:p>
            <a:pPr marL="788704" indent="-788704">
              <a:spcBef>
                <a:spcPts val="1380"/>
              </a:spcBef>
              <a:buFont typeface="Arial" pitchFamily="34" charset="0"/>
              <a:buChar char="•"/>
            </a:pPr>
            <a:r>
              <a:rPr lang="en-US" sz="4600" dirty="0">
                <a:latin typeface="Montserrat" charset="0"/>
              </a:rPr>
              <a:t>We aim for the company and organization to operate in full compliance with legal regulations and industry-specific guidelines. We monitor the internal policies and bylaws. In the event of regulatory risks or misconduct, we aim to address concerns and find solutions to these challenges.</a:t>
            </a:r>
          </a:p>
        </p:txBody>
      </p:sp>
      <p:grpSp>
        <p:nvGrpSpPr>
          <p:cNvPr id="7" name="Google Shape;99;p2"/>
          <p:cNvGrpSpPr/>
          <p:nvPr/>
        </p:nvGrpSpPr>
        <p:grpSpPr>
          <a:xfrm>
            <a:off x="182327" y="10554880"/>
            <a:ext cx="4592487" cy="2537212"/>
            <a:chOff x="11738152" y="7002834"/>
            <a:chExt cx="3993467" cy="2206272"/>
          </a:xfrm>
        </p:grpSpPr>
        <p:pic>
          <p:nvPicPr>
            <p:cNvPr id="8" name="Google Shape;100;p2" descr="A close up of a sign&#10;&#10;Description automatically generated"/>
            <p:cNvPicPr preferRelativeResize="0"/>
            <p:nvPr/>
          </p:nvPicPr>
          <p:blipFill rotWithShape="1">
            <a:blip r:embed="rId5">
              <a:alphaModFix/>
            </a:blip>
            <a:srcRect t="11570" b="11539"/>
            <a:stretch/>
          </p:blipFill>
          <p:spPr>
            <a:xfrm>
              <a:off x="12930350" y="7277100"/>
              <a:ext cx="977894" cy="757410"/>
            </a:xfrm>
            <a:prstGeom prst="rect">
              <a:avLst/>
            </a:prstGeom>
            <a:noFill/>
            <a:ln>
              <a:noFill/>
            </a:ln>
          </p:spPr>
        </p:pic>
        <p:sp>
          <p:nvSpPr>
            <p:cNvPr id="9"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0"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13109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3"/>
          <p:cNvSpPr/>
          <p:nvPr/>
        </p:nvSpPr>
        <p:spPr>
          <a:xfrm rot="3528902">
            <a:off x="10091157" y="-2064906"/>
            <a:ext cx="15756576" cy="15756576"/>
          </a:xfrm>
          <a:custGeom>
            <a:avLst/>
            <a:gdLst/>
            <a:ahLst/>
            <a:cxnLst/>
            <a:rect l="l" t="t" r="r" b="b"/>
            <a:pathLst>
              <a:path w="13709384" h="13709384" extrusionOk="0">
                <a:moveTo>
                  <a:pt x="0" y="0"/>
                </a:moveTo>
                <a:lnTo>
                  <a:pt x="13709384" y="0"/>
                </a:lnTo>
                <a:lnTo>
                  <a:pt x="13709384" y="13709384"/>
                </a:lnTo>
                <a:lnTo>
                  <a:pt x="0" y="13709384"/>
                </a:lnTo>
                <a:lnTo>
                  <a:pt x="0" y="0"/>
                </a:lnTo>
                <a:close/>
              </a:path>
            </a:pathLst>
          </a:custGeom>
          <a:blipFill rotWithShape="1">
            <a:blip r:embed="rId3">
              <a:alphaModFix amt="35000"/>
            </a:blip>
            <a:stretch>
              <a:fillRect/>
            </a:stretch>
          </a:blipFill>
          <a:ln>
            <a:noFill/>
          </a:ln>
        </p:spPr>
      </p:sp>
      <p:sp>
        <p:nvSpPr>
          <p:cNvPr id="145" name="Google Shape;145;p3"/>
          <p:cNvSpPr txBox="1"/>
          <p:nvPr/>
        </p:nvSpPr>
        <p:spPr>
          <a:xfrm>
            <a:off x="438150" y="2107081"/>
            <a:ext cx="20198715" cy="2035301"/>
          </a:xfrm>
          <a:prstGeom prst="rect">
            <a:avLst/>
          </a:prstGeom>
          <a:noFill/>
          <a:ln>
            <a:noFill/>
          </a:ln>
        </p:spPr>
        <p:txBody>
          <a:bodyPr spcFirstLastPara="1" wrap="square" lIns="0" tIns="0" rIns="0" bIns="0" anchor="t" anchorCtr="0">
            <a:spAutoFit/>
          </a:bodyPr>
          <a:lstStyle/>
          <a:p>
            <a:pPr algn="ctr"/>
            <a:r>
              <a:rPr lang="en-US" sz="13226" b="1" dirty="0">
                <a:solidFill>
                  <a:srgbClr val="004AAD"/>
                </a:solidFill>
                <a:latin typeface="Barlow"/>
                <a:ea typeface="Montserrat"/>
                <a:cs typeface="Montserrat"/>
                <a:sym typeface="Montserrat"/>
              </a:rPr>
              <a:t>E</a:t>
            </a:r>
            <a:r>
              <a:rPr lang="en-US" sz="7590" b="1" dirty="0">
                <a:solidFill>
                  <a:srgbClr val="004AAD"/>
                </a:solidFill>
                <a:latin typeface="Barlow"/>
                <a:ea typeface="Montserrat"/>
                <a:cs typeface="Montserrat"/>
                <a:sym typeface="Montserrat"/>
              </a:rPr>
              <a:t>DUCATION AND</a:t>
            </a:r>
            <a:r>
              <a:rPr lang="en-US" sz="8280" b="1" dirty="0">
                <a:solidFill>
                  <a:srgbClr val="004AAD"/>
                </a:solidFill>
                <a:latin typeface="Barlow"/>
                <a:ea typeface="Montserrat"/>
                <a:cs typeface="Montserrat"/>
                <a:sym typeface="Montserrat"/>
              </a:rPr>
              <a:t> </a:t>
            </a:r>
            <a:r>
              <a:rPr lang="en-US" sz="13226" b="1" dirty="0">
                <a:solidFill>
                  <a:srgbClr val="004AAD"/>
                </a:solidFill>
                <a:latin typeface="Barlow"/>
                <a:ea typeface="Montserrat"/>
                <a:cs typeface="Montserrat"/>
                <a:sym typeface="Montserrat"/>
              </a:rPr>
              <a:t>E</a:t>
            </a:r>
            <a:r>
              <a:rPr lang="en-US" sz="7590" b="1" dirty="0">
                <a:solidFill>
                  <a:srgbClr val="004AAD"/>
                </a:solidFill>
                <a:latin typeface="Barlow"/>
                <a:ea typeface="Montserrat"/>
                <a:cs typeface="Montserrat"/>
                <a:sym typeface="Montserrat"/>
              </a:rPr>
              <a:t>MPOWERMENT</a:t>
            </a:r>
            <a:endParaRPr lang="en-US" sz="10120" b="1" dirty="0">
              <a:solidFill>
                <a:srgbClr val="004AAD"/>
              </a:solidFill>
              <a:latin typeface="Barlow"/>
              <a:ea typeface="Montserrat"/>
              <a:cs typeface="Montserrat"/>
              <a:sym typeface="Montserrat"/>
            </a:endParaRPr>
          </a:p>
        </p:txBody>
      </p:sp>
      <p:sp>
        <p:nvSpPr>
          <p:cNvPr id="146" name="Google Shape;146;p3"/>
          <p:cNvSpPr txBox="1"/>
          <p:nvPr/>
        </p:nvSpPr>
        <p:spPr>
          <a:xfrm>
            <a:off x="1708785" y="4921715"/>
            <a:ext cx="17657445" cy="4002121"/>
          </a:xfrm>
          <a:prstGeom prst="rect">
            <a:avLst/>
          </a:prstGeom>
          <a:noFill/>
          <a:ln>
            <a:noFill/>
          </a:ln>
        </p:spPr>
        <p:txBody>
          <a:bodyPr spcFirstLastPara="1" wrap="square" lIns="0" tIns="0" rIns="0" bIns="0" anchor="t" anchorCtr="0">
            <a:spAutoFit/>
          </a:bodyPr>
          <a:lstStyle/>
          <a:p>
            <a:pPr algn="just">
              <a:spcBef>
                <a:spcPts val="1380"/>
              </a:spcBef>
            </a:pPr>
            <a:r>
              <a:rPr lang="en-US" sz="6210" dirty="0">
                <a:latin typeface="Montserrat" charset="0"/>
              </a:rPr>
              <a:t>Empowering our Team and clients through education on compliance and regulatory matters and by facilitating a culture of accountability, awareness, and knowledge.</a:t>
            </a:r>
          </a:p>
        </p:txBody>
      </p:sp>
      <p:sp>
        <p:nvSpPr>
          <p:cNvPr id="147" name="Google Shape;147;p3"/>
          <p:cNvSpPr/>
          <p:nvPr/>
        </p:nvSpPr>
        <p:spPr>
          <a:xfrm rot="8532779" flipH="1">
            <a:off x="-3107943" y="9052128"/>
            <a:ext cx="7735938" cy="6287209"/>
          </a:xfrm>
          <a:custGeom>
            <a:avLst/>
            <a:gdLst/>
            <a:ahLst/>
            <a:cxnLst/>
            <a:rect l="l" t="t" r="r" b="b"/>
            <a:pathLst>
              <a:path w="6729406" h="5469172" extrusionOk="0">
                <a:moveTo>
                  <a:pt x="6729406" y="0"/>
                </a:moveTo>
                <a:lnTo>
                  <a:pt x="0" y="0"/>
                </a:lnTo>
                <a:lnTo>
                  <a:pt x="0" y="5469172"/>
                </a:lnTo>
                <a:lnTo>
                  <a:pt x="6729406" y="5469172"/>
                </a:lnTo>
                <a:lnTo>
                  <a:pt x="6729406" y="0"/>
                </a:lnTo>
                <a:close/>
              </a:path>
            </a:pathLst>
          </a:custGeom>
          <a:blipFill rotWithShape="1">
            <a:blip r:embed="rId4">
              <a:alphaModFix amt="50000"/>
            </a:blip>
            <a:stretch>
              <a:fillRect/>
            </a:stretch>
          </a:blipFill>
          <a:ln>
            <a:noFill/>
          </a:ln>
        </p:spPr>
      </p:sp>
      <p:grpSp>
        <p:nvGrpSpPr>
          <p:cNvPr id="6" name="Google Shape;99;p2"/>
          <p:cNvGrpSpPr/>
          <p:nvPr/>
        </p:nvGrpSpPr>
        <p:grpSpPr>
          <a:xfrm>
            <a:off x="16553198" y="10146151"/>
            <a:ext cx="4592487" cy="2537212"/>
            <a:chOff x="11738152" y="7002834"/>
            <a:chExt cx="3993467" cy="2206272"/>
          </a:xfrm>
        </p:grpSpPr>
        <p:pic>
          <p:nvPicPr>
            <p:cNvPr id="7" name="Google Shape;100;p2" descr="A close up of a sign&#10;&#10;Description automatically generated"/>
            <p:cNvPicPr preferRelativeResize="0"/>
            <p:nvPr/>
          </p:nvPicPr>
          <p:blipFill rotWithShape="1">
            <a:blip r:embed="rId5">
              <a:alphaModFix/>
            </a:blip>
            <a:srcRect t="11570" b="11539"/>
            <a:stretch/>
          </p:blipFill>
          <p:spPr>
            <a:xfrm>
              <a:off x="12930350" y="7277100"/>
              <a:ext cx="977894" cy="757410"/>
            </a:xfrm>
            <a:prstGeom prst="rect">
              <a:avLst/>
            </a:prstGeom>
            <a:noFill/>
            <a:ln>
              <a:noFill/>
            </a:ln>
          </p:spPr>
        </p:pic>
        <p:sp>
          <p:nvSpPr>
            <p:cNvPr id="8"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9"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17021964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3"/>
          <p:cNvSpPr txBox="1"/>
          <p:nvPr/>
        </p:nvSpPr>
        <p:spPr>
          <a:xfrm>
            <a:off x="6218" y="620299"/>
            <a:ext cx="20023455" cy="2123658"/>
          </a:xfrm>
          <a:prstGeom prst="rect">
            <a:avLst/>
          </a:prstGeom>
          <a:noFill/>
          <a:ln>
            <a:noFill/>
          </a:ln>
        </p:spPr>
        <p:txBody>
          <a:bodyPr spcFirstLastPara="1" wrap="square" lIns="0" tIns="0" rIns="0" bIns="0" anchor="t" anchorCtr="0">
            <a:spAutoFit/>
          </a:bodyPr>
          <a:lstStyle/>
          <a:p>
            <a:pPr algn="ctr"/>
            <a:r>
              <a:rPr lang="en-US" sz="6900" b="1" dirty="0">
                <a:solidFill>
                  <a:srgbClr val="004AAD"/>
                </a:solidFill>
                <a:latin typeface="Barlow"/>
                <a:ea typeface="Barlow"/>
                <a:cs typeface="Barlow"/>
                <a:sym typeface="Barlow"/>
              </a:rPr>
              <a:t>CONSULTARE INC GROUP COMPLIANCE SERVICES</a:t>
            </a:r>
            <a:endParaRPr sz="6900" dirty="0">
              <a:latin typeface="Barlow"/>
              <a:ea typeface="Barlow"/>
              <a:cs typeface="Barlow"/>
              <a:sym typeface="Barlow"/>
            </a:endParaRPr>
          </a:p>
        </p:txBody>
      </p:sp>
      <p:sp>
        <p:nvSpPr>
          <p:cNvPr id="99" name="Google Shape;99;p13"/>
          <p:cNvSpPr txBox="1"/>
          <p:nvPr/>
        </p:nvSpPr>
        <p:spPr>
          <a:xfrm>
            <a:off x="1275638" y="4750338"/>
            <a:ext cx="18479925" cy="7538987"/>
          </a:xfrm>
          <a:prstGeom prst="rect">
            <a:avLst/>
          </a:prstGeom>
          <a:noFill/>
          <a:ln>
            <a:noFill/>
          </a:ln>
        </p:spPr>
        <p:txBody>
          <a:bodyPr spcFirstLastPara="1" wrap="square" lIns="0" tIns="0" rIns="0" bIns="0" anchor="t" anchorCtr="0">
            <a:spAutoFit/>
          </a:bodyPr>
          <a:lstStyle/>
          <a:p>
            <a:r>
              <a:rPr lang="en-US" sz="2760" b="1" u="sng" dirty="0">
                <a:solidFill>
                  <a:srgbClr val="2E2E2E"/>
                </a:solidFill>
                <a:latin typeface="Montserrat"/>
                <a:ea typeface="Montserrat"/>
                <a:cs typeface="Montserrat"/>
                <a:sym typeface="Montserrat"/>
              </a:rPr>
              <a:t>Set-Up</a:t>
            </a:r>
            <a:endParaRPr sz="1907" dirty="0"/>
          </a:p>
          <a:p>
            <a:r>
              <a:rPr lang="en-US" sz="2530" dirty="0">
                <a:solidFill>
                  <a:srgbClr val="2E2E2E"/>
                </a:solidFill>
                <a:latin typeface="Montserrat"/>
                <a:ea typeface="Montserrat"/>
                <a:cs typeface="Montserrat"/>
                <a:sym typeface="Montserrat"/>
              </a:rPr>
              <a:t>Where we cover the complete set-up of your programs, policies, procedures, forms for record, and training material requirements development and customization for use in complying with the Compliance, Certification, and Regulatory Requirements. </a:t>
            </a:r>
            <a:endParaRPr sz="1907" dirty="0"/>
          </a:p>
          <a:p>
            <a:endParaRPr sz="2530" dirty="0">
              <a:solidFill>
                <a:srgbClr val="2E2E2E"/>
              </a:solidFill>
              <a:latin typeface="Montserrat"/>
              <a:ea typeface="Montserrat"/>
              <a:cs typeface="Montserrat"/>
              <a:sym typeface="Montserrat"/>
            </a:endParaRPr>
          </a:p>
          <a:p>
            <a:r>
              <a:rPr lang="en-US" sz="2760" b="1" u="sng" dirty="0">
                <a:solidFill>
                  <a:srgbClr val="2E2E2E"/>
                </a:solidFill>
                <a:latin typeface="Montserrat"/>
                <a:ea typeface="Montserrat"/>
                <a:cs typeface="Montserrat"/>
                <a:sym typeface="Montserrat"/>
              </a:rPr>
              <a:t>SOPKing.com</a:t>
            </a:r>
            <a:endParaRPr sz="1907" dirty="0"/>
          </a:p>
          <a:p>
            <a:r>
              <a:rPr lang="en-US" sz="2530" dirty="0">
                <a:solidFill>
                  <a:srgbClr val="2E2E2E"/>
                </a:solidFill>
                <a:latin typeface="Montserrat"/>
                <a:ea typeface="Montserrat"/>
                <a:cs typeface="Montserrat"/>
                <a:sym typeface="Montserrat"/>
              </a:rPr>
              <a:t>Provides D-I-Y (Do It Yourself) templates for any process through Accreditation, Certification, and Regulatory Requirements. </a:t>
            </a:r>
            <a:endParaRPr sz="1907" dirty="0"/>
          </a:p>
          <a:p>
            <a:endParaRPr sz="2530" dirty="0">
              <a:solidFill>
                <a:srgbClr val="2E2E2E"/>
              </a:solidFill>
              <a:latin typeface="Montserrat"/>
              <a:ea typeface="Montserrat"/>
              <a:cs typeface="Montserrat"/>
              <a:sym typeface="Montserrat"/>
            </a:endParaRPr>
          </a:p>
          <a:p>
            <a:r>
              <a:rPr lang="en-US" sz="2760" b="1" u="sng" dirty="0">
                <a:solidFill>
                  <a:srgbClr val="2E2E2E"/>
                </a:solidFill>
                <a:latin typeface="Montserrat"/>
                <a:ea typeface="Montserrat"/>
                <a:cs typeface="Montserrat"/>
                <a:sym typeface="Montserrat"/>
              </a:rPr>
              <a:t>Software </a:t>
            </a:r>
            <a:endParaRPr sz="1907" dirty="0"/>
          </a:p>
          <a:p>
            <a:r>
              <a:rPr lang="en-US" sz="2530" dirty="0" err="1">
                <a:solidFill>
                  <a:srgbClr val="2E2E2E"/>
                </a:solidFill>
                <a:latin typeface="Montserrat"/>
                <a:ea typeface="Montserrat"/>
                <a:cs typeface="Montserrat"/>
                <a:sym typeface="Montserrat"/>
              </a:rPr>
              <a:t>InterlinkIQ</a:t>
            </a:r>
            <a:r>
              <a:rPr lang="en-US" sz="2530" dirty="0">
                <a:solidFill>
                  <a:srgbClr val="2E2E2E"/>
                </a:solidFill>
                <a:latin typeface="Montserrat"/>
                <a:ea typeface="Montserrat"/>
                <a:cs typeface="Montserrat"/>
                <a:sym typeface="Montserrat"/>
              </a:rPr>
              <a:t> connects technologies and services that enable enterprises and users to interlink their activities and processes such as: Customer &amp; Supplier Requirements, Document Sharing, Inventory Management, Production Planning, Product Release, Formulation, Master Manufacturing Records, Traceability, Employees Assigned Duties, QC Forms, SOPs, Training Materials, and System Software.</a:t>
            </a:r>
            <a:endParaRPr sz="1907" dirty="0"/>
          </a:p>
          <a:p>
            <a:endParaRPr sz="2530" dirty="0">
              <a:solidFill>
                <a:srgbClr val="2E2E2E"/>
              </a:solidFill>
              <a:latin typeface="Montserrat"/>
              <a:ea typeface="Montserrat"/>
              <a:cs typeface="Montserrat"/>
              <a:sym typeface="Montserrat"/>
            </a:endParaRPr>
          </a:p>
          <a:p>
            <a:r>
              <a:rPr lang="en-US" sz="2760" b="1" u="sng" dirty="0">
                <a:solidFill>
                  <a:srgbClr val="2E2E2E"/>
                </a:solidFill>
                <a:latin typeface="Montserrat"/>
                <a:ea typeface="Montserrat"/>
                <a:cs typeface="Montserrat"/>
                <a:sym typeface="Montserrat"/>
              </a:rPr>
              <a:t>Services (End-to-End/ Support)</a:t>
            </a:r>
            <a:endParaRPr sz="2530" b="1" u="sng" dirty="0">
              <a:solidFill>
                <a:srgbClr val="2E2E2E"/>
              </a:solidFill>
              <a:latin typeface="Montserrat"/>
              <a:ea typeface="Montserrat"/>
              <a:cs typeface="Montserrat"/>
              <a:sym typeface="Montserrat"/>
            </a:endParaRPr>
          </a:p>
          <a:p>
            <a:r>
              <a:rPr lang="en-US" sz="2530" dirty="0">
                <a:solidFill>
                  <a:srgbClr val="2E2E2E"/>
                </a:solidFill>
                <a:latin typeface="Montserrat"/>
                <a:ea typeface="Montserrat"/>
                <a:cs typeface="Montserrat"/>
                <a:sym typeface="Montserrat"/>
              </a:rPr>
              <a:t>Covers engagement on a monthly basis and is designed to provide full and support assistance in complying with Regulatory, Accreditation, and Certification requirements.</a:t>
            </a:r>
            <a:endParaRPr sz="1907" dirty="0"/>
          </a:p>
          <a:p>
            <a:endParaRPr sz="2530" dirty="0">
              <a:solidFill>
                <a:srgbClr val="2E2E2E"/>
              </a:solidFill>
              <a:latin typeface="Montserrat"/>
              <a:ea typeface="Montserrat"/>
              <a:cs typeface="Montserrat"/>
              <a:sym typeface="Montserrat"/>
            </a:endParaRPr>
          </a:p>
        </p:txBody>
      </p:sp>
      <p:sp>
        <p:nvSpPr>
          <p:cNvPr id="100" name="Google Shape;100;p13"/>
          <p:cNvSpPr/>
          <p:nvPr/>
        </p:nvSpPr>
        <p:spPr>
          <a:xfrm rot="8243363" flipH="1">
            <a:off x="-2476665" y="8046347"/>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101" name="Google Shape;101;p13"/>
          <p:cNvSpPr/>
          <p:nvPr/>
        </p:nvSpPr>
        <p:spPr>
          <a:xfrm rot="6144277">
            <a:off x="9890728" y="-1035097"/>
            <a:ext cx="20277890" cy="20277890"/>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2" name="Google Shape;102;p13"/>
          <p:cNvSpPr/>
          <p:nvPr/>
        </p:nvSpPr>
        <p:spPr>
          <a:xfrm rot="2463080">
            <a:off x="-10744138" y="-3576761"/>
            <a:ext cx="14731331" cy="10164757"/>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
        <p:nvSpPr>
          <p:cNvPr id="103" name="Google Shape;103;p13"/>
          <p:cNvSpPr txBox="1"/>
          <p:nvPr/>
        </p:nvSpPr>
        <p:spPr>
          <a:xfrm>
            <a:off x="1184728" y="3319986"/>
            <a:ext cx="17073778" cy="1132618"/>
          </a:xfrm>
          <a:prstGeom prst="rect">
            <a:avLst/>
          </a:prstGeom>
          <a:noFill/>
          <a:ln>
            <a:noFill/>
          </a:ln>
        </p:spPr>
        <p:txBody>
          <a:bodyPr spcFirstLastPara="1" wrap="square" lIns="0" tIns="0" rIns="0" bIns="0" anchor="t" anchorCtr="0">
            <a:spAutoFit/>
          </a:bodyPr>
          <a:lstStyle/>
          <a:p>
            <a:r>
              <a:rPr lang="en-US" sz="7360" b="1" i="1" dirty="0">
                <a:solidFill>
                  <a:schemeClr val="dk1"/>
                </a:solidFill>
                <a:latin typeface="Barlow"/>
                <a:ea typeface="Barlow"/>
                <a:cs typeface="Barlow"/>
                <a:sym typeface="Barlow"/>
              </a:rPr>
              <a:t>What do we offer?</a:t>
            </a:r>
            <a:endParaRPr sz="7360" b="1" i="1" dirty="0">
              <a:solidFill>
                <a:schemeClr val="dk1"/>
              </a:solidFill>
              <a:latin typeface="Barlow"/>
              <a:ea typeface="Barlow"/>
              <a:cs typeface="Barlow"/>
              <a:sym typeface="Barlow"/>
            </a:endParaRPr>
          </a:p>
        </p:txBody>
      </p:sp>
    </p:spTree>
    <p:extLst>
      <p:ext uri="{BB962C8B-B14F-4D97-AF65-F5344CB8AC3E}">
        <p14:creationId xmlns:p14="http://schemas.microsoft.com/office/powerpoint/2010/main" val="296457218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7"/>
          <p:cNvSpPr/>
          <p:nvPr/>
        </p:nvSpPr>
        <p:spPr>
          <a:xfrm rot="4408728">
            <a:off x="7430407" y="-4326937"/>
            <a:ext cx="18270441" cy="18270441"/>
          </a:xfrm>
          <a:custGeom>
            <a:avLst/>
            <a:gdLst/>
            <a:ahLst/>
            <a:cxnLst/>
            <a:rect l="l" t="t" r="r" b="b"/>
            <a:pathLst>
              <a:path w="15887340" h="15887340" extrusionOk="0">
                <a:moveTo>
                  <a:pt x="0" y="0"/>
                </a:moveTo>
                <a:lnTo>
                  <a:pt x="15887341" y="0"/>
                </a:lnTo>
                <a:lnTo>
                  <a:pt x="15887341" y="15887340"/>
                </a:lnTo>
                <a:lnTo>
                  <a:pt x="0" y="15887340"/>
                </a:lnTo>
                <a:lnTo>
                  <a:pt x="0" y="0"/>
                </a:lnTo>
                <a:close/>
              </a:path>
            </a:pathLst>
          </a:custGeom>
          <a:blipFill rotWithShape="1">
            <a:blip r:embed="rId3">
              <a:alphaModFix amt="35000"/>
            </a:blip>
            <a:stretch>
              <a:fillRect/>
            </a:stretch>
          </a:blipFill>
          <a:ln>
            <a:noFill/>
          </a:ln>
        </p:spPr>
      </p:sp>
      <p:sp>
        <p:nvSpPr>
          <p:cNvPr id="165" name="Google Shape;165;p7"/>
          <p:cNvSpPr/>
          <p:nvPr/>
        </p:nvSpPr>
        <p:spPr>
          <a:xfrm rot="148401" flipH="1">
            <a:off x="17592357" y="1385492"/>
            <a:ext cx="7738817" cy="6289548"/>
          </a:xfrm>
          <a:custGeom>
            <a:avLst/>
            <a:gdLst/>
            <a:ahLst/>
            <a:cxnLst/>
            <a:rect l="l" t="t" r="r" b="b"/>
            <a:pathLst>
              <a:path w="6729406" h="5469172" extrusionOk="0">
                <a:moveTo>
                  <a:pt x="6729406" y="0"/>
                </a:moveTo>
                <a:lnTo>
                  <a:pt x="0" y="0"/>
                </a:lnTo>
                <a:lnTo>
                  <a:pt x="0" y="5469172"/>
                </a:lnTo>
                <a:lnTo>
                  <a:pt x="6729406" y="5469172"/>
                </a:lnTo>
                <a:lnTo>
                  <a:pt x="6729406" y="0"/>
                </a:lnTo>
                <a:close/>
              </a:path>
            </a:pathLst>
          </a:custGeom>
          <a:blipFill rotWithShape="1">
            <a:blip r:embed="rId4">
              <a:alphaModFix/>
            </a:blip>
            <a:stretch>
              <a:fillRect/>
            </a:stretch>
          </a:blipFill>
          <a:ln>
            <a:noFill/>
          </a:ln>
        </p:spPr>
      </p:sp>
      <p:sp>
        <p:nvSpPr>
          <p:cNvPr id="172" name="Google Shape;172;p7"/>
          <p:cNvSpPr txBox="1"/>
          <p:nvPr/>
        </p:nvSpPr>
        <p:spPr>
          <a:xfrm>
            <a:off x="481962" y="1606074"/>
            <a:ext cx="12158667" cy="1911292"/>
          </a:xfrm>
          <a:prstGeom prst="rect">
            <a:avLst/>
          </a:prstGeom>
          <a:noFill/>
          <a:ln>
            <a:noFill/>
          </a:ln>
        </p:spPr>
        <p:txBody>
          <a:bodyPr spcFirstLastPara="1" wrap="square" lIns="0" tIns="0" rIns="0" bIns="0" anchor="t" anchorCtr="0">
            <a:spAutoFit/>
          </a:bodyPr>
          <a:lstStyle/>
          <a:p>
            <a:pPr lvl="0" algn="ctr"/>
            <a:r>
              <a:rPr lang="en-US" sz="6210" dirty="0">
                <a:solidFill>
                  <a:srgbClr val="004AAD"/>
                </a:solidFill>
                <a:latin typeface="Montserrat"/>
                <a:ea typeface="Montserrat"/>
                <a:cs typeface="Montserrat"/>
                <a:sym typeface="Montserrat"/>
              </a:rPr>
              <a:t>“Where process meets industry connectivity”</a:t>
            </a:r>
            <a:endParaRPr sz="920" dirty="0"/>
          </a:p>
        </p:txBody>
      </p:sp>
      <p:sp>
        <p:nvSpPr>
          <p:cNvPr id="173" name="Google Shape;173;p7"/>
          <p:cNvSpPr txBox="1"/>
          <p:nvPr/>
        </p:nvSpPr>
        <p:spPr>
          <a:xfrm>
            <a:off x="9013138" y="8610800"/>
            <a:ext cx="11786234" cy="3397853"/>
          </a:xfrm>
          <a:prstGeom prst="rect">
            <a:avLst/>
          </a:prstGeom>
          <a:noFill/>
          <a:ln>
            <a:noFill/>
          </a:ln>
        </p:spPr>
        <p:txBody>
          <a:bodyPr spcFirstLastPara="1" wrap="square" lIns="0" tIns="0" rIns="0" bIns="0" anchor="t" anchorCtr="0">
            <a:spAutoFit/>
          </a:bodyPr>
          <a:lstStyle/>
          <a:p>
            <a:pPr lvl="0" algn="ctr"/>
            <a:r>
              <a:rPr lang="en-US" sz="5520" b="1" dirty="0">
                <a:solidFill>
                  <a:srgbClr val="0B5394"/>
                </a:solidFill>
                <a:latin typeface="Montserrat"/>
                <a:ea typeface="Montserrat"/>
                <a:cs typeface="Montserrat"/>
                <a:sym typeface="Montserrat"/>
              </a:rPr>
              <a:t>Developed for “You”, the owner, entrepreneur, operator, the agent in charge of a facility or process, the practitioner</a:t>
            </a:r>
            <a:endParaRPr lang="en-US" sz="6210" b="1" dirty="0"/>
          </a:p>
        </p:txBody>
      </p:sp>
      <p:sp>
        <p:nvSpPr>
          <p:cNvPr id="174" name="Google Shape;174;p7"/>
          <p:cNvSpPr/>
          <p:nvPr/>
        </p:nvSpPr>
        <p:spPr>
          <a:xfrm rot="1082301">
            <a:off x="-5833498" y="8591334"/>
            <a:ext cx="13718219" cy="9465699"/>
          </a:xfrm>
          <a:custGeom>
            <a:avLst/>
            <a:gdLst/>
            <a:ahLst/>
            <a:cxnLst/>
            <a:rect l="l" t="t" r="r" b="b"/>
            <a:pathLst>
              <a:path w="11928886" h="8231043" extrusionOk="0">
                <a:moveTo>
                  <a:pt x="0" y="0"/>
                </a:moveTo>
                <a:lnTo>
                  <a:pt x="11928886" y="0"/>
                </a:lnTo>
                <a:lnTo>
                  <a:pt x="11928886" y="8231043"/>
                </a:lnTo>
                <a:lnTo>
                  <a:pt x="0" y="8231043"/>
                </a:lnTo>
                <a:lnTo>
                  <a:pt x="0" y="0"/>
                </a:lnTo>
                <a:close/>
              </a:path>
            </a:pathLst>
          </a:custGeom>
          <a:blipFill rotWithShape="1">
            <a:blip r:embed="rId5">
              <a:alphaModFix amt="50000"/>
            </a:blip>
            <a:stretch>
              <a:fillRect/>
            </a:stretch>
          </a:blipFill>
          <a:ln>
            <a:noFill/>
          </a:ln>
        </p:spPr>
      </p:sp>
      <p:pic>
        <p:nvPicPr>
          <p:cNvPr id="25" name="Google Shape;184;p30"/>
          <p:cNvPicPr preferRelativeResize="0"/>
          <p:nvPr/>
        </p:nvPicPr>
        <p:blipFill>
          <a:blip r:embed="rId6">
            <a:alphaModFix/>
          </a:blip>
          <a:stretch>
            <a:fillRect/>
          </a:stretch>
        </p:blipFill>
        <p:spPr>
          <a:xfrm>
            <a:off x="1993583" y="3556281"/>
            <a:ext cx="17022128" cy="5842989"/>
          </a:xfrm>
          <a:prstGeom prst="rect">
            <a:avLst/>
          </a:prstGeom>
          <a:noFill/>
          <a:ln>
            <a:noFill/>
          </a:ln>
        </p:spPr>
      </p:pic>
      <p:grpSp>
        <p:nvGrpSpPr>
          <p:cNvPr id="8" name="Google Shape;99;p2"/>
          <p:cNvGrpSpPr/>
          <p:nvPr/>
        </p:nvGrpSpPr>
        <p:grpSpPr>
          <a:xfrm>
            <a:off x="549626" y="10309724"/>
            <a:ext cx="4592487" cy="2537212"/>
            <a:chOff x="11738152" y="7002834"/>
            <a:chExt cx="3993467" cy="2206272"/>
          </a:xfrm>
        </p:grpSpPr>
        <p:pic>
          <p:nvPicPr>
            <p:cNvPr id="9" name="Google Shape;100;p2" descr="A close up of a sign&#10;&#10;Description automatically generated"/>
            <p:cNvPicPr preferRelativeResize="0"/>
            <p:nvPr/>
          </p:nvPicPr>
          <p:blipFill rotWithShape="1">
            <a:blip r:embed="rId7">
              <a:alphaModFix/>
            </a:blip>
            <a:srcRect t="11570" b="11539"/>
            <a:stretch/>
          </p:blipFill>
          <p:spPr>
            <a:xfrm>
              <a:off x="12930350" y="7277100"/>
              <a:ext cx="977894" cy="757410"/>
            </a:xfrm>
            <a:prstGeom prst="rect">
              <a:avLst/>
            </a:prstGeom>
            <a:noFill/>
            <a:ln>
              <a:noFill/>
            </a:ln>
          </p:spPr>
        </p:pic>
        <p:sp>
          <p:nvSpPr>
            <p:cNvPr id="10"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1"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8"/>
          <p:cNvSpPr/>
          <p:nvPr/>
        </p:nvSpPr>
        <p:spPr>
          <a:xfrm rot="-4073461">
            <a:off x="-10674293" y="-4678019"/>
            <a:ext cx="20260359" cy="20260359"/>
          </a:xfrm>
          <a:custGeom>
            <a:avLst/>
            <a:gdLst/>
            <a:ahLst/>
            <a:cxnLst/>
            <a:rect l="l" t="t" r="r" b="b"/>
            <a:pathLst>
              <a:path w="17617704" h="17617704" extrusionOk="0">
                <a:moveTo>
                  <a:pt x="0" y="0"/>
                </a:moveTo>
                <a:lnTo>
                  <a:pt x="17617703" y="0"/>
                </a:lnTo>
                <a:lnTo>
                  <a:pt x="17617703" y="17617703"/>
                </a:lnTo>
                <a:lnTo>
                  <a:pt x="0" y="17617703"/>
                </a:lnTo>
                <a:lnTo>
                  <a:pt x="0" y="0"/>
                </a:lnTo>
                <a:close/>
              </a:path>
            </a:pathLst>
          </a:custGeom>
          <a:blipFill rotWithShape="1">
            <a:blip r:embed="rId3">
              <a:alphaModFix amt="35000"/>
            </a:blip>
            <a:stretch>
              <a:fillRect/>
            </a:stretch>
          </a:blipFill>
          <a:ln>
            <a:noFill/>
          </a:ln>
        </p:spPr>
      </p:sp>
      <p:sp>
        <p:nvSpPr>
          <p:cNvPr id="183" name="Google Shape;183;p8"/>
          <p:cNvSpPr/>
          <p:nvPr/>
        </p:nvSpPr>
        <p:spPr>
          <a:xfrm rot="-5400000" flipH="1">
            <a:off x="10095509" y="-4288384"/>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4">
              <a:alphaModFix amt="50000"/>
            </a:blip>
            <a:stretch>
              <a:fillRect/>
            </a:stretch>
          </a:blipFill>
          <a:ln>
            <a:noFill/>
          </a:ln>
        </p:spPr>
      </p:sp>
      <p:pic>
        <p:nvPicPr>
          <p:cNvPr id="7" name="Google Shape;191;p31"/>
          <p:cNvPicPr preferRelativeResize="0"/>
          <p:nvPr/>
        </p:nvPicPr>
        <p:blipFill>
          <a:blip r:embed="rId5">
            <a:alphaModFix/>
          </a:blip>
          <a:stretch>
            <a:fillRect/>
          </a:stretch>
        </p:blipFill>
        <p:spPr>
          <a:xfrm>
            <a:off x="5483559" y="1345851"/>
            <a:ext cx="6922770" cy="3439478"/>
          </a:xfrm>
          <a:prstGeom prst="rect">
            <a:avLst/>
          </a:prstGeom>
          <a:noFill/>
          <a:ln>
            <a:noFill/>
          </a:ln>
        </p:spPr>
      </p:pic>
      <p:sp>
        <p:nvSpPr>
          <p:cNvPr id="8" name="Google Shape;189;p31"/>
          <p:cNvSpPr txBox="1">
            <a:spLocks/>
          </p:cNvSpPr>
          <p:nvPr/>
        </p:nvSpPr>
        <p:spPr>
          <a:xfrm>
            <a:off x="153353" y="4122391"/>
            <a:ext cx="19892010" cy="7704972"/>
          </a:xfrm>
          <a:prstGeom prst="rect">
            <a:avLst/>
          </a:prstGeom>
        </p:spPr>
        <p:txBody>
          <a:bodyPr spcFirstLastPara="1" wrap="square" lIns="105139" tIns="105139" rIns="105139" bIns="105139"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62123">
              <a:lnSpc>
                <a:spcPct val="150000"/>
              </a:lnSpc>
              <a:buClr>
                <a:srgbClr val="FFFFFF"/>
              </a:buClr>
              <a:buSzPts val="1380"/>
            </a:pPr>
            <a:endParaRPr lang="en-SG" sz="2760" dirty="0">
              <a:solidFill>
                <a:schemeClr val="tx1"/>
              </a:solidFill>
              <a:latin typeface="Merriweather"/>
              <a:sym typeface="Merriweather"/>
            </a:endParaRPr>
          </a:p>
        </p:txBody>
      </p:sp>
      <p:sp>
        <p:nvSpPr>
          <p:cNvPr id="2" name="TextBox 1"/>
          <p:cNvSpPr txBox="1"/>
          <p:nvPr/>
        </p:nvSpPr>
        <p:spPr>
          <a:xfrm>
            <a:off x="692584" y="4472910"/>
            <a:ext cx="19564552" cy="10936841"/>
          </a:xfrm>
          <a:prstGeom prst="rect">
            <a:avLst/>
          </a:prstGeom>
          <a:noFill/>
        </p:spPr>
        <p:txBody>
          <a:bodyPr wrap="square" numCol="2" rtlCol="0">
            <a:spAutoFit/>
          </a:bodyPr>
          <a:lstStyle/>
          <a:p>
            <a:pPr marL="328627" indent="-328627">
              <a:buFont typeface="Arial" pitchFamily="34" charset="0"/>
              <a:buChar char="•"/>
            </a:pPr>
            <a:r>
              <a:rPr lang="en-SG" sz="3680" dirty="0"/>
              <a:t>Compliance Dashboard Module</a:t>
            </a:r>
          </a:p>
          <a:p>
            <a:pPr marL="328627" indent="-328627">
              <a:buFont typeface="Arial" pitchFamily="34" charset="0"/>
              <a:buChar char="•"/>
            </a:pPr>
            <a:r>
              <a:rPr lang="en-SG" sz="3680" dirty="0"/>
              <a:t>HR Management Module</a:t>
            </a:r>
          </a:p>
          <a:p>
            <a:pPr marL="328627" indent="-328627">
              <a:buFont typeface="Arial" pitchFamily="34" charset="0"/>
              <a:buChar char="•"/>
            </a:pPr>
            <a:r>
              <a:rPr lang="en-SG" sz="3680" dirty="0"/>
              <a:t>Facility Management Module</a:t>
            </a:r>
          </a:p>
          <a:p>
            <a:pPr marL="328627" indent="-328627">
              <a:buFont typeface="Arial" pitchFamily="34" charset="0"/>
              <a:buChar char="•"/>
            </a:pPr>
            <a:r>
              <a:rPr lang="en-SG" sz="3680" dirty="0"/>
              <a:t>Supplier Management Module</a:t>
            </a:r>
          </a:p>
          <a:p>
            <a:pPr marL="328627" indent="-328627">
              <a:buFont typeface="Arial" pitchFamily="34" charset="0"/>
              <a:buChar char="•"/>
            </a:pPr>
            <a:r>
              <a:rPr lang="en-SG" sz="3680" dirty="0"/>
              <a:t>Customer Management  Module</a:t>
            </a:r>
          </a:p>
          <a:p>
            <a:pPr marL="328627" indent="-328627">
              <a:buFont typeface="Arial" pitchFamily="34" charset="0"/>
              <a:buChar char="•"/>
            </a:pPr>
            <a:r>
              <a:rPr lang="en-SG" sz="3680" dirty="0"/>
              <a:t>Products/Services Directory Module</a:t>
            </a:r>
          </a:p>
          <a:p>
            <a:pPr marL="328627" indent="-328627">
              <a:buFont typeface="Arial" pitchFamily="34" charset="0"/>
              <a:buChar char="•"/>
            </a:pPr>
            <a:r>
              <a:rPr lang="en-SG" sz="3680" dirty="0"/>
              <a:t>Enterprise Module</a:t>
            </a:r>
          </a:p>
          <a:p>
            <a:pPr marL="328627" indent="-328627">
              <a:buFont typeface="Arial" pitchFamily="34" charset="0"/>
              <a:buChar char="•"/>
            </a:pPr>
            <a:r>
              <a:rPr lang="en-SG" sz="3680" dirty="0"/>
              <a:t>Job Ticket Module</a:t>
            </a:r>
          </a:p>
          <a:p>
            <a:pPr marL="328627" indent="-328627">
              <a:buFont typeface="Arial" pitchFamily="34" charset="0"/>
              <a:buChar char="•"/>
            </a:pPr>
            <a:r>
              <a:rPr lang="en-SG" sz="3680" dirty="0"/>
              <a:t>Library Module</a:t>
            </a:r>
          </a:p>
          <a:p>
            <a:pPr marL="328627" indent="-328627">
              <a:buFont typeface="Arial" pitchFamily="34" charset="0"/>
              <a:buChar char="•"/>
            </a:pPr>
            <a:r>
              <a:rPr lang="en-SG" sz="3680" dirty="0"/>
              <a:t>Archive Module</a:t>
            </a:r>
          </a:p>
          <a:p>
            <a:pPr marL="328627" indent="-328627">
              <a:buFont typeface="Arial" pitchFamily="34" charset="0"/>
              <a:buChar char="•"/>
            </a:pPr>
            <a:r>
              <a:rPr lang="en-SG" sz="3680" dirty="0"/>
              <a:t>Crisis Management Module</a:t>
            </a:r>
          </a:p>
          <a:p>
            <a:pPr marL="328627" indent="-328627">
              <a:buFont typeface="Arial" pitchFamily="34" charset="0"/>
              <a:buChar char="•"/>
            </a:pPr>
            <a:r>
              <a:rPr lang="en-SG" sz="3680" dirty="0"/>
              <a:t>Meeting Minutes Module</a:t>
            </a:r>
          </a:p>
          <a:p>
            <a:pPr marL="328627" indent="-328627">
              <a:buFont typeface="Arial" pitchFamily="34" charset="0"/>
              <a:buChar char="•"/>
            </a:pPr>
            <a:endParaRPr lang="en-US" sz="3680" dirty="0"/>
          </a:p>
          <a:p>
            <a:pPr marL="328627" indent="-328627">
              <a:buFont typeface="Arial" pitchFamily="34" charset="0"/>
              <a:buChar char="•"/>
            </a:pPr>
            <a:endParaRPr lang="en-US" sz="3680" dirty="0"/>
          </a:p>
          <a:p>
            <a:pPr marL="328627" indent="-328627">
              <a:buFont typeface="Arial" pitchFamily="34" charset="0"/>
              <a:buChar char="•"/>
            </a:pPr>
            <a:endParaRPr lang="en-US" sz="3680" dirty="0"/>
          </a:p>
          <a:p>
            <a:pPr marL="328627" indent="-328627">
              <a:buFont typeface="Arial" pitchFamily="34" charset="0"/>
              <a:buChar char="•"/>
            </a:pPr>
            <a:endParaRPr lang="en-US" sz="3680" dirty="0"/>
          </a:p>
          <a:p>
            <a:pPr marL="328627" indent="-328627">
              <a:buFont typeface="Arial" pitchFamily="34" charset="0"/>
              <a:buChar char="•"/>
            </a:pPr>
            <a:endParaRPr lang="en-US" sz="3680" dirty="0"/>
          </a:p>
          <a:p>
            <a:pPr marL="328627" indent="-328627">
              <a:buFont typeface="Arial" pitchFamily="34" charset="0"/>
              <a:buChar char="•"/>
            </a:pPr>
            <a:endParaRPr lang="en-US" sz="3680" dirty="0"/>
          </a:p>
          <a:p>
            <a:pPr marL="328627" indent="-328627">
              <a:buFont typeface="Arial" pitchFamily="34" charset="0"/>
              <a:buChar char="•"/>
            </a:pPr>
            <a:endParaRPr lang="en-SG" sz="3680" dirty="0"/>
          </a:p>
          <a:p>
            <a:pPr marL="328627" indent="-328627">
              <a:buFont typeface="Arial" pitchFamily="34" charset="0"/>
              <a:buChar char="•"/>
            </a:pPr>
            <a:r>
              <a:rPr lang="en-SG" sz="3680" dirty="0"/>
              <a:t>Records Verification Management Module</a:t>
            </a:r>
          </a:p>
          <a:p>
            <a:pPr marL="328627" indent="-328627">
              <a:buFont typeface="Arial" pitchFamily="34" charset="0"/>
              <a:buChar char="•"/>
            </a:pPr>
            <a:r>
              <a:rPr lang="en-SG" sz="3680" dirty="0"/>
              <a:t>Food Fraud Vulnerability Assessment </a:t>
            </a:r>
          </a:p>
          <a:p>
            <a:pPr marL="328627" indent="-328627">
              <a:buFont typeface="Arial" pitchFamily="34" charset="0"/>
              <a:buChar char="•"/>
            </a:pPr>
            <a:r>
              <a:rPr lang="en-SG" sz="3680" dirty="0"/>
              <a:t>(FFVA) Management Module</a:t>
            </a:r>
          </a:p>
          <a:p>
            <a:pPr marL="328627" indent="-328627">
              <a:buFont typeface="Arial" pitchFamily="34" charset="0"/>
              <a:buChar char="•"/>
            </a:pPr>
            <a:r>
              <a:rPr lang="en-SG" sz="3680" dirty="0"/>
              <a:t>Internal Audit (IA) Management Module</a:t>
            </a:r>
          </a:p>
          <a:p>
            <a:pPr marL="328627" indent="-328627">
              <a:buFont typeface="Arial" pitchFamily="34" charset="0"/>
              <a:buChar char="•"/>
            </a:pPr>
            <a:r>
              <a:rPr lang="en-SG" sz="3680" dirty="0" err="1"/>
              <a:t>MyPro</a:t>
            </a:r>
            <a:r>
              <a:rPr lang="en-SG" sz="3680" dirty="0"/>
              <a:t> Management Module</a:t>
            </a:r>
          </a:p>
          <a:p>
            <a:pPr marL="328627" indent="-328627">
              <a:buFont typeface="Arial" pitchFamily="34" charset="0"/>
              <a:buChar char="•"/>
            </a:pPr>
            <a:r>
              <a:rPr lang="en-SG" sz="3680" dirty="0"/>
              <a:t>Preventive Maintenance Program (PMP) Management Module.</a:t>
            </a:r>
          </a:p>
          <a:p>
            <a:pPr marL="328627" indent="-328627">
              <a:buFont typeface="Arial" pitchFamily="34" charset="0"/>
              <a:buChar char="•"/>
            </a:pPr>
            <a:endParaRPr lang="en-SG" sz="3680" dirty="0"/>
          </a:p>
        </p:txBody>
      </p:sp>
      <p:grpSp>
        <p:nvGrpSpPr>
          <p:cNvPr id="9" name="Google Shape;99;p2"/>
          <p:cNvGrpSpPr/>
          <p:nvPr/>
        </p:nvGrpSpPr>
        <p:grpSpPr>
          <a:xfrm>
            <a:off x="16203572" y="10120346"/>
            <a:ext cx="4592487" cy="2537212"/>
            <a:chOff x="11738152" y="7002834"/>
            <a:chExt cx="3993467" cy="2206272"/>
          </a:xfrm>
        </p:grpSpPr>
        <p:pic>
          <p:nvPicPr>
            <p:cNvPr id="10" name="Google Shape;100;p2" descr="A close up of a sign&#10;&#10;Description automatically generated"/>
            <p:cNvPicPr preferRelativeResize="0"/>
            <p:nvPr/>
          </p:nvPicPr>
          <p:blipFill rotWithShape="1">
            <a:blip r:embed="rId6">
              <a:alphaModFix/>
            </a:blip>
            <a:srcRect t="11570" b="11539"/>
            <a:stretch/>
          </p:blipFill>
          <p:spPr>
            <a:xfrm>
              <a:off x="12930350" y="7277100"/>
              <a:ext cx="977894" cy="757410"/>
            </a:xfrm>
            <a:prstGeom prst="rect">
              <a:avLst/>
            </a:prstGeom>
            <a:noFill/>
            <a:ln>
              <a:noFill/>
            </a:ln>
          </p:spPr>
        </p:pic>
        <p:sp>
          <p:nvSpPr>
            <p:cNvPr id="11"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2"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9"/>
          <p:cNvSpPr/>
          <p:nvPr/>
        </p:nvSpPr>
        <p:spPr>
          <a:xfrm rot="6144593">
            <a:off x="9226966" y="-1368364"/>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3">
              <a:alphaModFix amt="35000"/>
            </a:blip>
            <a:stretch>
              <a:fillRect/>
            </a:stretch>
          </a:blipFill>
          <a:ln>
            <a:noFill/>
          </a:ln>
        </p:spPr>
      </p:sp>
      <p:sp>
        <p:nvSpPr>
          <p:cNvPr id="189" name="Google Shape;189;p9"/>
          <p:cNvSpPr/>
          <p:nvPr/>
        </p:nvSpPr>
        <p:spPr>
          <a:xfrm rot="4662819">
            <a:off x="9763206" y="-2324339"/>
            <a:ext cx="14714190" cy="1015292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4">
              <a:alphaModFix amt="50000"/>
            </a:blip>
            <a:stretch>
              <a:fillRect/>
            </a:stretch>
          </a:blipFill>
          <a:ln>
            <a:noFill/>
          </a:ln>
        </p:spPr>
      </p:sp>
      <p:sp>
        <p:nvSpPr>
          <p:cNvPr id="200" name="Google Shape;200;p9"/>
          <p:cNvSpPr/>
          <p:nvPr/>
        </p:nvSpPr>
        <p:spPr>
          <a:xfrm rot="8905814" flipH="1">
            <a:off x="-4906329" y="7928346"/>
            <a:ext cx="12995754" cy="10562004"/>
          </a:xfrm>
          <a:custGeom>
            <a:avLst/>
            <a:gdLst/>
            <a:ahLst/>
            <a:cxnLst/>
            <a:rect l="l" t="t" r="r" b="b"/>
            <a:pathLst>
              <a:path w="11300655" h="9184351" extrusionOk="0">
                <a:moveTo>
                  <a:pt x="11300655" y="0"/>
                </a:moveTo>
                <a:lnTo>
                  <a:pt x="0" y="0"/>
                </a:lnTo>
                <a:lnTo>
                  <a:pt x="0" y="9184351"/>
                </a:lnTo>
                <a:lnTo>
                  <a:pt x="11300655" y="9184351"/>
                </a:lnTo>
                <a:lnTo>
                  <a:pt x="11300655" y="0"/>
                </a:lnTo>
                <a:close/>
              </a:path>
            </a:pathLst>
          </a:custGeom>
          <a:blipFill rotWithShape="1">
            <a:blip r:embed="rId5">
              <a:alphaModFix amt="50000"/>
            </a:blip>
            <a:stretch>
              <a:fillRect/>
            </a:stretch>
          </a:blipFill>
          <a:ln>
            <a:noFill/>
          </a:ln>
        </p:spPr>
      </p:sp>
      <p:sp>
        <p:nvSpPr>
          <p:cNvPr id="23" name="Google Shape;196;p32"/>
          <p:cNvSpPr txBox="1">
            <a:spLocks/>
          </p:cNvSpPr>
          <p:nvPr/>
        </p:nvSpPr>
        <p:spPr>
          <a:xfrm>
            <a:off x="358484" y="2038119"/>
            <a:ext cx="9534074" cy="3269922"/>
          </a:xfrm>
          <a:prstGeom prst="rect">
            <a:avLst/>
          </a:prstGeom>
        </p:spPr>
        <p:txBody>
          <a:bodyPr spcFirstLastPara="1" wrap="square" lIns="105139" tIns="105139" rIns="105139" bIns="105139"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lnSpc>
                <a:spcPct val="150000"/>
              </a:lnSpc>
            </a:pPr>
            <a:r>
              <a:rPr lang="en-US" sz="2760" i="1" dirty="0">
                <a:latin typeface="Montserrat"/>
                <a:ea typeface="Montserrat"/>
                <a:cs typeface="Montserrat"/>
                <a:sym typeface="Montserrat"/>
              </a:rPr>
              <a:t>Unlimited system users (except for </a:t>
            </a:r>
            <a:r>
              <a:rPr lang="en-US" sz="2760" i="1" dirty="0" err="1">
                <a:latin typeface="Montserrat"/>
                <a:ea typeface="Montserrat"/>
                <a:cs typeface="Montserrat"/>
                <a:sym typeface="Montserrat"/>
              </a:rPr>
              <a:t>MyPro</a:t>
            </a:r>
            <a:r>
              <a:rPr lang="en-US" sz="2760" i="1" dirty="0">
                <a:latin typeface="Montserrat"/>
                <a:ea typeface="Montserrat"/>
                <a:cs typeface="Montserrat"/>
                <a:sym typeface="Montserrat"/>
              </a:rPr>
              <a:t> Management Module) – Customer, Supplier, and Employees Coaching, Navigation and Mentorship </a:t>
            </a:r>
            <a:r>
              <a:rPr lang="en-US" sz="2760" b="1" i="1" dirty="0">
                <a:latin typeface="Montserrat"/>
                <a:ea typeface="Montserrat"/>
                <a:cs typeface="Montserrat"/>
                <a:sym typeface="Montserrat"/>
              </a:rPr>
              <a:t>- Developed by IT Blaster</a:t>
            </a:r>
            <a:endParaRPr lang="en-US" sz="1840" dirty="0"/>
          </a:p>
        </p:txBody>
      </p:sp>
      <p:pic>
        <p:nvPicPr>
          <p:cNvPr id="24" name="Google Shape;199;p32"/>
          <p:cNvPicPr preferRelativeResize="0"/>
          <p:nvPr/>
        </p:nvPicPr>
        <p:blipFill>
          <a:blip r:embed="rId6">
            <a:alphaModFix/>
          </a:blip>
          <a:stretch>
            <a:fillRect/>
          </a:stretch>
        </p:blipFill>
        <p:spPr>
          <a:xfrm>
            <a:off x="189389" y="5267803"/>
            <a:ext cx="8454438" cy="6988028"/>
          </a:xfrm>
          <a:prstGeom prst="rect">
            <a:avLst/>
          </a:prstGeom>
          <a:ln w="38100" cap="sq">
            <a:noFill/>
            <a:prstDash val="solid"/>
            <a:miter lim="800000"/>
          </a:ln>
          <a:effectLst>
            <a:outerShdw blurRad="50800" dist="38100" dir="2700000" algn="tl" rotWithShape="0">
              <a:srgbClr val="000000">
                <a:alpha val="43000"/>
              </a:srgbClr>
            </a:outerShdw>
          </a:effectLst>
        </p:spPr>
      </p:pic>
      <p:pic>
        <p:nvPicPr>
          <p:cNvPr id="25" name="Google Shape;198;p32"/>
          <p:cNvPicPr preferRelativeResize="0"/>
          <p:nvPr/>
        </p:nvPicPr>
        <p:blipFill>
          <a:blip r:embed="rId7">
            <a:alphaModFix/>
          </a:blip>
          <a:stretch>
            <a:fillRect/>
          </a:stretch>
        </p:blipFill>
        <p:spPr>
          <a:xfrm>
            <a:off x="10857424" y="1303906"/>
            <a:ext cx="9078400" cy="3422218"/>
          </a:xfrm>
          <a:prstGeom prst="rect">
            <a:avLst/>
          </a:prstGeom>
          <a:noFill/>
          <a:ln>
            <a:noFill/>
          </a:ln>
        </p:spPr>
      </p:pic>
      <p:sp>
        <p:nvSpPr>
          <p:cNvPr id="26" name="Google Shape;197;p32"/>
          <p:cNvSpPr txBox="1">
            <a:spLocks/>
          </p:cNvSpPr>
          <p:nvPr/>
        </p:nvSpPr>
        <p:spPr>
          <a:xfrm>
            <a:off x="10605263" y="4098709"/>
            <a:ext cx="9746804" cy="8345704"/>
          </a:xfrm>
          <a:prstGeom prst="rect">
            <a:avLst/>
          </a:prstGeom>
        </p:spPr>
        <p:txBody>
          <a:bodyPr spcFirstLastPara="1" wrap="square" lIns="105139" tIns="105139" rIns="105139" bIns="105139"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25803" indent="-363314">
              <a:lnSpc>
                <a:spcPct val="150000"/>
              </a:lnSpc>
              <a:spcBef>
                <a:spcPts val="1380"/>
              </a:spcBef>
              <a:buClr>
                <a:srgbClr val="2E2E2E"/>
              </a:buClr>
              <a:buSzPct val="100000"/>
              <a:buFont typeface="Merriweather"/>
              <a:buChar char="•"/>
            </a:pPr>
            <a:r>
              <a:rPr lang="en-SG" sz="3220" dirty="0">
                <a:solidFill>
                  <a:schemeClr val="tx1"/>
                </a:solidFill>
                <a:latin typeface="Montserrat" charset="0"/>
                <a:ea typeface="Merriweather"/>
                <a:cs typeface="Merriweather"/>
                <a:sym typeface="Merriweather"/>
              </a:rPr>
              <a:t>Corrective Action Preventive Action Management (CAPAM) Module</a:t>
            </a:r>
          </a:p>
          <a:p>
            <a:pPr marL="525803" indent="-363314">
              <a:lnSpc>
                <a:spcPct val="150000"/>
              </a:lnSpc>
              <a:buClr>
                <a:srgbClr val="2E2E2E"/>
              </a:buClr>
              <a:buSzPct val="100000"/>
              <a:buFont typeface="Merriweather"/>
              <a:buChar char="•"/>
            </a:pPr>
            <a:r>
              <a:rPr lang="en-SG" sz="3220" dirty="0">
                <a:solidFill>
                  <a:schemeClr val="tx1"/>
                </a:solidFill>
                <a:latin typeface="Montserrat" charset="0"/>
                <a:ea typeface="Merriweather"/>
                <a:cs typeface="Merriweather"/>
                <a:sym typeface="Merriweather"/>
              </a:rPr>
              <a:t>CRM - Customer Relationship Management Module</a:t>
            </a:r>
          </a:p>
          <a:p>
            <a:pPr marL="525803" indent="-363314">
              <a:lnSpc>
                <a:spcPct val="150000"/>
              </a:lnSpc>
              <a:buClr>
                <a:srgbClr val="2E2E2E"/>
              </a:buClr>
              <a:buSzPct val="100000"/>
              <a:buFont typeface="Merriweather"/>
              <a:buChar char="•"/>
            </a:pPr>
            <a:r>
              <a:rPr lang="en-SG" sz="3220" dirty="0">
                <a:solidFill>
                  <a:schemeClr val="tx1"/>
                </a:solidFill>
                <a:latin typeface="Montserrat" charset="0"/>
                <a:ea typeface="Merriweather"/>
                <a:cs typeface="Merriweather"/>
                <a:sym typeface="Merriweather"/>
              </a:rPr>
              <a:t>Environmental/Pathogen Monitoring Management</a:t>
            </a:r>
          </a:p>
          <a:p>
            <a:pPr marL="525803" indent="-363314">
              <a:lnSpc>
                <a:spcPct val="150000"/>
              </a:lnSpc>
              <a:buClr>
                <a:srgbClr val="2E2E2E"/>
              </a:buClr>
              <a:buSzPct val="100000"/>
              <a:buFont typeface="Merriweather"/>
              <a:buChar char="•"/>
            </a:pPr>
            <a:r>
              <a:rPr lang="en-SG" sz="3220" dirty="0">
                <a:solidFill>
                  <a:schemeClr val="tx1"/>
                </a:solidFill>
                <a:latin typeface="Montserrat" charset="0"/>
                <a:ea typeface="Merriweather"/>
                <a:cs typeface="Merriweather"/>
                <a:sym typeface="Merriweather"/>
              </a:rPr>
              <a:t>Sanitation Management Module</a:t>
            </a:r>
          </a:p>
          <a:p>
            <a:pPr marL="525803" indent="-363314">
              <a:lnSpc>
                <a:spcPct val="150000"/>
              </a:lnSpc>
              <a:buClr>
                <a:srgbClr val="2E2E2E"/>
              </a:buClr>
              <a:buSzPct val="100000"/>
              <a:buFont typeface="Merriweather"/>
              <a:buChar char="•"/>
            </a:pPr>
            <a:r>
              <a:rPr lang="en-SG" sz="3220" dirty="0">
                <a:solidFill>
                  <a:schemeClr val="tx1"/>
                </a:solidFill>
                <a:latin typeface="Montserrat" charset="0"/>
                <a:ea typeface="Merriweather"/>
                <a:cs typeface="Merriweather"/>
                <a:sym typeface="Merriweather"/>
              </a:rPr>
              <a:t>Inventory Management Module</a:t>
            </a:r>
          </a:p>
          <a:p>
            <a:pPr marL="525803" indent="-363314">
              <a:lnSpc>
                <a:spcPct val="150000"/>
              </a:lnSpc>
              <a:buClr>
                <a:srgbClr val="2E2E2E"/>
              </a:buClr>
              <a:buSzPct val="100000"/>
              <a:buFont typeface="Merriweather"/>
              <a:buChar char="•"/>
            </a:pPr>
            <a:r>
              <a:rPr lang="en-SG" sz="3220" dirty="0">
                <a:solidFill>
                  <a:schemeClr val="tx1"/>
                </a:solidFill>
                <a:latin typeface="Montserrat" charset="0"/>
                <a:ea typeface="Merriweather"/>
                <a:cs typeface="Merriweather"/>
                <a:sym typeface="Merriweather"/>
              </a:rPr>
              <a:t>Formula / Recipe Management Module</a:t>
            </a:r>
          </a:p>
        </p:txBody>
      </p:sp>
      <p:grpSp>
        <p:nvGrpSpPr>
          <p:cNvPr id="9" name="Google Shape;99;p2"/>
          <p:cNvGrpSpPr/>
          <p:nvPr/>
        </p:nvGrpSpPr>
        <p:grpSpPr>
          <a:xfrm>
            <a:off x="16989809" y="10554880"/>
            <a:ext cx="4592487" cy="2537212"/>
            <a:chOff x="11738152" y="7002834"/>
            <a:chExt cx="3993467" cy="2206272"/>
          </a:xfrm>
        </p:grpSpPr>
        <p:pic>
          <p:nvPicPr>
            <p:cNvPr id="10" name="Google Shape;100;p2" descr="A close up of a sign&#10;&#10;Description automatically generated"/>
            <p:cNvPicPr preferRelativeResize="0"/>
            <p:nvPr/>
          </p:nvPicPr>
          <p:blipFill rotWithShape="1">
            <a:blip r:embed="rId8">
              <a:alphaModFix/>
            </a:blip>
            <a:srcRect t="11570" b="11539"/>
            <a:stretch/>
          </p:blipFill>
          <p:spPr>
            <a:xfrm>
              <a:off x="12930350" y="7277100"/>
              <a:ext cx="977894" cy="757410"/>
            </a:xfrm>
            <a:prstGeom prst="rect">
              <a:avLst/>
            </a:prstGeom>
            <a:noFill/>
            <a:ln>
              <a:noFill/>
            </a:ln>
          </p:spPr>
        </p:pic>
        <p:sp>
          <p:nvSpPr>
            <p:cNvPr id="11"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2"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0"/>
          <p:cNvSpPr/>
          <p:nvPr/>
        </p:nvSpPr>
        <p:spPr>
          <a:xfrm rot="-1930669">
            <a:off x="-9166987" y="-11390830"/>
            <a:ext cx="21320909" cy="21320909"/>
          </a:xfrm>
          <a:custGeom>
            <a:avLst/>
            <a:gdLst/>
            <a:ahLst/>
            <a:cxnLst/>
            <a:rect l="l" t="t" r="r" b="b"/>
            <a:pathLst>
              <a:path w="18539921" h="18539921" extrusionOk="0">
                <a:moveTo>
                  <a:pt x="0" y="0"/>
                </a:moveTo>
                <a:lnTo>
                  <a:pt x="18539921" y="0"/>
                </a:lnTo>
                <a:lnTo>
                  <a:pt x="18539921" y="18539921"/>
                </a:lnTo>
                <a:lnTo>
                  <a:pt x="0" y="18539921"/>
                </a:lnTo>
                <a:lnTo>
                  <a:pt x="0" y="0"/>
                </a:lnTo>
                <a:close/>
              </a:path>
            </a:pathLst>
          </a:custGeom>
          <a:blipFill rotWithShape="1">
            <a:blip r:embed="rId3">
              <a:alphaModFix amt="35000"/>
            </a:blip>
            <a:stretch>
              <a:fillRect/>
            </a:stretch>
          </a:blipFill>
          <a:ln>
            <a:noFill/>
          </a:ln>
        </p:spPr>
      </p:sp>
      <p:sp>
        <p:nvSpPr>
          <p:cNvPr id="217" name="Google Shape;217;p10"/>
          <p:cNvSpPr/>
          <p:nvPr/>
        </p:nvSpPr>
        <p:spPr>
          <a:xfrm rot="5242519" flipH="1">
            <a:off x="-1373581" y="9433460"/>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4">
              <a:alphaModFix amt="50000"/>
            </a:blip>
            <a:stretch>
              <a:fillRect/>
            </a:stretch>
          </a:blipFill>
          <a:ln>
            <a:noFill/>
          </a:ln>
        </p:spPr>
      </p:sp>
      <p:pic>
        <p:nvPicPr>
          <p:cNvPr id="15" name="Google Shape;206;p33"/>
          <p:cNvPicPr preferRelativeResize="0"/>
          <p:nvPr/>
        </p:nvPicPr>
        <p:blipFill>
          <a:blip r:embed="rId5">
            <a:alphaModFix/>
          </a:blip>
          <a:stretch>
            <a:fillRect/>
          </a:stretch>
        </p:blipFill>
        <p:spPr>
          <a:xfrm>
            <a:off x="10319192" y="1096328"/>
            <a:ext cx="10558656" cy="11567160"/>
          </a:xfrm>
          <a:prstGeom prst="rect">
            <a:avLst/>
          </a:prstGeom>
          <a:noFill/>
          <a:ln>
            <a:noFill/>
          </a:ln>
        </p:spPr>
      </p:pic>
      <p:sp>
        <p:nvSpPr>
          <p:cNvPr id="16" name="Google Shape;204;p33"/>
          <p:cNvSpPr txBox="1">
            <a:spLocks/>
          </p:cNvSpPr>
          <p:nvPr/>
        </p:nvSpPr>
        <p:spPr>
          <a:xfrm>
            <a:off x="665187" y="1403033"/>
            <a:ext cx="10682898" cy="10931843"/>
          </a:xfrm>
          <a:prstGeom prst="rect">
            <a:avLst/>
          </a:prstGeom>
        </p:spPr>
        <p:txBody>
          <a:bodyPr spcFirstLastPara="1" wrap="square" lIns="105139" tIns="105139" rIns="105139" bIns="105139"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sz="6210" dirty="0">
              <a:latin typeface="Montserrat" charset="0"/>
              <a:ea typeface="Montserrat"/>
              <a:cs typeface="Montserrat"/>
              <a:sym typeface="Montserrat"/>
            </a:endParaRPr>
          </a:p>
          <a:p>
            <a:endParaRPr lang="en-US" sz="6210" dirty="0">
              <a:latin typeface="Montserrat" charset="0"/>
              <a:ea typeface="Montserrat"/>
              <a:cs typeface="Montserrat"/>
              <a:sym typeface="Montserrat"/>
            </a:endParaRPr>
          </a:p>
          <a:p>
            <a:endParaRPr lang="en-US" sz="6210" dirty="0">
              <a:latin typeface="Montserrat" charset="0"/>
              <a:ea typeface="Montserrat"/>
              <a:cs typeface="Montserrat"/>
              <a:sym typeface="Montserrat"/>
            </a:endParaRPr>
          </a:p>
          <a:p>
            <a:r>
              <a:rPr lang="en-US" sz="6210" dirty="0">
                <a:latin typeface="Montserrat" charset="0"/>
                <a:ea typeface="Montserrat"/>
                <a:cs typeface="Montserrat"/>
                <a:sym typeface="Montserrat"/>
              </a:rPr>
              <a:t>Provides end-to-end managed services that meets your expectations and deliverables</a:t>
            </a:r>
            <a:endParaRPr lang="en-US" sz="6210" dirty="0">
              <a:latin typeface="Montserrat" charset="0"/>
              <a:ea typeface="Roboto"/>
              <a:cs typeface="Roboto"/>
              <a:sym typeface="Roboto"/>
            </a:endParaRPr>
          </a:p>
          <a:p>
            <a:endParaRPr lang="en-US" sz="6210" dirty="0">
              <a:latin typeface="Montserrat" charset="0"/>
            </a:endParaRPr>
          </a:p>
        </p:txBody>
      </p:sp>
      <p:sp>
        <p:nvSpPr>
          <p:cNvPr id="17" name="Google Shape;189;p9"/>
          <p:cNvSpPr/>
          <p:nvPr/>
        </p:nvSpPr>
        <p:spPr>
          <a:xfrm rot="1885945">
            <a:off x="2189102" y="-3015991"/>
            <a:ext cx="14714190" cy="1015292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6">
              <a:alphaModFix amt="50000"/>
            </a:blip>
            <a:stretch>
              <a:fillRect/>
            </a:stretch>
          </a:blipFill>
          <a:ln>
            <a:noFill/>
          </a:ln>
        </p:spPr>
      </p:sp>
      <p:grpSp>
        <p:nvGrpSpPr>
          <p:cNvPr id="7" name="Google Shape;99;p2"/>
          <p:cNvGrpSpPr/>
          <p:nvPr/>
        </p:nvGrpSpPr>
        <p:grpSpPr>
          <a:xfrm>
            <a:off x="621373" y="10116730"/>
            <a:ext cx="4592487" cy="2537212"/>
            <a:chOff x="11738152" y="7002834"/>
            <a:chExt cx="3993467" cy="2206272"/>
          </a:xfrm>
        </p:grpSpPr>
        <p:pic>
          <p:nvPicPr>
            <p:cNvPr id="8" name="Google Shape;100;p2" descr="A close up of a sign&#10;&#10;Description automatically generated"/>
            <p:cNvPicPr preferRelativeResize="0"/>
            <p:nvPr/>
          </p:nvPicPr>
          <p:blipFill rotWithShape="1">
            <a:blip r:embed="rId7">
              <a:alphaModFix/>
            </a:blip>
            <a:srcRect t="11570" b="11539"/>
            <a:stretch/>
          </p:blipFill>
          <p:spPr>
            <a:xfrm>
              <a:off x="12930350" y="7277100"/>
              <a:ext cx="977894" cy="757410"/>
            </a:xfrm>
            <a:prstGeom prst="rect">
              <a:avLst/>
            </a:prstGeom>
            <a:noFill/>
            <a:ln>
              <a:noFill/>
            </a:ln>
          </p:spPr>
        </p:pic>
        <p:sp>
          <p:nvSpPr>
            <p:cNvPr id="9"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0"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1"/>
          <p:cNvSpPr txBox="1"/>
          <p:nvPr/>
        </p:nvSpPr>
        <p:spPr>
          <a:xfrm>
            <a:off x="623679" y="2245445"/>
            <a:ext cx="14181469" cy="1238801"/>
          </a:xfrm>
          <a:prstGeom prst="rect">
            <a:avLst/>
          </a:prstGeom>
          <a:noFill/>
          <a:ln>
            <a:noFill/>
          </a:ln>
        </p:spPr>
        <p:txBody>
          <a:bodyPr spcFirstLastPara="1" wrap="square" lIns="0" tIns="0" rIns="0" bIns="0" anchor="t" anchorCtr="0">
            <a:spAutoFit/>
          </a:bodyPr>
          <a:lstStyle/>
          <a:p>
            <a:pPr lvl="0" algn="ctr"/>
            <a:r>
              <a:rPr lang="en-US" sz="8050" b="1" dirty="0">
                <a:solidFill>
                  <a:srgbClr val="004AAD"/>
                </a:solidFill>
                <a:latin typeface="Barlow"/>
                <a:ea typeface="Montserrat"/>
                <a:cs typeface="Montserrat"/>
                <a:sym typeface="Montserrat"/>
              </a:rPr>
              <a:t>IT BLASTER </a:t>
            </a:r>
            <a:endParaRPr sz="8050" dirty="0">
              <a:latin typeface="Barlow"/>
            </a:endParaRPr>
          </a:p>
        </p:txBody>
      </p:sp>
      <p:sp>
        <p:nvSpPr>
          <p:cNvPr id="225" name="Google Shape;225;p11"/>
          <p:cNvSpPr/>
          <p:nvPr/>
        </p:nvSpPr>
        <p:spPr>
          <a:xfrm rot="8243363" flipH="1">
            <a:off x="-1558958" y="9290824"/>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6" name="Google Shape;188;p9"/>
          <p:cNvSpPr/>
          <p:nvPr/>
        </p:nvSpPr>
        <p:spPr>
          <a:xfrm rot="6144593">
            <a:off x="8241128" y="-1609347"/>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7" name="Google Shape;212;p34"/>
          <p:cNvSpPr txBox="1">
            <a:spLocks/>
          </p:cNvSpPr>
          <p:nvPr/>
        </p:nvSpPr>
        <p:spPr>
          <a:xfrm>
            <a:off x="1204913" y="3484245"/>
            <a:ext cx="16123920" cy="8784908"/>
          </a:xfrm>
          <a:prstGeom prst="rect">
            <a:avLst/>
          </a:prstGeom>
        </p:spPr>
        <p:txBody>
          <a:bodyPr spcFirstLastPara="1" wrap="square" lIns="105139" tIns="105139" rIns="105139" bIns="105139" numCol="2"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25803" indent="-353090">
              <a:lnSpc>
                <a:spcPct val="150000"/>
              </a:lnSpc>
              <a:buClr>
                <a:srgbClr val="2E2E2E"/>
              </a:buClr>
              <a:buSzPct val="100000"/>
              <a:buFont typeface="Arial"/>
              <a:buChar char="•"/>
            </a:pPr>
            <a:r>
              <a:rPr lang="en-SG" sz="3220" dirty="0">
                <a:solidFill>
                  <a:srgbClr val="2E2E2E"/>
                </a:solidFill>
                <a:latin typeface="Montserrat" charset="0"/>
                <a:ea typeface="Montserrat"/>
                <a:cs typeface="Montserrat"/>
                <a:sym typeface="Montserrat"/>
              </a:rPr>
              <a:t>Application Development</a:t>
            </a:r>
          </a:p>
          <a:p>
            <a:pPr marL="525803" indent="-353090">
              <a:lnSpc>
                <a:spcPct val="150000"/>
              </a:lnSpc>
              <a:buClr>
                <a:srgbClr val="2E2E2E"/>
              </a:buClr>
              <a:buSzPct val="100000"/>
              <a:buFont typeface="Arial"/>
              <a:buChar char="•"/>
            </a:pPr>
            <a:r>
              <a:rPr lang="en-SG" sz="3220" dirty="0" err="1">
                <a:solidFill>
                  <a:srgbClr val="2E2E2E"/>
                </a:solidFill>
                <a:latin typeface="Montserrat" charset="0"/>
                <a:ea typeface="Montserrat"/>
                <a:cs typeface="Montserrat"/>
                <a:sym typeface="Montserrat"/>
              </a:rPr>
              <a:t>Cybersecurity</a:t>
            </a:r>
            <a:r>
              <a:rPr lang="en-SG" sz="3220" dirty="0">
                <a:solidFill>
                  <a:srgbClr val="2E2E2E"/>
                </a:solidFill>
                <a:latin typeface="Montserrat" charset="0"/>
                <a:ea typeface="Montserrat"/>
                <a:cs typeface="Montserrat"/>
                <a:sym typeface="Montserrat"/>
              </a:rPr>
              <a:t> Support Services</a:t>
            </a:r>
          </a:p>
          <a:p>
            <a:pPr marL="525803" indent="-353090">
              <a:lnSpc>
                <a:spcPct val="150000"/>
              </a:lnSpc>
              <a:buClr>
                <a:srgbClr val="2E2E2E"/>
              </a:buClr>
              <a:buSzPct val="100000"/>
              <a:buFont typeface="Arial"/>
              <a:buChar char="•"/>
            </a:pPr>
            <a:r>
              <a:rPr lang="en-SG" sz="3220" dirty="0">
                <a:solidFill>
                  <a:srgbClr val="2E2E2E"/>
                </a:solidFill>
                <a:latin typeface="Montserrat" charset="0"/>
                <a:ea typeface="Montserrat"/>
                <a:cs typeface="Montserrat"/>
                <a:sym typeface="Montserrat"/>
              </a:rPr>
              <a:t>Database Management</a:t>
            </a:r>
          </a:p>
          <a:p>
            <a:pPr marL="525803" indent="-353090">
              <a:lnSpc>
                <a:spcPct val="150000"/>
              </a:lnSpc>
              <a:buClr>
                <a:srgbClr val="2E2E2E"/>
              </a:buClr>
              <a:buSzPct val="100000"/>
              <a:buFont typeface="Arial"/>
              <a:buChar char="•"/>
            </a:pPr>
            <a:r>
              <a:rPr lang="en-SG" sz="3220" dirty="0">
                <a:solidFill>
                  <a:srgbClr val="2E2E2E"/>
                </a:solidFill>
                <a:latin typeface="Montserrat" charset="0"/>
                <a:ea typeface="Montserrat"/>
                <a:cs typeface="Montserrat"/>
                <a:sym typeface="Montserrat"/>
              </a:rPr>
              <a:t>Data Protection &amp; Strategy</a:t>
            </a:r>
          </a:p>
          <a:p>
            <a:pPr marL="525803" indent="-353090">
              <a:lnSpc>
                <a:spcPct val="150000"/>
              </a:lnSpc>
              <a:buClr>
                <a:srgbClr val="2E2E2E"/>
              </a:buClr>
              <a:buSzPct val="100000"/>
              <a:buFont typeface="Arial"/>
              <a:buChar char="•"/>
            </a:pPr>
            <a:r>
              <a:rPr lang="en-SG" sz="3220" dirty="0">
                <a:solidFill>
                  <a:srgbClr val="2E2E2E"/>
                </a:solidFill>
                <a:latin typeface="Montserrat" charset="0"/>
                <a:ea typeface="Montserrat"/>
                <a:cs typeface="Montserrat"/>
                <a:sym typeface="Montserrat"/>
              </a:rPr>
              <a:t>E-Commerce Development &amp; Maintenance (</a:t>
            </a:r>
            <a:r>
              <a:rPr lang="en-SG" sz="3220" dirty="0" err="1">
                <a:solidFill>
                  <a:srgbClr val="2E2E2E"/>
                </a:solidFill>
                <a:latin typeface="Montserrat" charset="0"/>
                <a:ea typeface="Montserrat"/>
                <a:cs typeface="Montserrat"/>
                <a:sym typeface="Montserrat"/>
              </a:rPr>
              <a:t>Shopify</a:t>
            </a:r>
            <a:r>
              <a:rPr lang="en-SG" sz="3220" dirty="0">
                <a:solidFill>
                  <a:srgbClr val="2E2E2E"/>
                </a:solidFill>
                <a:latin typeface="Montserrat" charset="0"/>
                <a:ea typeface="Montserrat"/>
                <a:cs typeface="Montserrat"/>
                <a:sym typeface="Montserrat"/>
              </a:rPr>
              <a:t>, etc.)</a:t>
            </a:r>
          </a:p>
          <a:p>
            <a:pPr marL="525803" indent="-353090">
              <a:lnSpc>
                <a:spcPct val="150000"/>
              </a:lnSpc>
              <a:buClr>
                <a:srgbClr val="2E2E2E"/>
              </a:buClr>
              <a:buSzPct val="100000"/>
              <a:buFont typeface="Arial"/>
              <a:buChar char="•"/>
            </a:pPr>
            <a:r>
              <a:rPr lang="en-SG" sz="3220" dirty="0">
                <a:solidFill>
                  <a:srgbClr val="2E2E2E"/>
                </a:solidFill>
                <a:latin typeface="Montserrat" charset="0"/>
                <a:ea typeface="Montserrat"/>
                <a:cs typeface="Montserrat"/>
                <a:sym typeface="Montserrat"/>
              </a:rPr>
              <a:t>Infrastructure Development &amp; Development</a:t>
            </a:r>
          </a:p>
          <a:p>
            <a:pPr marL="525803" indent="-353090">
              <a:lnSpc>
                <a:spcPct val="150000"/>
              </a:lnSpc>
              <a:buClr>
                <a:srgbClr val="2E2E2E"/>
              </a:buClr>
              <a:buSzPct val="100000"/>
              <a:buFont typeface="Arial"/>
              <a:buChar char="•"/>
            </a:pPr>
            <a:r>
              <a:rPr lang="en-SG" sz="3220" dirty="0">
                <a:solidFill>
                  <a:srgbClr val="2E2E2E"/>
                </a:solidFill>
                <a:latin typeface="Montserrat" charset="0"/>
                <a:ea typeface="Montserrat"/>
                <a:cs typeface="Montserrat"/>
                <a:sym typeface="Montserrat"/>
              </a:rPr>
              <a:t>Internet of Things</a:t>
            </a:r>
          </a:p>
          <a:p>
            <a:pPr marL="525803" indent="-353090">
              <a:lnSpc>
                <a:spcPct val="150000"/>
              </a:lnSpc>
              <a:buClr>
                <a:srgbClr val="2E2E2E"/>
              </a:buClr>
              <a:buSzPct val="100000"/>
              <a:buFont typeface="Arial"/>
              <a:buChar char="•"/>
            </a:pPr>
            <a:r>
              <a:rPr lang="en-SG" sz="3220" dirty="0">
                <a:solidFill>
                  <a:srgbClr val="2E2E2E"/>
                </a:solidFill>
                <a:latin typeface="Montserrat" charset="0"/>
                <a:ea typeface="Montserrat"/>
                <a:cs typeface="Montserrat"/>
                <a:sym typeface="Montserrat"/>
              </a:rPr>
              <a:t>IT Architecture</a:t>
            </a:r>
          </a:p>
          <a:p>
            <a:pPr marL="525803" indent="-353090">
              <a:lnSpc>
                <a:spcPct val="150000"/>
              </a:lnSpc>
              <a:buClr>
                <a:srgbClr val="2E2E2E"/>
              </a:buClr>
              <a:buSzPct val="100000"/>
              <a:buFont typeface="Arial"/>
              <a:buChar char="•"/>
            </a:pPr>
            <a:r>
              <a:rPr lang="en-US" sz="3220" dirty="0">
                <a:solidFill>
                  <a:srgbClr val="2E2E2E"/>
                </a:solidFill>
                <a:latin typeface="Montserrat" charset="0"/>
                <a:ea typeface="Montserrat"/>
                <a:cs typeface="Montserrat"/>
                <a:sym typeface="Montserrat"/>
              </a:rPr>
              <a:t>IT Help Desk Support</a:t>
            </a:r>
          </a:p>
          <a:p>
            <a:pPr marL="525803" indent="-353090">
              <a:lnSpc>
                <a:spcPct val="150000"/>
              </a:lnSpc>
              <a:buClr>
                <a:srgbClr val="2E2E2E"/>
              </a:buClr>
              <a:buSzPct val="100000"/>
              <a:buFont typeface="Arial"/>
              <a:buChar char="•"/>
            </a:pPr>
            <a:r>
              <a:rPr lang="en-US" sz="3220" dirty="0">
                <a:solidFill>
                  <a:srgbClr val="2E2E2E"/>
                </a:solidFill>
                <a:latin typeface="Montserrat" charset="0"/>
                <a:ea typeface="Montserrat"/>
                <a:cs typeface="Montserrat"/>
                <a:sym typeface="Montserrat"/>
              </a:rPr>
              <a:t>IT Maintenance &amp; Support</a:t>
            </a:r>
          </a:p>
          <a:p>
            <a:pPr marL="525803" indent="-353090">
              <a:lnSpc>
                <a:spcPct val="150000"/>
              </a:lnSpc>
              <a:buClr>
                <a:srgbClr val="2E2E2E"/>
              </a:buClr>
              <a:buSzPct val="100000"/>
              <a:buFont typeface="Arial"/>
              <a:buChar char="•"/>
            </a:pPr>
            <a:r>
              <a:rPr lang="en-US" sz="3220" dirty="0">
                <a:solidFill>
                  <a:srgbClr val="2E2E2E"/>
                </a:solidFill>
                <a:latin typeface="Montserrat" charset="0"/>
                <a:ea typeface="Montserrat"/>
                <a:cs typeface="Montserrat"/>
                <a:sym typeface="Montserrat"/>
              </a:rPr>
              <a:t>IT Project Management</a:t>
            </a:r>
          </a:p>
          <a:p>
            <a:pPr marL="525803" indent="-353090">
              <a:lnSpc>
                <a:spcPct val="150000"/>
              </a:lnSpc>
              <a:buClr>
                <a:srgbClr val="2E2E2E"/>
              </a:buClr>
              <a:buSzPct val="100000"/>
              <a:buFont typeface="Arial"/>
              <a:buChar char="•"/>
            </a:pPr>
            <a:r>
              <a:rPr lang="en-US" sz="3220" dirty="0">
                <a:solidFill>
                  <a:srgbClr val="2E2E2E"/>
                </a:solidFill>
                <a:latin typeface="Montserrat" charset="0"/>
                <a:ea typeface="Montserrat"/>
                <a:cs typeface="Montserrat"/>
                <a:sym typeface="Montserrat"/>
              </a:rPr>
              <a:t>IT Staff Support</a:t>
            </a:r>
          </a:p>
          <a:p>
            <a:pPr marL="525803" indent="-353090">
              <a:lnSpc>
                <a:spcPct val="150000"/>
              </a:lnSpc>
              <a:buClr>
                <a:srgbClr val="2E2E2E"/>
              </a:buClr>
              <a:buSzPct val="100000"/>
              <a:buFont typeface="Arial"/>
              <a:buChar char="•"/>
            </a:pPr>
            <a:r>
              <a:rPr lang="en-US" sz="3220" dirty="0">
                <a:solidFill>
                  <a:srgbClr val="2E2E2E"/>
                </a:solidFill>
                <a:latin typeface="Montserrat" charset="0"/>
                <a:ea typeface="Montserrat"/>
                <a:cs typeface="Montserrat"/>
                <a:sym typeface="Montserrat"/>
              </a:rPr>
              <a:t>IT System Engineering Software Development</a:t>
            </a:r>
          </a:p>
          <a:p>
            <a:pPr marL="525803" indent="-353090">
              <a:lnSpc>
                <a:spcPct val="150000"/>
              </a:lnSpc>
              <a:buClr>
                <a:srgbClr val="2E2E2E"/>
              </a:buClr>
              <a:buSzPct val="100000"/>
              <a:buFont typeface="Arial"/>
              <a:buChar char="•"/>
            </a:pPr>
            <a:r>
              <a:rPr lang="en-US" sz="3220" dirty="0">
                <a:solidFill>
                  <a:srgbClr val="2E2E2E"/>
                </a:solidFill>
                <a:latin typeface="Montserrat" charset="0"/>
                <a:ea typeface="Montserrat"/>
                <a:cs typeface="Montserrat"/>
                <a:sym typeface="Montserrat"/>
              </a:rPr>
              <a:t>IT Technical Support</a:t>
            </a:r>
          </a:p>
          <a:p>
            <a:pPr marL="525803" indent="-353090">
              <a:lnSpc>
                <a:spcPct val="150000"/>
              </a:lnSpc>
              <a:buClr>
                <a:srgbClr val="2E2E2E"/>
              </a:buClr>
              <a:buSzPct val="100000"/>
              <a:buFont typeface="Arial"/>
              <a:buChar char="•"/>
            </a:pPr>
            <a:r>
              <a:rPr lang="en-US" sz="3220" dirty="0">
                <a:solidFill>
                  <a:srgbClr val="2E2E2E"/>
                </a:solidFill>
                <a:latin typeface="Montserrat" charset="0"/>
                <a:ea typeface="Montserrat"/>
                <a:cs typeface="Montserrat"/>
                <a:sym typeface="Montserrat"/>
              </a:rPr>
              <a:t>SEO Management</a:t>
            </a:r>
          </a:p>
          <a:p>
            <a:pPr marL="525803" indent="-353090">
              <a:lnSpc>
                <a:spcPct val="150000"/>
              </a:lnSpc>
              <a:buClr>
                <a:srgbClr val="2E2E2E"/>
              </a:buClr>
              <a:buSzPct val="100000"/>
              <a:buFont typeface="Arial"/>
              <a:buChar char="•"/>
            </a:pPr>
            <a:r>
              <a:rPr lang="en-US" sz="3220" dirty="0">
                <a:solidFill>
                  <a:srgbClr val="2E2E2E"/>
                </a:solidFill>
                <a:latin typeface="Montserrat" charset="0"/>
                <a:ea typeface="Montserrat"/>
                <a:cs typeface="Montserrat"/>
                <a:sym typeface="Montserrat"/>
              </a:rPr>
              <a:t>Website Development &amp; Deployment</a:t>
            </a:r>
          </a:p>
          <a:p>
            <a:pPr>
              <a:spcAft>
                <a:spcPts val="1380"/>
              </a:spcAft>
            </a:pPr>
            <a:endParaRPr lang="en-US" sz="3220" dirty="0">
              <a:latin typeface="Montserrat" charset="0"/>
            </a:endParaRPr>
          </a:p>
          <a:p>
            <a:pPr marL="525803" indent="-353090">
              <a:lnSpc>
                <a:spcPct val="150000"/>
              </a:lnSpc>
              <a:buClr>
                <a:srgbClr val="2E2E2E"/>
              </a:buClr>
              <a:buSzPct val="100000"/>
              <a:buFont typeface="Arial"/>
              <a:buChar char="•"/>
            </a:pPr>
            <a:endParaRPr lang="en-SG" sz="3220" dirty="0">
              <a:solidFill>
                <a:srgbClr val="2E2E2E"/>
              </a:solidFill>
              <a:latin typeface="Montserrat" charset="0"/>
              <a:ea typeface="Montserrat"/>
              <a:cs typeface="Montserrat"/>
              <a:sym typeface="Montserrat"/>
            </a:endParaRPr>
          </a:p>
          <a:p>
            <a:pPr>
              <a:spcAft>
                <a:spcPts val="1380"/>
              </a:spcAft>
            </a:pPr>
            <a:endParaRPr lang="en-SG" sz="3220" dirty="0">
              <a:latin typeface="Montserrat" charset="0"/>
            </a:endParaRPr>
          </a:p>
        </p:txBody>
      </p:sp>
      <p:sp>
        <p:nvSpPr>
          <p:cNvPr id="8" name="Google Shape;189;p9"/>
          <p:cNvSpPr/>
          <p:nvPr/>
        </p:nvSpPr>
        <p:spPr>
          <a:xfrm rot="2464099">
            <a:off x="-7634751" y="-4497485"/>
            <a:ext cx="14714190" cy="1015292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pic>
        <p:nvPicPr>
          <p:cNvPr id="9" name="Google Shape;214;p34"/>
          <p:cNvPicPr preferRelativeResize="0"/>
          <p:nvPr/>
        </p:nvPicPr>
        <p:blipFill>
          <a:blip r:embed="rId6">
            <a:alphaModFix/>
          </a:blip>
          <a:stretch>
            <a:fillRect/>
          </a:stretch>
        </p:blipFill>
        <p:spPr>
          <a:xfrm>
            <a:off x="15510510" y="1330092"/>
            <a:ext cx="4666298" cy="4308306"/>
          </a:xfrm>
          <a:prstGeom prst="rect">
            <a:avLst/>
          </a:prstGeom>
          <a:noFill/>
          <a:ln>
            <a:noFill/>
          </a:ln>
        </p:spPr>
      </p:pic>
      <p:grpSp>
        <p:nvGrpSpPr>
          <p:cNvPr id="10" name="Google Shape;99;p2"/>
          <p:cNvGrpSpPr/>
          <p:nvPr/>
        </p:nvGrpSpPr>
        <p:grpSpPr>
          <a:xfrm>
            <a:off x="16456578" y="10170335"/>
            <a:ext cx="4592487" cy="2537212"/>
            <a:chOff x="11738152" y="7002834"/>
            <a:chExt cx="3993467" cy="2206272"/>
          </a:xfrm>
        </p:grpSpPr>
        <p:pic>
          <p:nvPicPr>
            <p:cNvPr id="11" name="Google Shape;100;p2" descr="A close up of a sign&#10;&#10;Description automatically generated"/>
            <p:cNvPicPr preferRelativeResize="0"/>
            <p:nvPr/>
          </p:nvPicPr>
          <p:blipFill rotWithShape="1">
            <a:blip r:embed="rId7">
              <a:alphaModFix/>
            </a:blip>
            <a:srcRect t="11570" b="11539"/>
            <a:stretch/>
          </p:blipFill>
          <p:spPr>
            <a:xfrm>
              <a:off x="12930350" y="7277100"/>
              <a:ext cx="977894" cy="757410"/>
            </a:xfrm>
            <a:prstGeom prst="rect">
              <a:avLst/>
            </a:prstGeom>
            <a:noFill/>
            <a:ln>
              <a:noFill/>
            </a:ln>
          </p:spPr>
        </p:pic>
        <p:sp>
          <p:nvSpPr>
            <p:cNvPr id="12"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3"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5" name="Google Shape;225;p11"/>
          <p:cNvSpPr/>
          <p:nvPr/>
        </p:nvSpPr>
        <p:spPr>
          <a:xfrm rot="8243363" flipH="1">
            <a:off x="-1558958" y="9290824"/>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6" name="Google Shape;188;p9"/>
          <p:cNvSpPr/>
          <p:nvPr/>
        </p:nvSpPr>
        <p:spPr>
          <a:xfrm rot="6144593">
            <a:off x="8241128" y="-1609347"/>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7" name="Google Shape;212;p34"/>
          <p:cNvSpPr txBox="1">
            <a:spLocks/>
          </p:cNvSpPr>
          <p:nvPr/>
        </p:nvSpPr>
        <p:spPr>
          <a:xfrm>
            <a:off x="10033635" y="1512570"/>
            <a:ext cx="10756583" cy="10734675"/>
          </a:xfrm>
          <a:prstGeom prst="rect">
            <a:avLst/>
          </a:prstGeom>
        </p:spPr>
        <p:txBody>
          <a:bodyPr spcFirstLastPara="1" wrap="square" lIns="105139" tIns="105139" rIns="105139" bIns="105139" numCol="1"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2712">
              <a:lnSpc>
                <a:spcPct val="150000"/>
              </a:lnSpc>
              <a:buClr>
                <a:srgbClr val="2E2E2E"/>
              </a:buClr>
              <a:buSzPct val="100000"/>
            </a:pPr>
            <a:endParaRPr lang="en-US" sz="5060" dirty="0">
              <a:solidFill>
                <a:srgbClr val="2E2E2E"/>
              </a:solidFill>
              <a:latin typeface="Montserrat" charset="0"/>
              <a:ea typeface="Montserrat"/>
              <a:cs typeface="Montserrat"/>
              <a:sym typeface="Montserrat"/>
            </a:endParaRPr>
          </a:p>
          <a:p>
            <a:pPr marL="525803" indent="-353090">
              <a:lnSpc>
                <a:spcPct val="150000"/>
              </a:lnSpc>
              <a:buClr>
                <a:srgbClr val="2E2E2E"/>
              </a:buClr>
              <a:buSzPct val="100000"/>
              <a:buFont typeface="Arial"/>
              <a:buChar char="•"/>
            </a:pPr>
            <a:r>
              <a:rPr lang="en-US" sz="6210" dirty="0">
                <a:solidFill>
                  <a:srgbClr val="2E2E2E"/>
                </a:solidFill>
                <a:latin typeface="Montserrat" charset="0"/>
                <a:ea typeface="Montserrat"/>
                <a:cs typeface="Montserrat"/>
                <a:sym typeface="Montserrat"/>
              </a:rPr>
              <a:t>One Stop SOP Templates Shop</a:t>
            </a:r>
          </a:p>
          <a:p>
            <a:pPr marL="698515" indent="-525803">
              <a:lnSpc>
                <a:spcPct val="150000"/>
              </a:lnSpc>
              <a:buClr>
                <a:srgbClr val="2E2E2E"/>
              </a:buClr>
              <a:buSzPct val="100000"/>
              <a:buFont typeface="Arial" pitchFamily="34" charset="0"/>
              <a:buChar char="•"/>
            </a:pPr>
            <a:r>
              <a:rPr lang="en-US" sz="6210" dirty="0">
                <a:solidFill>
                  <a:srgbClr val="2E2E2E"/>
                </a:solidFill>
                <a:latin typeface="Montserrat" charset="0"/>
                <a:ea typeface="Montserrat"/>
                <a:cs typeface="Montserrat"/>
                <a:sym typeface="Montserrat"/>
              </a:rPr>
              <a:t>Programs, Policies, SOPs, Forms, and Training Materials Customizable Templates</a:t>
            </a:r>
          </a:p>
        </p:txBody>
      </p:sp>
      <p:sp>
        <p:nvSpPr>
          <p:cNvPr id="8" name="Google Shape;189;p9"/>
          <p:cNvSpPr/>
          <p:nvPr/>
        </p:nvSpPr>
        <p:spPr>
          <a:xfrm rot="2464099">
            <a:off x="719476" y="-4674750"/>
            <a:ext cx="14714190" cy="1015292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pic>
        <p:nvPicPr>
          <p:cNvPr id="10" name="Google Shape;221;p35"/>
          <p:cNvPicPr preferRelativeResize="0"/>
          <p:nvPr/>
        </p:nvPicPr>
        <p:blipFill>
          <a:blip r:embed="rId6">
            <a:alphaModFix/>
          </a:blip>
          <a:stretch>
            <a:fillRect/>
          </a:stretch>
        </p:blipFill>
        <p:spPr>
          <a:xfrm>
            <a:off x="427567" y="2489926"/>
            <a:ext cx="10263294" cy="8508592"/>
          </a:xfrm>
          <a:prstGeom prst="rect">
            <a:avLst/>
          </a:prstGeom>
          <a:noFill/>
          <a:ln>
            <a:noFill/>
          </a:ln>
        </p:spPr>
      </p:pic>
      <p:grpSp>
        <p:nvGrpSpPr>
          <p:cNvPr id="9" name="Google Shape;99;p2"/>
          <p:cNvGrpSpPr/>
          <p:nvPr/>
        </p:nvGrpSpPr>
        <p:grpSpPr>
          <a:xfrm>
            <a:off x="343348" y="10554880"/>
            <a:ext cx="4592487" cy="2537212"/>
            <a:chOff x="11738152" y="7002834"/>
            <a:chExt cx="3993467" cy="2206272"/>
          </a:xfrm>
        </p:grpSpPr>
        <p:pic>
          <p:nvPicPr>
            <p:cNvPr id="11" name="Google Shape;100;p2" descr="A close up of a sign&#10;&#10;Description automatically generated"/>
            <p:cNvPicPr preferRelativeResize="0"/>
            <p:nvPr/>
          </p:nvPicPr>
          <p:blipFill rotWithShape="1">
            <a:blip r:embed="rId7">
              <a:alphaModFix/>
            </a:blip>
            <a:srcRect t="11570" b="11539"/>
            <a:stretch/>
          </p:blipFill>
          <p:spPr>
            <a:xfrm>
              <a:off x="12930350" y="7277100"/>
              <a:ext cx="977894" cy="757410"/>
            </a:xfrm>
            <a:prstGeom prst="rect">
              <a:avLst/>
            </a:prstGeom>
            <a:noFill/>
            <a:ln>
              <a:noFill/>
            </a:ln>
          </p:spPr>
        </p:pic>
        <p:sp>
          <p:nvSpPr>
            <p:cNvPr id="12"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3"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72724881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5" name="Google Shape;225;p11"/>
          <p:cNvSpPr/>
          <p:nvPr/>
        </p:nvSpPr>
        <p:spPr>
          <a:xfrm rot="8243363" flipH="1">
            <a:off x="-1558958" y="9290824"/>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6" name="Google Shape;188;p9"/>
          <p:cNvSpPr/>
          <p:nvPr/>
        </p:nvSpPr>
        <p:spPr>
          <a:xfrm rot="6144593">
            <a:off x="9102461" y="-3229850"/>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7" name="Google Shape;212;p34"/>
          <p:cNvSpPr txBox="1">
            <a:spLocks/>
          </p:cNvSpPr>
          <p:nvPr/>
        </p:nvSpPr>
        <p:spPr>
          <a:xfrm>
            <a:off x="10033635" y="1512570"/>
            <a:ext cx="10756583" cy="10734675"/>
          </a:xfrm>
          <a:prstGeom prst="rect">
            <a:avLst/>
          </a:prstGeom>
        </p:spPr>
        <p:txBody>
          <a:bodyPr spcFirstLastPara="1" wrap="square" lIns="105139" tIns="105139" rIns="105139" bIns="105139" numCol="1"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2712">
              <a:lnSpc>
                <a:spcPct val="150000"/>
              </a:lnSpc>
              <a:buClr>
                <a:srgbClr val="2E2E2E"/>
              </a:buClr>
              <a:buSzPct val="100000"/>
            </a:pPr>
            <a:endParaRPr lang="en-US" sz="5060" dirty="0">
              <a:solidFill>
                <a:srgbClr val="2E2E2E"/>
              </a:solidFill>
              <a:latin typeface="Montserrat" charset="0"/>
              <a:ea typeface="Montserrat"/>
              <a:cs typeface="Montserrat"/>
              <a:sym typeface="Montserrat"/>
            </a:endParaRPr>
          </a:p>
          <a:p>
            <a:pPr marL="525803" indent="-353090">
              <a:lnSpc>
                <a:spcPct val="150000"/>
              </a:lnSpc>
              <a:buClr>
                <a:srgbClr val="2E2E2E"/>
              </a:buClr>
              <a:buSzPct val="100000"/>
              <a:buFont typeface="Arial"/>
              <a:buChar char="•"/>
            </a:pPr>
            <a:r>
              <a:rPr lang="en-US" sz="6210" dirty="0">
                <a:solidFill>
                  <a:srgbClr val="2E2E2E"/>
                </a:solidFill>
                <a:latin typeface="Montserrat" charset="0"/>
                <a:ea typeface="Montserrat"/>
                <a:cs typeface="Montserrat"/>
                <a:sym typeface="Montserrat"/>
              </a:rPr>
              <a:t>Free Familiarization Webinar Series via </a:t>
            </a:r>
            <a:r>
              <a:rPr lang="en-US" sz="6210" dirty="0" smtClean="0">
                <a:solidFill>
                  <a:srgbClr val="2E2E2E"/>
                </a:solidFill>
                <a:latin typeface="Montserrat" charset="0"/>
                <a:ea typeface="Montserrat"/>
                <a:cs typeface="Montserrat"/>
                <a:sym typeface="Montserrat"/>
              </a:rPr>
              <a:t>InterlinkIQ.com</a:t>
            </a:r>
          </a:p>
          <a:p>
            <a:pPr marL="525803" indent="-353090">
              <a:lnSpc>
                <a:spcPct val="150000"/>
              </a:lnSpc>
              <a:buClr>
                <a:srgbClr val="2E2E2E"/>
              </a:buClr>
              <a:buSzPct val="100000"/>
              <a:buFont typeface="Arial"/>
              <a:buChar char="•"/>
            </a:pPr>
            <a:r>
              <a:rPr lang="en-US" sz="6210" dirty="0" smtClean="0">
                <a:solidFill>
                  <a:srgbClr val="2E2E2E"/>
                </a:solidFill>
                <a:latin typeface="Montserrat" charset="0"/>
                <a:ea typeface="Montserrat"/>
                <a:cs typeface="Montserrat"/>
                <a:sym typeface="Montserrat"/>
              </a:rPr>
              <a:t>Free registration</a:t>
            </a:r>
          </a:p>
          <a:p>
            <a:pPr marL="525803" indent="-353090">
              <a:lnSpc>
                <a:spcPct val="150000"/>
              </a:lnSpc>
              <a:buClr>
                <a:srgbClr val="2E2E2E"/>
              </a:buClr>
              <a:buSzPct val="100000"/>
              <a:buFont typeface="Arial"/>
              <a:buChar char="•"/>
            </a:pPr>
            <a:r>
              <a:rPr lang="en-US" sz="6210" dirty="0" smtClean="0">
                <a:solidFill>
                  <a:srgbClr val="2E2E2E"/>
                </a:solidFill>
                <a:latin typeface="Montserrat" charset="0"/>
                <a:ea typeface="Montserrat"/>
                <a:cs typeface="Montserrat"/>
                <a:sym typeface="Montserrat"/>
              </a:rPr>
              <a:t>Free e-certificate</a:t>
            </a:r>
            <a:endParaRPr lang="en-US" sz="6210" dirty="0">
              <a:solidFill>
                <a:srgbClr val="2E2E2E"/>
              </a:solidFill>
              <a:latin typeface="Montserrat" charset="0"/>
              <a:ea typeface="Montserrat"/>
              <a:cs typeface="Montserrat"/>
              <a:sym typeface="Montserrat"/>
            </a:endParaRPr>
          </a:p>
        </p:txBody>
      </p:sp>
      <p:sp>
        <p:nvSpPr>
          <p:cNvPr id="8" name="Google Shape;189;p9"/>
          <p:cNvSpPr/>
          <p:nvPr/>
        </p:nvSpPr>
        <p:spPr>
          <a:xfrm rot="2464099">
            <a:off x="-1600423" y="-4633420"/>
            <a:ext cx="14714190" cy="1015292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grpSp>
        <p:nvGrpSpPr>
          <p:cNvPr id="9" name="Google Shape;99;p2"/>
          <p:cNvGrpSpPr/>
          <p:nvPr/>
        </p:nvGrpSpPr>
        <p:grpSpPr>
          <a:xfrm>
            <a:off x="372845" y="10554880"/>
            <a:ext cx="4592487" cy="2537212"/>
            <a:chOff x="11738152" y="7002834"/>
            <a:chExt cx="3993467" cy="2206272"/>
          </a:xfrm>
        </p:grpSpPr>
        <p:pic>
          <p:nvPicPr>
            <p:cNvPr id="11" name="Google Shape;100;p2" descr="A close up of a sign&#10;&#10;Description automatically generated"/>
            <p:cNvPicPr preferRelativeResize="0"/>
            <p:nvPr/>
          </p:nvPicPr>
          <p:blipFill rotWithShape="1">
            <a:blip r:embed="rId6">
              <a:alphaModFix/>
            </a:blip>
            <a:srcRect t="11570" b="11539"/>
            <a:stretch/>
          </p:blipFill>
          <p:spPr>
            <a:xfrm>
              <a:off x="12930350" y="7277100"/>
              <a:ext cx="977894" cy="757410"/>
            </a:xfrm>
            <a:prstGeom prst="rect">
              <a:avLst/>
            </a:prstGeom>
            <a:noFill/>
            <a:ln>
              <a:noFill/>
            </a:ln>
          </p:spPr>
        </p:pic>
        <p:sp>
          <p:nvSpPr>
            <p:cNvPr id="12"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3"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pic>
        <p:nvPicPr>
          <p:cNvPr id="2" name="Picture 1"/>
          <p:cNvPicPr>
            <a:picLocks noChangeAspect="1"/>
          </p:cNvPicPr>
          <p:nvPr/>
        </p:nvPicPr>
        <p:blipFill>
          <a:blip r:embed="rId7"/>
          <a:stretch>
            <a:fillRect/>
          </a:stretch>
        </p:blipFill>
        <p:spPr>
          <a:xfrm>
            <a:off x="382041" y="4676139"/>
            <a:ext cx="9238268" cy="2976246"/>
          </a:xfrm>
          <a:prstGeom prst="rect">
            <a:avLst/>
          </a:prstGeom>
        </p:spPr>
      </p:pic>
    </p:spTree>
    <p:extLst>
      <p:ext uri="{BB962C8B-B14F-4D97-AF65-F5344CB8AC3E}">
        <p14:creationId xmlns:p14="http://schemas.microsoft.com/office/powerpoint/2010/main" val="189292503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5F3F7"/>
        </a:solidFill>
        <a:effectLst/>
      </p:bgPr>
    </p:bg>
    <p:spTree>
      <p:nvGrpSpPr>
        <p:cNvPr id="1" name="Shape 252"/>
        <p:cNvGrpSpPr/>
        <p:nvPr/>
      </p:nvGrpSpPr>
      <p:grpSpPr>
        <a:xfrm>
          <a:off x="0" y="0"/>
          <a:ext cx="0" cy="0"/>
          <a:chOff x="0" y="0"/>
          <a:chExt cx="0" cy="0"/>
        </a:xfrm>
      </p:grpSpPr>
      <p:sp>
        <p:nvSpPr>
          <p:cNvPr id="8" name="Google Shape;233;p37"/>
          <p:cNvSpPr txBox="1">
            <a:spLocks/>
          </p:cNvSpPr>
          <p:nvPr/>
        </p:nvSpPr>
        <p:spPr>
          <a:xfrm>
            <a:off x="2" y="-88518"/>
            <a:ext cx="21031199" cy="1548964"/>
          </a:xfrm>
          <a:prstGeom prst="rect">
            <a:avLst/>
          </a:prstGeom>
        </p:spPr>
        <p:txBody>
          <a:bodyPr spcFirstLastPara="1" wrap="square" lIns="105139" tIns="105139" rIns="105139" bIns="105139"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SG" sz="8050" b="1" u="sng" dirty="0">
                <a:solidFill>
                  <a:srgbClr val="0070C0"/>
                </a:solidFill>
                <a:latin typeface="Barlow"/>
              </a:rPr>
              <a:t>OUR TEAM</a:t>
            </a:r>
          </a:p>
        </p:txBody>
      </p:sp>
      <p:sp>
        <p:nvSpPr>
          <p:cNvPr id="3" name="TextBox 2"/>
          <p:cNvSpPr txBox="1"/>
          <p:nvPr/>
        </p:nvSpPr>
        <p:spPr>
          <a:xfrm>
            <a:off x="709970" y="1129026"/>
            <a:ext cx="6966585" cy="658642"/>
          </a:xfrm>
          <a:prstGeom prst="rect">
            <a:avLst/>
          </a:prstGeom>
          <a:noFill/>
        </p:spPr>
        <p:txBody>
          <a:bodyPr wrap="square" rtlCol="0">
            <a:spAutoFit/>
          </a:bodyPr>
          <a:lstStyle/>
          <a:p>
            <a:r>
              <a:rPr lang="en-US" sz="3680" b="1" dirty="0">
                <a:latin typeface="Montserrat" charset="0"/>
              </a:rPr>
              <a:t>CONSULTARE INC. GROUP</a:t>
            </a:r>
            <a:endParaRPr lang="en-SG" sz="3680" b="1" dirty="0">
              <a:latin typeface="Montserrat" charset="0"/>
            </a:endParaRPr>
          </a:p>
        </p:txBody>
      </p:sp>
      <p:graphicFrame>
        <p:nvGraphicFramePr>
          <p:cNvPr id="6" name="Diagram 5"/>
          <p:cNvGraphicFramePr/>
          <p:nvPr>
            <p:extLst>
              <p:ext uri="{D42A27DB-BD31-4B8C-83A1-F6EECF244321}">
                <p14:modId xmlns:p14="http://schemas.microsoft.com/office/powerpoint/2010/main" val="585372587"/>
              </p:ext>
            </p:extLst>
          </p:nvPr>
        </p:nvGraphicFramePr>
        <p:xfrm>
          <a:off x="2" y="0"/>
          <a:ext cx="21031198" cy="13716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1"/>
          <p:cNvSpPr txBox="1"/>
          <p:nvPr/>
        </p:nvSpPr>
        <p:spPr>
          <a:xfrm>
            <a:off x="1333228" y="1830624"/>
            <a:ext cx="9266873" cy="1238801"/>
          </a:xfrm>
          <a:prstGeom prst="rect">
            <a:avLst/>
          </a:prstGeom>
          <a:noFill/>
          <a:ln>
            <a:noFill/>
          </a:ln>
        </p:spPr>
        <p:txBody>
          <a:bodyPr spcFirstLastPara="1" wrap="square" lIns="0" tIns="0" rIns="0" bIns="0" anchor="t" anchorCtr="0">
            <a:spAutoFit/>
          </a:bodyPr>
          <a:lstStyle/>
          <a:p>
            <a:pPr lvl="0" algn="ctr"/>
            <a:r>
              <a:rPr lang="en-US" sz="8050" b="1" u="sng" dirty="0">
                <a:solidFill>
                  <a:srgbClr val="004AAD"/>
                </a:solidFill>
                <a:latin typeface="Barlow"/>
                <a:ea typeface="Montserrat"/>
                <a:cs typeface="Montserrat"/>
                <a:sym typeface="Montserrat"/>
              </a:rPr>
              <a:t>WORK SCHEDULE</a:t>
            </a:r>
            <a:endParaRPr sz="8050" u="sng" dirty="0">
              <a:latin typeface="Barlow"/>
            </a:endParaRPr>
          </a:p>
        </p:txBody>
      </p:sp>
      <p:sp>
        <p:nvSpPr>
          <p:cNvPr id="6" name="Google Shape;188;p9"/>
          <p:cNvSpPr/>
          <p:nvPr/>
        </p:nvSpPr>
        <p:spPr>
          <a:xfrm rot="6144593">
            <a:off x="8241128" y="-1609347"/>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3">
              <a:alphaModFix amt="35000"/>
            </a:blip>
            <a:stretch>
              <a:fillRect/>
            </a:stretch>
          </a:blipFill>
          <a:ln>
            <a:noFill/>
          </a:ln>
        </p:spPr>
      </p:sp>
      <p:sp>
        <p:nvSpPr>
          <p:cNvPr id="225" name="Google Shape;225;p11"/>
          <p:cNvSpPr/>
          <p:nvPr/>
        </p:nvSpPr>
        <p:spPr>
          <a:xfrm rot="8243363" flipH="1">
            <a:off x="-2106646" y="10276662"/>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4">
              <a:alphaModFix amt="50000"/>
            </a:blip>
            <a:stretch>
              <a:fillRect/>
            </a:stretch>
          </a:blipFill>
          <a:ln>
            <a:noFill/>
          </a:ln>
        </p:spPr>
      </p:sp>
      <p:sp>
        <p:nvSpPr>
          <p:cNvPr id="7" name="Google Shape;212;p34"/>
          <p:cNvSpPr txBox="1">
            <a:spLocks/>
          </p:cNvSpPr>
          <p:nvPr/>
        </p:nvSpPr>
        <p:spPr>
          <a:xfrm>
            <a:off x="1333228" y="3048057"/>
            <a:ext cx="10715898" cy="8872538"/>
          </a:xfrm>
          <a:prstGeom prst="rect">
            <a:avLst/>
          </a:prstGeom>
        </p:spPr>
        <p:txBody>
          <a:bodyPr spcFirstLastPara="1" wrap="square" lIns="105139" tIns="105139" rIns="105139" bIns="105139" numCol="1"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57254" indent="-657254">
              <a:buFont typeface="Wingdings" pitchFamily="2" charset="2"/>
              <a:buChar char="ü"/>
            </a:pPr>
            <a:r>
              <a:rPr lang="en-US" sz="4600" dirty="0">
                <a:latin typeface="Montserrat" charset="0"/>
              </a:rPr>
              <a:t>Monday to Friday</a:t>
            </a:r>
          </a:p>
          <a:p>
            <a:pPr marL="657254" indent="-657254">
              <a:buFont typeface="Wingdings" pitchFamily="2" charset="2"/>
              <a:buChar char="ü"/>
            </a:pPr>
            <a:r>
              <a:rPr lang="en-US" sz="4600" dirty="0">
                <a:latin typeface="Montserrat" charset="0"/>
              </a:rPr>
              <a:t>10:00 PM to 6:00 AM </a:t>
            </a:r>
            <a:r>
              <a:rPr lang="en-US" sz="4600" dirty="0" err="1">
                <a:latin typeface="Montserrat" charset="0"/>
              </a:rPr>
              <a:t>PhT</a:t>
            </a:r>
            <a:endParaRPr lang="en-US" sz="4600" dirty="0">
              <a:latin typeface="Montserrat" charset="0"/>
            </a:endParaRPr>
          </a:p>
          <a:p>
            <a:pPr marL="657254" indent="-657254">
              <a:buFont typeface="Wingdings" pitchFamily="2" charset="2"/>
              <a:buChar char="ü"/>
            </a:pPr>
            <a:r>
              <a:rPr lang="en-US" sz="4600" dirty="0">
                <a:latin typeface="Montserrat" charset="0"/>
              </a:rPr>
              <a:t>9:00 AM to 5:00 PM CST Time</a:t>
            </a:r>
            <a:endParaRPr lang="en-SG" sz="2760" dirty="0">
              <a:latin typeface="Montserrat" charset="0"/>
            </a:endParaRPr>
          </a:p>
        </p:txBody>
      </p:sp>
      <p:sp>
        <p:nvSpPr>
          <p:cNvPr id="8" name="Google Shape;189;p9"/>
          <p:cNvSpPr/>
          <p:nvPr/>
        </p:nvSpPr>
        <p:spPr>
          <a:xfrm rot="2464099">
            <a:off x="-1056292" y="-3745550"/>
            <a:ext cx="14714190" cy="1015292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
        <p:nvSpPr>
          <p:cNvPr id="11" name="Google Shape;243;p38"/>
          <p:cNvSpPr txBox="1">
            <a:spLocks/>
          </p:cNvSpPr>
          <p:nvPr/>
        </p:nvSpPr>
        <p:spPr>
          <a:xfrm>
            <a:off x="1333228" y="5475690"/>
            <a:ext cx="10851309" cy="6090285"/>
          </a:xfrm>
          <a:prstGeom prst="rect">
            <a:avLst/>
          </a:prstGeom>
        </p:spPr>
        <p:txBody>
          <a:bodyPr spcFirstLastPara="1" wrap="square" lIns="105139" tIns="105139" rIns="105139" bIns="105139" anchor="t" anchorCtr="0">
            <a:normAutofit fontScale="77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r>
              <a:rPr lang="en-US" sz="9430" b="1" u="sng" dirty="0">
                <a:solidFill>
                  <a:srgbClr val="004AAD"/>
                </a:solidFill>
                <a:latin typeface="Barlow"/>
                <a:ea typeface="Montserrat"/>
                <a:cs typeface="Montserrat"/>
                <a:sym typeface="Montserrat"/>
              </a:rPr>
              <a:t>LEAVE AND BENEFITS</a:t>
            </a:r>
            <a:endParaRPr lang="en-US" sz="9430" u="sng" dirty="0">
              <a:latin typeface="Barlow"/>
            </a:endParaRPr>
          </a:p>
          <a:p>
            <a:pPr marL="657254" indent="-657254">
              <a:lnSpc>
                <a:spcPct val="150000"/>
              </a:lnSpc>
              <a:buFont typeface="Wingdings" pitchFamily="2" charset="2"/>
              <a:buChar char="ü"/>
            </a:pPr>
            <a:r>
              <a:rPr lang="en-US" sz="4140" b="1" dirty="0">
                <a:latin typeface="Montserrat" charset="0"/>
              </a:rPr>
              <a:t>24 days Paid Time Off</a:t>
            </a:r>
          </a:p>
          <a:p>
            <a:pPr marL="657254" indent="-657254">
              <a:lnSpc>
                <a:spcPct val="150000"/>
              </a:lnSpc>
              <a:buFont typeface="Wingdings" pitchFamily="2" charset="2"/>
              <a:buChar char="ü"/>
            </a:pPr>
            <a:r>
              <a:rPr lang="en-US" sz="4140" b="1" dirty="0">
                <a:latin typeface="Montserrat" charset="0"/>
              </a:rPr>
              <a:t>1 week Paternity Leave</a:t>
            </a:r>
          </a:p>
          <a:p>
            <a:pPr marL="657254" indent="-657254">
              <a:lnSpc>
                <a:spcPct val="150000"/>
              </a:lnSpc>
              <a:buFont typeface="Wingdings" pitchFamily="2" charset="2"/>
              <a:buChar char="ü"/>
            </a:pPr>
            <a:r>
              <a:rPr lang="en-US" sz="4140" b="1" dirty="0">
                <a:latin typeface="Montserrat" charset="0"/>
              </a:rPr>
              <a:t>6 weeks Maternity Leave</a:t>
            </a:r>
          </a:p>
          <a:p>
            <a:pPr marL="657254" indent="-657254">
              <a:lnSpc>
                <a:spcPct val="150000"/>
              </a:lnSpc>
              <a:buFont typeface="Wingdings" pitchFamily="2" charset="2"/>
              <a:buChar char="ü"/>
            </a:pPr>
            <a:r>
              <a:rPr lang="en-US" sz="4140" b="1" dirty="0">
                <a:latin typeface="Montserrat" charset="0"/>
              </a:rPr>
              <a:t>6 US Holidays </a:t>
            </a:r>
            <a:r>
              <a:rPr lang="en-US" sz="4140" dirty="0">
                <a:latin typeface="Montserrat" charset="0"/>
              </a:rPr>
              <a:t>(Memorial Day, Independence Day, Labor Day, Thanksgiving, Christmas and New Years Day)</a:t>
            </a:r>
          </a:p>
          <a:p>
            <a:pPr marL="657254" indent="-657254">
              <a:lnSpc>
                <a:spcPct val="150000"/>
              </a:lnSpc>
              <a:buFont typeface="Wingdings" pitchFamily="2" charset="2"/>
              <a:buChar char="ü"/>
            </a:pPr>
            <a:endParaRPr lang="en-SG" sz="2300" dirty="0">
              <a:latin typeface="Montserrat" charset="0"/>
            </a:endParaRPr>
          </a:p>
          <a:p>
            <a:pPr marL="693768" indent="-525803">
              <a:lnSpc>
                <a:spcPct val="110000"/>
              </a:lnSpc>
              <a:spcBef>
                <a:spcPts val="1380"/>
              </a:spcBef>
              <a:buClr>
                <a:schemeClr val="dk1"/>
              </a:buClr>
              <a:buSzPts val="1300"/>
              <a:buFont typeface="Wingdings" pitchFamily="2" charset="2"/>
              <a:buChar char="ü"/>
            </a:pPr>
            <a:endParaRPr lang="en-US" sz="1610" dirty="0">
              <a:latin typeface="Montserrat" charset="0"/>
            </a:endParaRPr>
          </a:p>
          <a:p>
            <a:pPr marL="525803">
              <a:spcBef>
                <a:spcPts val="1380"/>
              </a:spcBef>
            </a:pPr>
            <a:endParaRPr lang="en-US" sz="3680" dirty="0">
              <a:solidFill>
                <a:schemeClr val="tx1"/>
              </a:solidFill>
              <a:latin typeface="Montserrat" charset="0"/>
            </a:endParaRPr>
          </a:p>
          <a:p>
            <a:pPr>
              <a:spcBef>
                <a:spcPts val="1380"/>
              </a:spcBef>
              <a:spcAft>
                <a:spcPts val="1380"/>
              </a:spcAft>
            </a:pPr>
            <a:endParaRPr lang="en-US" sz="1610" dirty="0">
              <a:solidFill>
                <a:schemeClr val="bg2">
                  <a:lumMod val="75000"/>
                </a:schemeClr>
              </a:solidFill>
              <a:latin typeface="Montserrat" charset="0"/>
            </a:endParaRPr>
          </a:p>
        </p:txBody>
      </p:sp>
      <p:pic>
        <p:nvPicPr>
          <p:cNvPr id="12" name="Google Shape;244;p38"/>
          <p:cNvPicPr preferRelativeResize="0"/>
          <p:nvPr/>
        </p:nvPicPr>
        <p:blipFill>
          <a:blip r:embed="rId6">
            <a:alphaModFix/>
          </a:blip>
          <a:stretch>
            <a:fillRect/>
          </a:stretch>
        </p:blipFill>
        <p:spPr>
          <a:xfrm>
            <a:off x="12977922" y="1473645"/>
            <a:ext cx="7603832" cy="8092634"/>
          </a:xfrm>
          <a:prstGeom prst="rect">
            <a:avLst/>
          </a:prstGeom>
          <a:noFill/>
          <a:ln>
            <a:noFill/>
          </a:ln>
        </p:spPr>
      </p:pic>
      <p:grpSp>
        <p:nvGrpSpPr>
          <p:cNvPr id="9" name="Google Shape;99;p2"/>
          <p:cNvGrpSpPr/>
          <p:nvPr/>
        </p:nvGrpSpPr>
        <p:grpSpPr>
          <a:xfrm>
            <a:off x="16374787" y="10110678"/>
            <a:ext cx="4592487" cy="2537212"/>
            <a:chOff x="11738152" y="7002834"/>
            <a:chExt cx="3993467" cy="2206272"/>
          </a:xfrm>
        </p:grpSpPr>
        <p:pic>
          <p:nvPicPr>
            <p:cNvPr id="10" name="Google Shape;100;p2" descr="A close up of a sign&#10;&#10;Description automatically generated"/>
            <p:cNvPicPr preferRelativeResize="0"/>
            <p:nvPr/>
          </p:nvPicPr>
          <p:blipFill rotWithShape="1">
            <a:blip r:embed="rId7">
              <a:alphaModFix/>
            </a:blip>
            <a:srcRect t="11570" b="11539"/>
            <a:stretch/>
          </p:blipFill>
          <p:spPr>
            <a:xfrm>
              <a:off x="12930350" y="7277100"/>
              <a:ext cx="977894" cy="757410"/>
            </a:xfrm>
            <a:prstGeom prst="rect">
              <a:avLst/>
            </a:prstGeom>
            <a:noFill/>
            <a:ln>
              <a:noFill/>
            </a:ln>
          </p:spPr>
        </p:pic>
        <p:sp>
          <p:nvSpPr>
            <p:cNvPr id="13"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4"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160999314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591995" y="1898391"/>
            <a:ext cx="20023455" cy="2477601"/>
          </a:xfrm>
          <a:prstGeom prst="rect">
            <a:avLst/>
          </a:prstGeom>
          <a:noFill/>
          <a:ln>
            <a:noFill/>
          </a:ln>
        </p:spPr>
        <p:txBody>
          <a:bodyPr spcFirstLastPara="1" wrap="square" lIns="0" tIns="0" rIns="0" bIns="0" anchor="t" anchorCtr="0">
            <a:spAutoFit/>
          </a:bodyPr>
          <a:lstStyle/>
          <a:p>
            <a:pPr lvl="0" algn="ctr"/>
            <a:r>
              <a:rPr lang="en-US" sz="8050" b="1" dirty="0">
                <a:solidFill>
                  <a:srgbClr val="004AAD"/>
                </a:solidFill>
                <a:latin typeface="Barlow"/>
                <a:ea typeface="Montserrat"/>
                <a:cs typeface="Montserrat"/>
                <a:sym typeface="Montserrat"/>
              </a:rPr>
              <a:t>VIRTUAL ASSISTANT EMPLOYMENT STATUS</a:t>
            </a:r>
            <a:endParaRPr sz="8050" dirty="0">
              <a:latin typeface="Barlow"/>
            </a:endParaRPr>
          </a:p>
        </p:txBody>
      </p:sp>
      <p:sp>
        <p:nvSpPr>
          <p:cNvPr id="248" name="Google Shape;248;p13"/>
          <p:cNvSpPr txBox="1"/>
          <p:nvPr/>
        </p:nvSpPr>
        <p:spPr>
          <a:xfrm>
            <a:off x="1558562" y="4424935"/>
            <a:ext cx="18195744" cy="6795707"/>
          </a:xfrm>
          <a:prstGeom prst="rect">
            <a:avLst/>
          </a:prstGeom>
          <a:noFill/>
          <a:ln>
            <a:noFill/>
          </a:ln>
        </p:spPr>
        <p:txBody>
          <a:bodyPr spcFirstLastPara="1" wrap="square" lIns="0" tIns="0" rIns="0" bIns="0" anchor="t" anchorCtr="0">
            <a:spAutoFit/>
          </a:bodyPr>
          <a:lstStyle/>
          <a:p>
            <a:pPr marL="394352" indent="-394352" algn="just">
              <a:lnSpc>
                <a:spcPct val="150000"/>
              </a:lnSpc>
              <a:buFont typeface="Wingdings" pitchFamily="2" charset="2"/>
              <a:buChar char="Ø"/>
            </a:pPr>
            <a:r>
              <a:rPr lang="en-US" sz="3680" b="1" dirty="0">
                <a:solidFill>
                  <a:srgbClr val="2E2E2E"/>
                </a:solidFill>
                <a:latin typeface="Montserrat"/>
                <a:ea typeface="Montserrat"/>
                <a:cs typeface="Montserrat"/>
                <a:sym typeface="Montserrat"/>
              </a:rPr>
              <a:t>Full-time Virtual Assistants - </a:t>
            </a:r>
            <a:r>
              <a:rPr lang="en-US" sz="3680" dirty="0">
                <a:solidFill>
                  <a:srgbClr val="2E2E2E"/>
                </a:solidFill>
                <a:latin typeface="Montserrat"/>
                <a:ea typeface="Montserrat"/>
                <a:cs typeface="Montserrat"/>
                <a:sym typeface="Montserrat"/>
              </a:rPr>
              <a:t>perform at least 8 hours per day or 40 hours per week, Monday to Friday.</a:t>
            </a:r>
          </a:p>
          <a:p>
            <a:pPr marL="394352" indent="-394352" algn="just">
              <a:lnSpc>
                <a:spcPct val="150000"/>
              </a:lnSpc>
              <a:buFont typeface="Wingdings" pitchFamily="2" charset="2"/>
              <a:buChar char="Ø"/>
            </a:pPr>
            <a:r>
              <a:rPr lang="en-US" sz="3680" b="1" dirty="0">
                <a:solidFill>
                  <a:srgbClr val="2E2E2E"/>
                </a:solidFill>
                <a:latin typeface="Montserrat"/>
                <a:ea typeface="Montserrat"/>
                <a:cs typeface="Montserrat"/>
                <a:sym typeface="Montserrat"/>
              </a:rPr>
              <a:t>Part-Time Virtual Assistant - </a:t>
            </a:r>
            <a:r>
              <a:rPr lang="en-US" sz="3680" dirty="0">
                <a:solidFill>
                  <a:srgbClr val="2E2E2E"/>
                </a:solidFill>
                <a:latin typeface="Montserrat"/>
                <a:ea typeface="Montserrat"/>
                <a:cs typeface="Montserrat"/>
                <a:sym typeface="Montserrat"/>
              </a:rPr>
              <a:t>perform at least 4-6 hours a day or 20- 30 hours per week, Monday to Friday.</a:t>
            </a:r>
          </a:p>
          <a:p>
            <a:pPr marL="394352" indent="-394352" algn="just">
              <a:lnSpc>
                <a:spcPct val="150000"/>
              </a:lnSpc>
              <a:buFont typeface="Wingdings" pitchFamily="2" charset="2"/>
              <a:buChar char="Ø"/>
            </a:pPr>
            <a:r>
              <a:rPr lang="en-US" sz="3680" b="1" dirty="0">
                <a:solidFill>
                  <a:srgbClr val="2E2E2E"/>
                </a:solidFill>
                <a:latin typeface="Montserrat"/>
                <a:ea typeface="Montserrat"/>
                <a:cs typeface="Montserrat"/>
                <a:sym typeface="Montserrat"/>
              </a:rPr>
              <a:t>Part-Time Apprentice – </a:t>
            </a:r>
            <a:r>
              <a:rPr lang="en-US" sz="3680" dirty="0">
                <a:solidFill>
                  <a:srgbClr val="2E2E2E"/>
                </a:solidFill>
                <a:latin typeface="Montserrat"/>
                <a:ea typeface="Montserrat"/>
                <a:cs typeface="Montserrat"/>
                <a:sym typeface="Montserrat"/>
              </a:rPr>
              <a:t>a working student to perform 20 to 30 hours a week assigned to a specific department.</a:t>
            </a:r>
          </a:p>
          <a:p>
            <a:pPr marL="394352" indent="-394352" algn="just">
              <a:lnSpc>
                <a:spcPct val="150000"/>
              </a:lnSpc>
              <a:buFont typeface="Wingdings" pitchFamily="2" charset="2"/>
              <a:buChar char="Ø"/>
            </a:pPr>
            <a:r>
              <a:rPr lang="en-US" sz="3680" b="1" dirty="0">
                <a:solidFill>
                  <a:srgbClr val="2E2E2E"/>
                </a:solidFill>
                <a:latin typeface="Montserrat"/>
                <a:ea typeface="Montserrat"/>
                <a:cs typeface="Montserrat"/>
                <a:sym typeface="Montserrat"/>
              </a:rPr>
              <a:t>Part-time project-based – </a:t>
            </a:r>
            <a:r>
              <a:rPr lang="en-US" sz="3680" dirty="0">
                <a:solidFill>
                  <a:srgbClr val="2E2E2E"/>
                </a:solidFill>
                <a:latin typeface="Montserrat"/>
                <a:ea typeface="Montserrat"/>
                <a:cs typeface="Montserrat"/>
                <a:sym typeface="Montserrat"/>
              </a:rPr>
              <a:t>a specialist to perform 20 to 30 hours a week, Monday to Friday.</a:t>
            </a:r>
          </a:p>
        </p:txBody>
      </p:sp>
      <p:sp>
        <p:nvSpPr>
          <p:cNvPr id="8" name="Google Shape;225;p11"/>
          <p:cNvSpPr/>
          <p:nvPr/>
        </p:nvSpPr>
        <p:spPr>
          <a:xfrm rot="8243363" flipH="1">
            <a:off x="-1186531" y="7450594"/>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12455925" y="-2626140"/>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2464099">
            <a:off x="-2769620" y="-2449998"/>
            <a:ext cx="12807485" cy="8018903"/>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grpSp>
        <p:nvGrpSpPr>
          <p:cNvPr id="7" name="Google Shape;99;p2"/>
          <p:cNvGrpSpPr/>
          <p:nvPr/>
        </p:nvGrpSpPr>
        <p:grpSpPr>
          <a:xfrm>
            <a:off x="16073713" y="10350867"/>
            <a:ext cx="4592487" cy="2537212"/>
            <a:chOff x="11738152" y="7002834"/>
            <a:chExt cx="3993467" cy="2206272"/>
          </a:xfrm>
        </p:grpSpPr>
        <p:pic>
          <p:nvPicPr>
            <p:cNvPr id="11" name="Google Shape;100;p2" descr="A close up of a sign&#10;&#10;Description automatically generated"/>
            <p:cNvPicPr preferRelativeResize="0"/>
            <p:nvPr/>
          </p:nvPicPr>
          <p:blipFill rotWithShape="1">
            <a:blip r:embed="rId6">
              <a:alphaModFix/>
            </a:blip>
            <a:srcRect t="11570" b="11539"/>
            <a:stretch/>
          </p:blipFill>
          <p:spPr>
            <a:xfrm>
              <a:off x="12930350" y="7277100"/>
              <a:ext cx="977894" cy="757410"/>
            </a:xfrm>
            <a:prstGeom prst="rect">
              <a:avLst/>
            </a:prstGeom>
            <a:noFill/>
            <a:ln>
              <a:noFill/>
            </a:ln>
          </p:spPr>
        </p:pic>
        <p:sp>
          <p:nvSpPr>
            <p:cNvPr id="12"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3"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163688380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503873" y="1556387"/>
            <a:ext cx="20023455" cy="2477601"/>
          </a:xfrm>
          <a:prstGeom prst="rect">
            <a:avLst/>
          </a:prstGeom>
          <a:noFill/>
          <a:ln>
            <a:noFill/>
          </a:ln>
        </p:spPr>
        <p:txBody>
          <a:bodyPr spcFirstLastPara="1" wrap="square" lIns="0" tIns="0" rIns="0" bIns="0" anchor="t" anchorCtr="0">
            <a:spAutoFit/>
          </a:bodyPr>
          <a:lstStyle/>
          <a:p>
            <a:pPr lvl="0" algn="ctr"/>
            <a:r>
              <a:rPr lang="en-US" sz="8050" b="1" dirty="0">
                <a:solidFill>
                  <a:srgbClr val="004AAD"/>
                </a:solidFill>
                <a:latin typeface="Barlow"/>
                <a:ea typeface="Montserrat"/>
                <a:cs typeface="Montserrat"/>
                <a:sym typeface="Montserrat"/>
              </a:rPr>
              <a:t>VIRTUAL ASSISTANT EMPLOYMENT STATUS</a:t>
            </a:r>
            <a:endParaRPr sz="8050" dirty="0">
              <a:latin typeface="Barlow"/>
            </a:endParaRPr>
          </a:p>
        </p:txBody>
      </p:sp>
      <p:sp>
        <p:nvSpPr>
          <p:cNvPr id="248" name="Google Shape;248;p13"/>
          <p:cNvSpPr txBox="1"/>
          <p:nvPr/>
        </p:nvSpPr>
        <p:spPr>
          <a:xfrm>
            <a:off x="863782" y="3974267"/>
            <a:ext cx="18514968" cy="6158609"/>
          </a:xfrm>
          <a:prstGeom prst="rect">
            <a:avLst/>
          </a:prstGeom>
          <a:noFill/>
          <a:ln>
            <a:noFill/>
          </a:ln>
        </p:spPr>
        <p:txBody>
          <a:bodyPr spcFirstLastPara="1" wrap="square" lIns="0" tIns="0" rIns="0" bIns="0" anchor="t" anchorCtr="0">
            <a:spAutoFit/>
          </a:bodyPr>
          <a:lstStyle/>
          <a:p>
            <a:pPr marL="394352" indent="-394352" algn="just">
              <a:lnSpc>
                <a:spcPct val="150000"/>
              </a:lnSpc>
              <a:buFont typeface="Wingdings" pitchFamily="2" charset="2"/>
              <a:buChar char="Ø"/>
            </a:pPr>
            <a:r>
              <a:rPr lang="en-US" sz="3335" b="1" dirty="0">
                <a:solidFill>
                  <a:srgbClr val="2E2E2E"/>
                </a:solidFill>
                <a:latin typeface="Montserrat"/>
                <a:ea typeface="Montserrat"/>
                <a:cs typeface="Montserrat"/>
                <a:sym typeface="Montserrat"/>
              </a:rPr>
              <a:t>Freelancer - </a:t>
            </a:r>
            <a:r>
              <a:rPr lang="en-US" sz="3335" dirty="0">
                <a:solidFill>
                  <a:srgbClr val="2E2E2E"/>
                </a:solidFill>
                <a:latin typeface="Montserrat"/>
                <a:ea typeface="Montserrat"/>
                <a:cs typeface="Montserrat"/>
                <a:sym typeface="Montserrat"/>
              </a:rPr>
              <a:t>performs and completes the task/project:</a:t>
            </a:r>
          </a:p>
          <a:p>
            <a:pPr marL="1051606" indent="-394352" algn="just">
              <a:lnSpc>
                <a:spcPct val="150000"/>
              </a:lnSpc>
              <a:buFont typeface="Arial" pitchFamily="34" charset="0"/>
              <a:buChar char="•"/>
            </a:pPr>
            <a:r>
              <a:rPr lang="en-US" sz="3335" b="1" dirty="0">
                <a:solidFill>
                  <a:srgbClr val="2E2E2E"/>
                </a:solidFill>
                <a:latin typeface="Montserrat"/>
                <a:ea typeface="Montserrat"/>
                <a:cs typeface="Montserrat"/>
                <a:sym typeface="Montserrat"/>
              </a:rPr>
              <a:t>IT Freelancers – </a:t>
            </a:r>
            <a:r>
              <a:rPr lang="en-US" sz="3335" dirty="0">
                <a:solidFill>
                  <a:srgbClr val="2E2E2E"/>
                </a:solidFill>
                <a:latin typeface="Montserrat"/>
                <a:ea typeface="Montserrat"/>
                <a:cs typeface="Montserrat"/>
                <a:sym typeface="Montserrat"/>
              </a:rPr>
              <a:t>perform tasks based on per Project and is evaluated by the Project Manager and approved by the IT Manager.</a:t>
            </a:r>
          </a:p>
          <a:p>
            <a:pPr marL="1051606" indent="-394352" algn="just">
              <a:lnSpc>
                <a:spcPct val="150000"/>
              </a:lnSpc>
              <a:buFont typeface="Arial" pitchFamily="34" charset="0"/>
              <a:buChar char="•"/>
            </a:pPr>
            <a:r>
              <a:rPr lang="en-US" sz="3335" b="1" dirty="0">
                <a:solidFill>
                  <a:srgbClr val="2E2E2E"/>
                </a:solidFill>
                <a:latin typeface="Montserrat"/>
                <a:ea typeface="Montserrat"/>
                <a:cs typeface="Montserrat"/>
                <a:sym typeface="Montserrat"/>
              </a:rPr>
              <a:t>Freelance Writer – </a:t>
            </a:r>
            <a:r>
              <a:rPr lang="en-US" sz="3335" dirty="0">
                <a:solidFill>
                  <a:srgbClr val="2E2E2E"/>
                </a:solidFill>
                <a:latin typeface="Montserrat"/>
                <a:ea typeface="Montserrat"/>
                <a:cs typeface="Montserrat"/>
                <a:sym typeface="Montserrat"/>
              </a:rPr>
              <a:t>QMS – per SSOP Project for Program Form Lesson Bundle can be a Document/Project/Task and is reviewed and approved by the QMS/Compliance Manager.</a:t>
            </a:r>
          </a:p>
          <a:p>
            <a:pPr marL="1051606" indent="-394352" algn="just">
              <a:lnSpc>
                <a:spcPct val="150000"/>
              </a:lnSpc>
              <a:buFont typeface="Arial" pitchFamily="34" charset="0"/>
              <a:buChar char="•"/>
            </a:pPr>
            <a:r>
              <a:rPr lang="en-US" sz="3335" b="1" dirty="0">
                <a:solidFill>
                  <a:srgbClr val="2E2E2E"/>
                </a:solidFill>
                <a:latin typeface="Montserrat"/>
                <a:ea typeface="Montserrat"/>
                <a:cs typeface="Montserrat"/>
                <a:sym typeface="Montserrat"/>
              </a:rPr>
              <a:t>Freelance Video Editor – </a:t>
            </a:r>
            <a:r>
              <a:rPr lang="en-US" sz="3335" dirty="0">
                <a:solidFill>
                  <a:srgbClr val="2E2E2E"/>
                </a:solidFill>
                <a:latin typeface="Montserrat"/>
                <a:ea typeface="Montserrat"/>
                <a:cs typeface="Montserrat"/>
                <a:sym typeface="Montserrat"/>
              </a:rPr>
              <a:t>perform tasks based on </a:t>
            </a:r>
            <a:r>
              <a:rPr lang="en-US" sz="3335">
                <a:solidFill>
                  <a:srgbClr val="2E2E2E"/>
                </a:solidFill>
                <a:latin typeface="Montserrat"/>
                <a:ea typeface="Montserrat"/>
                <a:cs typeface="Montserrat"/>
                <a:sym typeface="Montserrat"/>
              </a:rPr>
              <a:t>per Video Bundle </a:t>
            </a:r>
            <a:r>
              <a:rPr lang="en-US" sz="3335" dirty="0">
                <a:solidFill>
                  <a:srgbClr val="2E2E2E"/>
                </a:solidFill>
                <a:latin typeface="Montserrat"/>
                <a:ea typeface="Montserrat"/>
                <a:cs typeface="Montserrat"/>
                <a:sym typeface="Montserrat"/>
              </a:rPr>
              <a:t>and is reviewed and approved </a:t>
            </a:r>
            <a:r>
              <a:rPr lang="en-US" sz="3335">
                <a:solidFill>
                  <a:srgbClr val="2E2E2E"/>
                </a:solidFill>
                <a:latin typeface="Montserrat"/>
                <a:ea typeface="Montserrat"/>
                <a:cs typeface="Montserrat"/>
                <a:sym typeface="Montserrat"/>
              </a:rPr>
              <a:t>by the Marketing/Business </a:t>
            </a:r>
            <a:r>
              <a:rPr lang="en-US" sz="3335" dirty="0">
                <a:solidFill>
                  <a:srgbClr val="2E2E2E"/>
                </a:solidFill>
                <a:latin typeface="Montserrat"/>
                <a:ea typeface="Montserrat"/>
                <a:cs typeface="Montserrat"/>
                <a:sym typeface="Montserrat"/>
              </a:rPr>
              <a:t>Development Manager.</a:t>
            </a:r>
          </a:p>
        </p:txBody>
      </p:sp>
      <p:sp>
        <p:nvSpPr>
          <p:cNvPr id="8" name="Google Shape;225;p11"/>
          <p:cNvSpPr/>
          <p:nvPr/>
        </p:nvSpPr>
        <p:spPr>
          <a:xfrm rot="8243363" flipH="1">
            <a:off x="-1186531" y="7450594"/>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12455925" y="-2626140"/>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2464099">
            <a:off x="-2769622" y="-2453063"/>
            <a:ext cx="12807485" cy="8018903"/>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grpSp>
        <p:nvGrpSpPr>
          <p:cNvPr id="7" name="Google Shape;99;p2"/>
          <p:cNvGrpSpPr/>
          <p:nvPr/>
        </p:nvGrpSpPr>
        <p:grpSpPr>
          <a:xfrm>
            <a:off x="16438714" y="10304522"/>
            <a:ext cx="4592487" cy="2537212"/>
            <a:chOff x="11738152" y="7002834"/>
            <a:chExt cx="3993467" cy="2206272"/>
          </a:xfrm>
        </p:grpSpPr>
        <p:pic>
          <p:nvPicPr>
            <p:cNvPr id="11" name="Google Shape;100;p2" descr="A close up of a sign&#10;&#10;Description automatically generated"/>
            <p:cNvPicPr preferRelativeResize="0"/>
            <p:nvPr/>
          </p:nvPicPr>
          <p:blipFill rotWithShape="1">
            <a:blip r:embed="rId6">
              <a:alphaModFix/>
            </a:blip>
            <a:srcRect t="11570" b="11539"/>
            <a:stretch/>
          </p:blipFill>
          <p:spPr>
            <a:xfrm>
              <a:off x="12930350" y="7277100"/>
              <a:ext cx="977894" cy="757410"/>
            </a:xfrm>
            <a:prstGeom prst="rect">
              <a:avLst/>
            </a:prstGeom>
            <a:noFill/>
            <a:ln>
              <a:noFill/>
            </a:ln>
          </p:spPr>
        </p:pic>
        <p:sp>
          <p:nvSpPr>
            <p:cNvPr id="12"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3"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231174202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56928" y="1928374"/>
            <a:ext cx="20023455" cy="1858201"/>
          </a:xfrm>
          <a:prstGeom prst="rect">
            <a:avLst/>
          </a:prstGeom>
          <a:noFill/>
          <a:ln>
            <a:noFill/>
          </a:ln>
        </p:spPr>
        <p:txBody>
          <a:bodyPr spcFirstLastPara="1" wrap="square" lIns="0" tIns="0" rIns="0" bIns="0" anchor="t" anchorCtr="0">
            <a:spAutoFit/>
          </a:bodyPr>
          <a:lstStyle/>
          <a:p>
            <a:pPr lvl="0" algn="ctr">
              <a:lnSpc>
                <a:spcPct val="150000"/>
              </a:lnSpc>
            </a:pPr>
            <a:r>
              <a:rPr lang="en-US" sz="8050" b="1" dirty="0">
                <a:solidFill>
                  <a:srgbClr val="004AAD"/>
                </a:solidFill>
                <a:latin typeface="Barlow"/>
                <a:ea typeface="Montserrat"/>
                <a:cs typeface="Montserrat"/>
                <a:sym typeface="Montserrat"/>
              </a:rPr>
              <a:t>INTERNAL TRAINING</a:t>
            </a:r>
            <a:endParaRPr sz="8050" dirty="0">
              <a:latin typeface="Barlow"/>
            </a:endParaRPr>
          </a:p>
        </p:txBody>
      </p:sp>
      <p:sp>
        <p:nvSpPr>
          <p:cNvPr id="248" name="Google Shape;248;p13"/>
          <p:cNvSpPr txBox="1"/>
          <p:nvPr/>
        </p:nvSpPr>
        <p:spPr>
          <a:xfrm>
            <a:off x="1408339" y="4364428"/>
            <a:ext cx="18120633" cy="6168868"/>
          </a:xfrm>
          <a:prstGeom prst="rect">
            <a:avLst/>
          </a:prstGeom>
          <a:noFill/>
          <a:ln>
            <a:noFill/>
          </a:ln>
        </p:spPr>
        <p:txBody>
          <a:bodyPr spcFirstLastPara="1" wrap="square" lIns="0" tIns="0" rIns="0" bIns="0" anchor="t" anchorCtr="0">
            <a:spAutoFit/>
          </a:bodyPr>
          <a:lstStyle/>
          <a:p>
            <a:pPr lvl="0"/>
            <a:r>
              <a:rPr lang="en-US" sz="5060" i="1" dirty="0">
                <a:solidFill>
                  <a:srgbClr val="2E2E2E"/>
                </a:solidFill>
                <a:latin typeface="Montserrat" charset="0"/>
              </a:rPr>
              <a:t>Full-time Virtual Assistants of the Company are on an introductory period during their </a:t>
            </a:r>
            <a:r>
              <a:rPr lang="en-US" sz="5060" b="1" i="1" dirty="0">
                <a:solidFill>
                  <a:srgbClr val="2E2E2E"/>
                </a:solidFill>
                <a:latin typeface="Montserrat" charset="0"/>
              </a:rPr>
              <a:t>first 90 days of employment</a:t>
            </a:r>
            <a:r>
              <a:rPr lang="en-US" sz="5060" i="1" dirty="0">
                <a:solidFill>
                  <a:srgbClr val="2E2E2E"/>
                </a:solidFill>
                <a:latin typeface="Montserrat" charset="0"/>
              </a:rPr>
              <a:t>.</a:t>
            </a:r>
          </a:p>
          <a:p>
            <a:pPr>
              <a:spcBef>
                <a:spcPts val="1380"/>
              </a:spcBef>
            </a:pPr>
            <a:endParaRPr lang="en-US" sz="5060" i="1" dirty="0">
              <a:solidFill>
                <a:srgbClr val="2E2E2E"/>
              </a:solidFill>
              <a:latin typeface="Montserrat" charset="0"/>
            </a:endParaRPr>
          </a:p>
          <a:p>
            <a:pPr>
              <a:spcBef>
                <a:spcPts val="1380"/>
              </a:spcBef>
            </a:pPr>
            <a:r>
              <a:rPr lang="en-US" sz="5060" i="1" dirty="0">
                <a:solidFill>
                  <a:srgbClr val="2E2E2E"/>
                </a:solidFill>
                <a:latin typeface="Montserrat" charset="0"/>
              </a:rPr>
              <a:t>EVALUATION IS </a:t>
            </a:r>
            <a:r>
              <a:rPr lang="en-US" sz="5060" b="1" i="1" dirty="0">
                <a:solidFill>
                  <a:srgbClr val="2E2E2E"/>
                </a:solidFill>
                <a:latin typeface="Montserrat" charset="0"/>
              </a:rPr>
              <a:t>EVERY 15 DAYS</a:t>
            </a:r>
            <a:r>
              <a:rPr lang="en-US" sz="5060" i="1" dirty="0">
                <a:solidFill>
                  <a:srgbClr val="2E2E2E"/>
                </a:solidFill>
                <a:latin typeface="Montserrat" charset="0"/>
              </a:rPr>
              <a:t> OF TRAINING PER DEPARTMENT. </a:t>
            </a:r>
          </a:p>
          <a:p>
            <a:pPr>
              <a:spcBef>
                <a:spcPts val="1380"/>
              </a:spcBef>
              <a:spcAft>
                <a:spcPts val="1380"/>
              </a:spcAft>
            </a:pPr>
            <a:endParaRPr lang="en-US" sz="5060" dirty="0">
              <a:latin typeface="Montserrat" charset="0"/>
            </a:endParaRPr>
          </a:p>
        </p:txBody>
      </p:sp>
      <p:sp>
        <p:nvSpPr>
          <p:cNvPr id="8" name="Google Shape;225;p11"/>
          <p:cNvSpPr/>
          <p:nvPr/>
        </p:nvSpPr>
        <p:spPr>
          <a:xfrm rot="8243363" flipH="1">
            <a:off x="-1186531" y="7450594"/>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12455925" y="-2626140"/>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2464099">
            <a:off x="-2769622" y="-2453063"/>
            <a:ext cx="12807485" cy="8018903"/>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grpSp>
        <p:nvGrpSpPr>
          <p:cNvPr id="7" name="Google Shape;99;p2"/>
          <p:cNvGrpSpPr/>
          <p:nvPr/>
        </p:nvGrpSpPr>
        <p:grpSpPr>
          <a:xfrm>
            <a:off x="15787196" y="10109549"/>
            <a:ext cx="4592487" cy="2537212"/>
            <a:chOff x="11738152" y="7002834"/>
            <a:chExt cx="3993467" cy="2206272"/>
          </a:xfrm>
        </p:grpSpPr>
        <p:pic>
          <p:nvPicPr>
            <p:cNvPr id="11" name="Google Shape;100;p2" descr="A close up of a sign&#10;&#10;Description automatically generated"/>
            <p:cNvPicPr preferRelativeResize="0"/>
            <p:nvPr/>
          </p:nvPicPr>
          <p:blipFill rotWithShape="1">
            <a:blip r:embed="rId6">
              <a:alphaModFix/>
            </a:blip>
            <a:srcRect t="11570" b="11539"/>
            <a:stretch/>
          </p:blipFill>
          <p:spPr>
            <a:xfrm>
              <a:off x="12930350" y="7277100"/>
              <a:ext cx="977894" cy="757410"/>
            </a:xfrm>
            <a:prstGeom prst="rect">
              <a:avLst/>
            </a:prstGeom>
            <a:noFill/>
            <a:ln>
              <a:noFill/>
            </a:ln>
          </p:spPr>
        </p:pic>
        <p:sp>
          <p:nvSpPr>
            <p:cNvPr id="12"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3"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9588364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503873" y="3448443"/>
            <a:ext cx="20023455" cy="1858201"/>
          </a:xfrm>
          <a:prstGeom prst="rect">
            <a:avLst/>
          </a:prstGeom>
          <a:noFill/>
          <a:ln>
            <a:noFill/>
          </a:ln>
        </p:spPr>
        <p:txBody>
          <a:bodyPr spcFirstLastPara="1" wrap="square" lIns="0" tIns="0" rIns="0" bIns="0" anchor="t" anchorCtr="0">
            <a:spAutoFit/>
          </a:bodyPr>
          <a:lstStyle/>
          <a:p>
            <a:pPr lvl="1" algn="ctr">
              <a:lnSpc>
                <a:spcPct val="150000"/>
              </a:lnSpc>
            </a:pPr>
            <a:r>
              <a:rPr lang="en-US" sz="8050" b="1" dirty="0">
                <a:solidFill>
                  <a:srgbClr val="004AAD"/>
                </a:solidFill>
                <a:latin typeface="Barlow"/>
                <a:ea typeface="Montserrat"/>
                <a:cs typeface="Montserrat"/>
                <a:sym typeface="Montserrat"/>
              </a:rPr>
              <a:t>TIMEKEEPING AND PAYROLL</a:t>
            </a:r>
            <a:endParaRPr sz="8050" dirty="0">
              <a:latin typeface="Barlow"/>
            </a:endParaRPr>
          </a:p>
        </p:txBody>
      </p:sp>
      <p:sp>
        <p:nvSpPr>
          <p:cNvPr id="248" name="Google Shape;248;p13"/>
          <p:cNvSpPr txBox="1"/>
          <p:nvPr/>
        </p:nvSpPr>
        <p:spPr>
          <a:xfrm>
            <a:off x="1464673" y="5603439"/>
            <a:ext cx="17745075" cy="5167568"/>
          </a:xfrm>
          <a:prstGeom prst="rect">
            <a:avLst/>
          </a:prstGeom>
          <a:noFill/>
          <a:ln>
            <a:noFill/>
          </a:ln>
        </p:spPr>
        <p:txBody>
          <a:bodyPr spcFirstLastPara="1" wrap="square" lIns="0" tIns="0" rIns="0" bIns="0" anchor="t" anchorCtr="0">
            <a:spAutoFit/>
          </a:bodyPr>
          <a:lstStyle/>
          <a:p>
            <a:pPr marL="657254" indent="-657254">
              <a:buFont typeface="Wingdings" pitchFamily="2" charset="2"/>
              <a:buChar char="Ø"/>
            </a:pPr>
            <a:r>
              <a:rPr lang="en-US" sz="5060" dirty="0">
                <a:solidFill>
                  <a:srgbClr val="2E2E2E"/>
                </a:solidFill>
                <a:latin typeface="Montserrat" charset="0"/>
              </a:rPr>
              <a:t>All Virtual Assistants must electronically or manually record their actual hours performed  via the Service Log, which can be found in the </a:t>
            </a:r>
            <a:r>
              <a:rPr lang="en-US" sz="5060" dirty="0" err="1">
                <a:solidFill>
                  <a:srgbClr val="2E2E2E"/>
                </a:solidFill>
                <a:latin typeface="Montserrat" charset="0"/>
              </a:rPr>
              <a:t>InterlinkIQ</a:t>
            </a:r>
            <a:r>
              <a:rPr lang="en-US" sz="5060" dirty="0">
                <a:solidFill>
                  <a:srgbClr val="2E2E2E"/>
                </a:solidFill>
                <a:latin typeface="Montserrat" charset="0"/>
              </a:rPr>
              <a:t> (IIQ) System.</a:t>
            </a:r>
          </a:p>
          <a:p>
            <a:pPr marL="657254" indent="-657254">
              <a:buFont typeface="Wingdings" pitchFamily="2" charset="2"/>
              <a:buChar char="Ø"/>
            </a:pPr>
            <a:endParaRPr lang="en-US" sz="3220" dirty="0">
              <a:latin typeface="Montserrat" charset="0"/>
            </a:endParaRPr>
          </a:p>
          <a:p>
            <a:pPr marL="657254" indent="-657254">
              <a:buFont typeface="Wingdings" pitchFamily="2" charset="2"/>
              <a:buChar char="Ø"/>
            </a:pPr>
            <a:r>
              <a:rPr lang="en-US" sz="5060" dirty="0">
                <a:latin typeface="Montserrat" charset="0"/>
              </a:rPr>
              <a:t>The work schedule is weekdays from Monday to Friday. </a:t>
            </a:r>
          </a:p>
        </p:txBody>
      </p:sp>
      <p:sp>
        <p:nvSpPr>
          <p:cNvPr id="8" name="Google Shape;225;p11"/>
          <p:cNvSpPr/>
          <p:nvPr/>
        </p:nvSpPr>
        <p:spPr>
          <a:xfrm rot="8243363" flipH="1">
            <a:off x="-1186531" y="7450594"/>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12455925" y="-2626140"/>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2464099">
            <a:off x="-2769622" y="-2453063"/>
            <a:ext cx="12807485" cy="8018903"/>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grpSp>
        <p:nvGrpSpPr>
          <p:cNvPr id="7" name="Google Shape;99;p2"/>
          <p:cNvGrpSpPr/>
          <p:nvPr/>
        </p:nvGrpSpPr>
        <p:grpSpPr>
          <a:xfrm>
            <a:off x="16438714" y="10109549"/>
            <a:ext cx="4592487" cy="2537212"/>
            <a:chOff x="11738152" y="7002834"/>
            <a:chExt cx="3993467" cy="2206272"/>
          </a:xfrm>
        </p:grpSpPr>
        <p:pic>
          <p:nvPicPr>
            <p:cNvPr id="11" name="Google Shape;100;p2" descr="A close up of a sign&#10;&#10;Description automatically generated"/>
            <p:cNvPicPr preferRelativeResize="0"/>
            <p:nvPr/>
          </p:nvPicPr>
          <p:blipFill rotWithShape="1">
            <a:blip r:embed="rId6">
              <a:alphaModFix/>
            </a:blip>
            <a:srcRect t="11570" b="11539"/>
            <a:stretch/>
          </p:blipFill>
          <p:spPr>
            <a:xfrm>
              <a:off x="12930350" y="7277100"/>
              <a:ext cx="977894" cy="757410"/>
            </a:xfrm>
            <a:prstGeom prst="rect">
              <a:avLst/>
            </a:prstGeom>
            <a:noFill/>
            <a:ln>
              <a:noFill/>
            </a:ln>
          </p:spPr>
        </p:pic>
        <p:sp>
          <p:nvSpPr>
            <p:cNvPr id="12"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3"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168208482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569595" y="3146796"/>
            <a:ext cx="20023455" cy="1858201"/>
          </a:xfrm>
          <a:prstGeom prst="rect">
            <a:avLst/>
          </a:prstGeom>
          <a:noFill/>
          <a:ln>
            <a:noFill/>
          </a:ln>
        </p:spPr>
        <p:txBody>
          <a:bodyPr spcFirstLastPara="1" wrap="square" lIns="0" tIns="0" rIns="0" bIns="0" anchor="t" anchorCtr="0">
            <a:spAutoFit/>
          </a:bodyPr>
          <a:lstStyle/>
          <a:p>
            <a:pPr lvl="1" algn="ctr">
              <a:lnSpc>
                <a:spcPct val="150000"/>
              </a:lnSpc>
            </a:pPr>
            <a:r>
              <a:rPr lang="en-US" sz="8050" b="1" dirty="0">
                <a:solidFill>
                  <a:srgbClr val="004AAD"/>
                </a:solidFill>
                <a:latin typeface="Barlow"/>
                <a:ea typeface="Montserrat"/>
                <a:cs typeface="Montserrat"/>
                <a:sym typeface="Montserrat"/>
              </a:rPr>
              <a:t>TIMEKEEPING AND PAYROLL</a:t>
            </a:r>
            <a:endParaRPr sz="8050" dirty="0">
              <a:latin typeface="Barlow"/>
            </a:endParaRPr>
          </a:p>
        </p:txBody>
      </p:sp>
      <p:sp>
        <p:nvSpPr>
          <p:cNvPr id="248" name="Google Shape;248;p13"/>
          <p:cNvSpPr txBox="1"/>
          <p:nvPr/>
        </p:nvSpPr>
        <p:spPr>
          <a:xfrm>
            <a:off x="1408341" y="5329660"/>
            <a:ext cx="18345966" cy="4601260"/>
          </a:xfrm>
          <a:prstGeom prst="rect">
            <a:avLst/>
          </a:prstGeom>
          <a:noFill/>
          <a:ln>
            <a:noFill/>
          </a:ln>
        </p:spPr>
        <p:txBody>
          <a:bodyPr spcFirstLastPara="1" wrap="square" lIns="0" tIns="0" rIns="0" bIns="0" anchor="t" anchorCtr="0">
            <a:spAutoFit/>
          </a:bodyPr>
          <a:lstStyle/>
          <a:p>
            <a:pPr marL="657254" indent="-657254">
              <a:buFont typeface="Wingdings" pitchFamily="2" charset="2"/>
              <a:buChar char="Ø"/>
            </a:pPr>
            <a:r>
              <a:rPr lang="en-US" sz="4600" dirty="0">
                <a:latin typeface="Montserrat" charset="0"/>
              </a:rPr>
              <a:t>All Virtual Assistants are required to complete their service logs within 24 hours. “No service logs, no payroll” is strictly implemented.</a:t>
            </a:r>
          </a:p>
          <a:p>
            <a:pPr marL="657254" indent="-657254">
              <a:buFont typeface="Wingdings" pitchFamily="2" charset="2"/>
              <a:buChar char="Ø"/>
            </a:pPr>
            <a:endParaRPr lang="en-US" sz="2300" dirty="0">
              <a:latin typeface="Montserrat" charset="0"/>
            </a:endParaRPr>
          </a:p>
          <a:p>
            <a:pPr marL="657254" indent="-657254">
              <a:buFont typeface="Wingdings" pitchFamily="2" charset="2"/>
              <a:buChar char="Ø"/>
            </a:pPr>
            <a:r>
              <a:rPr lang="en-US" sz="4600" dirty="0">
                <a:latin typeface="Montserrat" charset="0"/>
              </a:rPr>
              <a:t>All service log hours must be completed according to employment status. The performance tab in the IIQ must be reviewed before the payroll cut-off.</a:t>
            </a:r>
          </a:p>
        </p:txBody>
      </p:sp>
      <p:sp>
        <p:nvSpPr>
          <p:cNvPr id="8" name="Google Shape;225;p11"/>
          <p:cNvSpPr/>
          <p:nvPr/>
        </p:nvSpPr>
        <p:spPr>
          <a:xfrm rot="8243363" flipH="1">
            <a:off x="-1186531" y="7450594"/>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12455925" y="-2626140"/>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2464099">
            <a:off x="-2769622" y="-2453063"/>
            <a:ext cx="12807485" cy="8018903"/>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grpSp>
        <p:nvGrpSpPr>
          <p:cNvPr id="7" name="Google Shape;99;p2"/>
          <p:cNvGrpSpPr/>
          <p:nvPr/>
        </p:nvGrpSpPr>
        <p:grpSpPr>
          <a:xfrm>
            <a:off x="16000564" y="9953934"/>
            <a:ext cx="4592487" cy="2537212"/>
            <a:chOff x="11738152" y="7002834"/>
            <a:chExt cx="3993467" cy="2206272"/>
          </a:xfrm>
        </p:grpSpPr>
        <p:pic>
          <p:nvPicPr>
            <p:cNvPr id="11" name="Google Shape;100;p2" descr="A close up of a sign&#10;&#10;Description automatically generated"/>
            <p:cNvPicPr preferRelativeResize="0"/>
            <p:nvPr/>
          </p:nvPicPr>
          <p:blipFill rotWithShape="1">
            <a:blip r:embed="rId6">
              <a:alphaModFix/>
            </a:blip>
            <a:srcRect t="11570" b="11539"/>
            <a:stretch/>
          </p:blipFill>
          <p:spPr>
            <a:xfrm>
              <a:off x="12930350" y="7277100"/>
              <a:ext cx="977894" cy="757410"/>
            </a:xfrm>
            <a:prstGeom prst="rect">
              <a:avLst/>
            </a:prstGeom>
            <a:noFill/>
            <a:ln>
              <a:noFill/>
            </a:ln>
          </p:spPr>
        </p:pic>
        <p:sp>
          <p:nvSpPr>
            <p:cNvPr id="12"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3"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27954722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503873" y="2435193"/>
            <a:ext cx="20023455" cy="1858201"/>
          </a:xfrm>
          <a:prstGeom prst="rect">
            <a:avLst/>
          </a:prstGeom>
          <a:noFill/>
          <a:ln>
            <a:noFill/>
          </a:ln>
        </p:spPr>
        <p:txBody>
          <a:bodyPr spcFirstLastPara="1" wrap="square" lIns="0" tIns="0" rIns="0" bIns="0" anchor="t" anchorCtr="0">
            <a:spAutoFit/>
          </a:bodyPr>
          <a:lstStyle/>
          <a:p>
            <a:pPr lvl="1" algn="ctr">
              <a:lnSpc>
                <a:spcPct val="150000"/>
              </a:lnSpc>
            </a:pPr>
            <a:r>
              <a:rPr lang="en-US" sz="8050" b="1" dirty="0">
                <a:solidFill>
                  <a:srgbClr val="004AAD"/>
                </a:solidFill>
                <a:latin typeface="Barlow"/>
                <a:ea typeface="Montserrat"/>
                <a:cs typeface="Montserrat"/>
                <a:sym typeface="Montserrat"/>
              </a:rPr>
              <a:t>PAYROLL</a:t>
            </a:r>
            <a:endParaRPr sz="8050" dirty="0">
              <a:latin typeface="Barlow"/>
            </a:endParaRPr>
          </a:p>
        </p:txBody>
      </p:sp>
      <p:sp>
        <p:nvSpPr>
          <p:cNvPr id="248" name="Google Shape;248;p13"/>
          <p:cNvSpPr txBox="1"/>
          <p:nvPr/>
        </p:nvSpPr>
        <p:spPr>
          <a:xfrm>
            <a:off x="1450447" y="4270228"/>
            <a:ext cx="17440084" cy="5309146"/>
          </a:xfrm>
          <a:prstGeom prst="rect">
            <a:avLst/>
          </a:prstGeom>
          <a:noFill/>
          <a:ln>
            <a:noFill/>
          </a:ln>
        </p:spPr>
        <p:txBody>
          <a:bodyPr spcFirstLastPara="1" wrap="square" lIns="0" tIns="0" rIns="0" bIns="0" anchor="t" anchorCtr="0">
            <a:spAutoFit/>
          </a:bodyPr>
          <a:lstStyle/>
          <a:p>
            <a:pPr marL="657254" indent="-657254">
              <a:lnSpc>
                <a:spcPct val="150000"/>
              </a:lnSpc>
              <a:buFont typeface="Wingdings" pitchFamily="2" charset="2"/>
              <a:buChar char="Ø"/>
            </a:pPr>
            <a:r>
              <a:rPr lang="en-US" sz="4600" dirty="0">
                <a:solidFill>
                  <a:srgbClr val="2E2E2E"/>
                </a:solidFill>
                <a:latin typeface="Montserrat" charset="0"/>
              </a:rPr>
              <a:t>Virtual Assistant compensation is released </a:t>
            </a:r>
            <a:r>
              <a:rPr lang="en-US" sz="4600" b="1" dirty="0">
                <a:solidFill>
                  <a:srgbClr val="2E2E2E"/>
                </a:solidFill>
                <a:latin typeface="Montserrat" charset="0"/>
              </a:rPr>
              <a:t>every 15th and 30th of the month</a:t>
            </a:r>
            <a:r>
              <a:rPr lang="en-US" sz="4600" dirty="0">
                <a:solidFill>
                  <a:srgbClr val="2E2E2E"/>
                </a:solidFill>
                <a:latin typeface="Montserrat" charset="0"/>
              </a:rPr>
              <a:t> and processed through Wise</a:t>
            </a:r>
          </a:p>
          <a:p>
            <a:pPr marL="657254" indent="-657254">
              <a:lnSpc>
                <a:spcPct val="150000"/>
              </a:lnSpc>
              <a:buFont typeface="Wingdings" pitchFamily="2" charset="2"/>
              <a:buChar char="Ø"/>
            </a:pPr>
            <a:r>
              <a:rPr lang="en-US" sz="4600" dirty="0">
                <a:latin typeface="Montserrat" charset="0"/>
              </a:rPr>
              <a:t>Payroll processing is on </a:t>
            </a:r>
            <a:r>
              <a:rPr lang="en-US" sz="4600">
                <a:latin typeface="Montserrat" charset="0"/>
              </a:rPr>
              <a:t>the </a:t>
            </a:r>
            <a:r>
              <a:rPr lang="en-US" sz="4600" b="1">
                <a:latin typeface="Montserrat" charset="0"/>
              </a:rPr>
              <a:t>12th </a:t>
            </a:r>
            <a:r>
              <a:rPr lang="en-US" sz="4600" b="1" dirty="0">
                <a:latin typeface="Montserrat" charset="0"/>
              </a:rPr>
              <a:t>for the 15th </a:t>
            </a:r>
            <a:r>
              <a:rPr lang="en-US" sz="4600" b="1">
                <a:latin typeface="Montserrat" charset="0"/>
              </a:rPr>
              <a:t>and 27th </a:t>
            </a:r>
            <a:r>
              <a:rPr lang="en-US" sz="4600" b="1" dirty="0">
                <a:latin typeface="Montserrat" charset="0"/>
              </a:rPr>
              <a:t>for the 30th </a:t>
            </a:r>
            <a:r>
              <a:rPr lang="en-US" sz="4600" dirty="0">
                <a:latin typeface="Montserrat" charset="0"/>
              </a:rPr>
              <a:t>pay. Remittance posting is </a:t>
            </a:r>
            <a:r>
              <a:rPr lang="en-US" sz="4600" b="1" dirty="0">
                <a:latin typeface="Montserrat" charset="0"/>
              </a:rPr>
              <a:t>1 to 2  banking days</a:t>
            </a:r>
            <a:r>
              <a:rPr lang="en-US" sz="4600" dirty="0">
                <a:latin typeface="Montserrat" charset="0"/>
              </a:rPr>
              <a:t>.</a:t>
            </a:r>
          </a:p>
        </p:txBody>
      </p:sp>
      <p:sp>
        <p:nvSpPr>
          <p:cNvPr id="8" name="Google Shape;225;p11"/>
          <p:cNvSpPr/>
          <p:nvPr/>
        </p:nvSpPr>
        <p:spPr>
          <a:xfrm rot="8243363" flipH="1">
            <a:off x="-2179672" y="6855016"/>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10360102" y="-2786111"/>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990857" y="-2093665"/>
            <a:ext cx="12807485" cy="8018903"/>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grpSp>
        <p:nvGrpSpPr>
          <p:cNvPr id="7" name="Google Shape;99;p2"/>
          <p:cNvGrpSpPr/>
          <p:nvPr/>
        </p:nvGrpSpPr>
        <p:grpSpPr>
          <a:xfrm>
            <a:off x="15934841" y="10051708"/>
            <a:ext cx="4592487" cy="2537212"/>
            <a:chOff x="11738152" y="7002834"/>
            <a:chExt cx="3993467" cy="2206272"/>
          </a:xfrm>
        </p:grpSpPr>
        <p:pic>
          <p:nvPicPr>
            <p:cNvPr id="11" name="Google Shape;100;p2" descr="A close up of a sign&#10;&#10;Description automatically generated"/>
            <p:cNvPicPr preferRelativeResize="0"/>
            <p:nvPr/>
          </p:nvPicPr>
          <p:blipFill rotWithShape="1">
            <a:blip r:embed="rId6">
              <a:alphaModFix/>
            </a:blip>
            <a:srcRect t="11570" b="11539"/>
            <a:stretch/>
          </p:blipFill>
          <p:spPr>
            <a:xfrm>
              <a:off x="12930350" y="7277100"/>
              <a:ext cx="977894" cy="757410"/>
            </a:xfrm>
            <a:prstGeom prst="rect">
              <a:avLst/>
            </a:prstGeom>
            <a:noFill/>
            <a:ln>
              <a:noFill/>
            </a:ln>
          </p:spPr>
        </p:pic>
        <p:sp>
          <p:nvSpPr>
            <p:cNvPr id="12"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3"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41266074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503873" y="2830838"/>
            <a:ext cx="20023455" cy="1858201"/>
          </a:xfrm>
          <a:prstGeom prst="rect">
            <a:avLst/>
          </a:prstGeom>
          <a:noFill/>
          <a:ln>
            <a:noFill/>
          </a:ln>
        </p:spPr>
        <p:txBody>
          <a:bodyPr spcFirstLastPara="1" wrap="square" lIns="0" tIns="0" rIns="0" bIns="0" anchor="t" anchorCtr="0">
            <a:spAutoFit/>
          </a:bodyPr>
          <a:lstStyle/>
          <a:p>
            <a:pPr lvl="1" algn="ctr">
              <a:lnSpc>
                <a:spcPct val="150000"/>
              </a:lnSpc>
            </a:pPr>
            <a:r>
              <a:rPr lang="en-US" sz="8050" b="1" dirty="0">
                <a:solidFill>
                  <a:srgbClr val="004AAD"/>
                </a:solidFill>
                <a:latin typeface="Barlow"/>
                <a:ea typeface="Montserrat"/>
                <a:cs typeface="Montserrat"/>
                <a:sym typeface="Montserrat"/>
              </a:rPr>
              <a:t>PAYROLL</a:t>
            </a:r>
            <a:endParaRPr sz="8050" dirty="0">
              <a:latin typeface="Barlow"/>
            </a:endParaRPr>
          </a:p>
        </p:txBody>
      </p:sp>
      <p:sp>
        <p:nvSpPr>
          <p:cNvPr id="248" name="Google Shape;248;p13"/>
          <p:cNvSpPr txBox="1"/>
          <p:nvPr/>
        </p:nvSpPr>
        <p:spPr>
          <a:xfrm>
            <a:off x="1145449" y="4753957"/>
            <a:ext cx="18158188" cy="6052426"/>
          </a:xfrm>
          <a:prstGeom prst="rect">
            <a:avLst/>
          </a:prstGeom>
          <a:noFill/>
          <a:ln>
            <a:noFill/>
          </a:ln>
        </p:spPr>
        <p:txBody>
          <a:bodyPr spcFirstLastPara="1" wrap="square" lIns="0" tIns="0" rIns="0" bIns="0" anchor="t" anchorCtr="0">
            <a:spAutoFit/>
          </a:bodyPr>
          <a:lstStyle/>
          <a:p>
            <a:pPr marL="657254" indent="-657254">
              <a:lnSpc>
                <a:spcPct val="150000"/>
              </a:lnSpc>
              <a:buFont typeface="Wingdings" pitchFamily="2" charset="2"/>
              <a:buChar char="Ø"/>
            </a:pPr>
            <a:r>
              <a:rPr lang="en-US" sz="4370" dirty="0">
                <a:latin typeface="Montserrat" charset="0"/>
              </a:rPr>
              <a:t>Once the completed service logs are reviewed along with PTO, absences, and deductions. The accountant will prepare the payroll a day after the cut-off period.</a:t>
            </a:r>
          </a:p>
          <a:p>
            <a:pPr marL="657254" indent="-657254">
              <a:lnSpc>
                <a:spcPct val="150000"/>
              </a:lnSpc>
              <a:buFont typeface="Wingdings" pitchFamily="2" charset="2"/>
              <a:buChar char="Ø"/>
            </a:pPr>
            <a:r>
              <a:rPr lang="en-US" sz="4370" dirty="0">
                <a:latin typeface="Montserrat" charset="0"/>
              </a:rPr>
              <a:t>Payroll will be submitted to Admin Manager for review.</a:t>
            </a:r>
          </a:p>
          <a:p>
            <a:pPr marL="657254" indent="-657254">
              <a:lnSpc>
                <a:spcPct val="150000"/>
              </a:lnSpc>
              <a:buFont typeface="Wingdings" pitchFamily="2" charset="2"/>
              <a:buChar char="Ø"/>
            </a:pPr>
            <a:r>
              <a:rPr lang="en-US" sz="4370" dirty="0">
                <a:latin typeface="Montserrat" charset="0"/>
              </a:rPr>
              <a:t>Once the review is done, it will be forwarded to the CFO for final approval and processing of payments.</a:t>
            </a:r>
          </a:p>
        </p:txBody>
      </p:sp>
      <p:sp>
        <p:nvSpPr>
          <p:cNvPr id="8" name="Google Shape;225;p11"/>
          <p:cNvSpPr/>
          <p:nvPr/>
        </p:nvSpPr>
        <p:spPr>
          <a:xfrm rot="8243363" flipH="1">
            <a:off x="-2179672" y="6855016"/>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10901021" y="-3296863"/>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990857" y="-2093665"/>
            <a:ext cx="12807485" cy="8018903"/>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grpSp>
        <p:nvGrpSpPr>
          <p:cNvPr id="7" name="Google Shape;99;p2"/>
          <p:cNvGrpSpPr/>
          <p:nvPr/>
        </p:nvGrpSpPr>
        <p:grpSpPr>
          <a:xfrm>
            <a:off x="16438714" y="10028169"/>
            <a:ext cx="4592487" cy="2537212"/>
            <a:chOff x="11738152" y="7002834"/>
            <a:chExt cx="3993467" cy="2206272"/>
          </a:xfrm>
        </p:grpSpPr>
        <p:pic>
          <p:nvPicPr>
            <p:cNvPr id="11" name="Google Shape;100;p2" descr="A close up of a sign&#10;&#10;Description automatically generated"/>
            <p:cNvPicPr preferRelativeResize="0"/>
            <p:nvPr/>
          </p:nvPicPr>
          <p:blipFill rotWithShape="1">
            <a:blip r:embed="rId6">
              <a:alphaModFix/>
            </a:blip>
            <a:srcRect t="11570" b="11539"/>
            <a:stretch/>
          </p:blipFill>
          <p:spPr>
            <a:xfrm>
              <a:off x="12930350" y="7277100"/>
              <a:ext cx="977894" cy="757410"/>
            </a:xfrm>
            <a:prstGeom prst="rect">
              <a:avLst/>
            </a:prstGeom>
            <a:noFill/>
            <a:ln>
              <a:noFill/>
            </a:ln>
          </p:spPr>
        </p:pic>
        <p:sp>
          <p:nvSpPr>
            <p:cNvPr id="12"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3"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129695668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503873" y="2842047"/>
            <a:ext cx="20023455" cy="1858201"/>
          </a:xfrm>
          <a:prstGeom prst="rect">
            <a:avLst/>
          </a:prstGeom>
          <a:noFill/>
          <a:ln>
            <a:noFill/>
          </a:ln>
        </p:spPr>
        <p:txBody>
          <a:bodyPr spcFirstLastPara="1" wrap="square" lIns="0" tIns="0" rIns="0" bIns="0" anchor="t" anchorCtr="0">
            <a:spAutoFit/>
          </a:bodyPr>
          <a:lstStyle/>
          <a:p>
            <a:pPr lvl="1" algn="ctr">
              <a:lnSpc>
                <a:spcPct val="150000"/>
              </a:lnSpc>
            </a:pPr>
            <a:r>
              <a:rPr lang="en-US" sz="8050" b="1" dirty="0">
                <a:solidFill>
                  <a:srgbClr val="004AAD"/>
                </a:solidFill>
                <a:latin typeface="Barlow"/>
                <a:ea typeface="Montserrat"/>
                <a:cs typeface="Montserrat"/>
                <a:sym typeface="Montserrat"/>
              </a:rPr>
              <a:t>PAYROLL</a:t>
            </a:r>
            <a:endParaRPr sz="8050" dirty="0">
              <a:latin typeface="Barlow"/>
            </a:endParaRPr>
          </a:p>
        </p:txBody>
      </p:sp>
      <p:sp>
        <p:nvSpPr>
          <p:cNvPr id="248" name="Google Shape;248;p13"/>
          <p:cNvSpPr txBox="1"/>
          <p:nvPr/>
        </p:nvSpPr>
        <p:spPr>
          <a:xfrm>
            <a:off x="1877786" y="4778079"/>
            <a:ext cx="16524515" cy="5043688"/>
          </a:xfrm>
          <a:prstGeom prst="rect">
            <a:avLst/>
          </a:prstGeom>
          <a:noFill/>
          <a:ln>
            <a:noFill/>
          </a:ln>
        </p:spPr>
        <p:txBody>
          <a:bodyPr spcFirstLastPara="1" wrap="square" lIns="0" tIns="0" rIns="0" bIns="0" anchor="t" anchorCtr="0">
            <a:spAutoFit/>
          </a:bodyPr>
          <a:lstStyle/>
          <a:p>
            <a:pPr marL="657254" indent="-657254">
              <a:lnSpc>
                <a:spcPct val="150000"/>
              </a:lnSpc>
              <a:buFont typeface="Wingdings" pitchFamily="2" charset="2"/>
              <a:buChar char="Ø"/>
            </a:pPr>
            <a:r>
              <a:rPr lang="en-US" sz="4370" dirty="0">
                <a:latin typeface="Montserrat" charset="0"/>
              </a:rPr>
              <a:t>Once payment is processed, all references and charges will be recorded.</a:t>
            </a:r>
          </a:p>
          <a:p>
            <a:pPr marL="657254" indent="-657254">
              <a:lnSpc>
                <a:spcPct val="150000"/>
              </a:lnSpc>
              <a:buFont typeface="Wingdings" pitchFamily="2" charset="2"/>
              <a:buChar char="Ø"/>
            </a:pPr>
            <a:r>
              <a:rPr lang="en-US" sz="4370" dirty="0">
                <a:latin typeface="Montserrat" charset="0"/>
              </a:rPr>
              <a:t>To complete the payroll process, the Virtual Assistant must click the </a:t>
            </a:r>
            <a:r>
              <a:rPr lang="en-US" sz="4370" b="1" dirty="0">
                <a:latin typeface="Montserrat" charset="0"/>
              </a:rPr>
              <a:t>“RECEIVED” </a:t>
            </a:r>
            <a:r>
              <a:rPr lang="en-US" sz="4370" dirty="0">
                <a:latin typeface="Montserrat" charset="0"/>
              </a:rPr>
              <a:t>button in their </a:t>
            </a:r>
            <a:r>
              <a:rPr lang="en-US" sz="4370" dirty="0" err="1">
                <a:latin typeface="Montserrat" charset="0"/>
              </a:rPr>
              <a:t>Payslip</a:t>
            </a:r>
            <a:r>
              <a:rPr lang="en-US" sz="4370" dirty="0">
                <a:latin typeface="Montserrat" charset="0"/>
              </a:rPr>
              <a:t> once the salary is received.</a:t>
            </a:r>
          </a:p>
        </p:txBody>
      </p:sp>
      <p:sp>
        <p:nvSpPr>
          <p:cNvPr id="8" name="Google Shape;225;p11"/>
          <p:cNvSpPr/>
          <p:nvPr/>
        </p:nvSpPr>
        <p:spPr>
          <a:xfrm rot="8243363" flipH="1">
            <a:off x="-2179672" y="6855016"/>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10901021" y="-3296863"/>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990857" y="-2093665"/>
            <a:ext cx="12807485" cy="8018903"/>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grpSp>
        <p:nvGrpSpPr>
          <p:cNvPr id="7" name="Google Shape;99;p2"/>
          <p:cNvGrpSpPr/>
          <p:nvPr/>
        </p:nvGrpSpPr>
        <p:grpSpPr>
          <a:xfrm>
            <a:off x="15934841" y="10050584"/>
            <a:ext cx="4592487" cy="2537212"/>
            <a:chOff x="11738152" y="7002834"/>
            <a:chExt cx="3993467" cy="2206272"/>
          </a:xfrm>
        </p:grpSpPr>
        <p:pic>
          <p:nvPicPr>
            <p:cNvPr id="11" name="Google Shape;100;p2" descr="A close up of a sign&#10;&#10;Description automatically generated"/>
            <p:cNvPicPr preferRelativeResize="0"/>
            <p:nvPr/>
          </p:nvPicPr>
          <p:blipFill rotWithShape="1">
            <a:blip r:embed="rId6">
              <a:alphaModFix/>
            </a:blip>
            <a:srcRect t="11570" b="11539"/>
            <a:stretch/>
          </p:blipFill>
          <p:spPr>
            <a:xfrm>
              <a:off x="12930350" y="7277100"/>
              <a:ext cx="977894" cy="757410"/>
            </a:xfrm>
            <a:prstGeom prst="rect">
              <a:avLst/>
            </a:prstGeom>
            <a:noFill/>
            <a:ln>
              <a:noFill/>
            </a:ln>
          </p:spPr>
        </p:pic>
        <p:sp>
          <p:nvSpPr>
            <p:cNvPr id="12"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3"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12809239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569595" y="1221299"/>
            <a:ext cx="20023455" cy="1858201"/>
          </a:xfrm>
          <a:prstGeom prst="rect">
            <a:avLst/>
          </a:prstGeom>
          <a:noFill/>
          <a:ln>
            <a:noFill/>
          </a:ln>
        </p:spPr>
        <p:txBody>
          <a:bodyPr spcFirstLastPara="1" wrap="square" lIns="0" tIns="0" rIns="0" bIns="0" anchor="t" anchorCtr="0">
            <a:spAutoFit/>
          </a:bodyPr>
          <a:lstStyle/>
          <a:p>
            <a:pPr lvl="1" algn="ctr">
              <a:lnSpc>
                <a:spcPct val="150000"/>
              </a:lnSpc>
            </a:pPr>
            <a:r>
              <a:rPr lang="en-US" sz="8050" b="1" dirty="0">
                <a:solidFill>
                  <a:srgbClr val="004AAD"/>
                </a:solidFill>
                <a:latin typeface="Barlow"/>
                <a:ea typeface="Montserrat"/>
                <a:cs typeface="Montserrat"/>
                <a:sym typeface="Montserrat"/>
              </a:rPr>
              <a:t>PAYROLL</a:t>
            </a:r>
            <a:endParaRPr sz="8050" dirty="0">
              <a:latin typeface="Barlow"/>
            </a:endParaRPr>
          </a:p>
        </p:txBody>
      </p:sp>
      <p:sp>
        <p:nvSpPr>
          <p:cNvPr id="248" name="Google Shape;248;p13"/>
          <p:cNvSpPr txBox="1"/>
          <p:nvPr/>
        </p:nvSpPr>
        <p:spPr>
          <a:xfrm>
            <a:off x="219075" y="3079500"/>
            <a:ext cx="8171498" cy="8891665"/>
          </a:xfrm>
          <a:prstGeom prst="rect">
            <a:avLst/>
          </a:prstGeom>
          <a:noFill/>
          <a:ln>
            <a:noFill/>
          </a:ln>
        </p:spPr>
        <p:txBody>
          <a:bodyPr spcFirstLastPara="1" wrap="square" lIns="0" tIns="0" rIns="0" bIns="0" anchor="t" anchorCtr="0">
            <a:spAutoFit/>
          </a:bodyPr>
          <a:lstStyle/>
          <a:p>
            <a:pPr lvl="0"/>
            <a:r>
              <a:rPr lang="en-US" sz="4140" u="sng" dirty="0">
                <a:solidFill>
                  <a:schemeClr val="dk1"/>
                </a:solidFill>
              </a:rPr>
              <a:t>Salaries will be put </a:t>
            </a:r>
            <a:r>
              <a:rPr lang="en-US" sz="4600" b="1" u="sng" dirty="0">
                <a:solidFill>
                  <a:schemeClr val="dk1"/>
                </a:solidFill>
              </a:rPr>
              <a:t>ON HOLD:</a:t>
            </a:r>
          </a:p>
          <a:p>
            <a:pPr marL="657254" indent="-657254">
              <a:spcBef>
                <a:spcPts val="1380"/>
              </a:spcBef>
              <a:buFont typeface="Wingdings" pitchFamily="2" charset="2"/>
              <a:buChar char="ü"/>
            </a:pPr>
            <a:r>
              <a:rPr lang="en-US" sz="4140" dirty="0">
                <a:solidFill>
                  <a:schemeClr val="dk1"/>
                </a:solidFill>
              </a:rPr>
              <a:t>If service logs is not updated within one cut-off period. Service logs should be updated daily. The admin manager will check the service logs regularly.</a:t>
            </a:r>
          </a:p>
          <a:p>
            <a:pPr marL="657254" indent="-657254">
              <a:spcBef>
                <a:spcPts val="1380"/>
              </a:spcBef>
              <a:buFont typeface="Wingdings" pitchFamily="2" charset="2"/>
              <a:buChar char="ü"/>
            </a:pPr>
            <a:r>
              <a:rPr lang="en-US" sz="4140" dirty="0">
                <a:solidFill>
                  <a:schemeClr val="dk1"/>
                </a:solidFill>
              </a:rPr>
              <a:t>If </a:t>
            </a:r>
            <a:r>
              <a:rPr lang="en-US" sz="4140" dirty="0" err="1">
                <a:solidFill>
                  <a:schemeClr val="dk1"/>
                </a:solidFill>
              </a:rPr>
              <a:t>Payslip</a:t>
            </a:r>
            <a:r>
              <a:rPr lang="en-US" sz="4140" dirty="0">
                <a:solidFill>
                  <a:schemeClr val="dk1"/>
                </a:solidFill>
              </a:rPr>
              <a:t> of the previous cut-off is not received.</a:t>
            </a:r>
          </a:p>
          <a:p>
            <a:pPr marL="657254" indent="-657254">
              <a:spcBef>
                <a:spcPts val="1380"/>
              </a:spcBef>
              <a:buFont typeface="Wingdings" pitchFamily="2" charset="2"/>
              <a:buChar char="ü"/>
            </a:pPr>
            <a:r>
              <a:rPr lang="en-US" sz="4140" dirty="0">
                <a:solidFill>
                  <a:schemeClr val="dk1"/>
                </a:solidFill>
              </a:rPr>
              <a:t>On-hold pay will be processed late 3 to 5 days after pay schedule and will received an Incident report for non-compliance.</a:t>
            </a:r>
          </a:p>
        </p:txBody>
      </p:sp>
      <p:sp>
        <p:nvSpPr>
          <p:cNvPr id="8" name="Google Shape;225;p11"/>
          <p:cNvSpPr/>
          <p:nvPr/>
        </p:nvSpPr>
        <p:spPr>
          <a:xfrm rot="8243363" flipH="1">
            <a:off x="-2208875" y="9665437"/>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9477034" y="-3515937"/>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144305" y="-2247017"/>
            <a:ext cx="12807485" cy="8018903"/>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pic>
        <p:nvPicPr>
          <p:cNvPr id="7" name="Google Shape;277;p43"/>
          <p:cNvPicPr preferRelativeResize="0"/>
          <p:nvPr/>
        </p:nvPicPr>
        <p:blipFill>
          <a:blip r:embed="rId6">
            <a:alphaModFix/>
          </a:blip>
          <a:stretch>
            <a:fillRect/>
          </a:stretch>
        </p:blipFill>
        <p:spPr>
          <a:xfrm>
            <a:off x="9807247" y="3225900"/>
            <a:ext cx="11070602" cy="9108976"/>
          </a:xfrm>
          <a:prstGeom prst="rect">
            <a:avLst/>
          </a:prstGeom>
          <a:noFill/>
          <a:ln>
            <a:noFill/>
          </a:ln>
        </p:spPr>
      </p:pic>
    </p:spTree>
    <p:extLst>
      <p:ext uri="{BB962C8B-B14F-4D97-AF65-F5344CB8AC3E}">
        <p14:creationId xmlns:p14="http://schemas.microsoft.com/office/powerpoint/2010/main" val="169196282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503873" y="2533050"/>
            <a:ext cx="20023455" cy="1858201"/>
          </a:xfrm>
          <a:prstGeom prst="rect">
            <a:avLst/>
          </a:prstGeom>
          <a:noFill/>
          <a:ln>
            <a:noFill/>
          </a:ln>
        </p:spPr>
        <p:txBody>
          <a:bodyPr spcFirstLastPara="1" wrap="square" lIns="0" tIns="0" rIns="0" bIns="0" anchor="t" anchorCtr="0">
            <a:spAutoFit/>
          </a:bodyPr>
          <a:lstStyle/>
          <a:p>
            <a:pPr lvl="1" algn="ctr">
              <a:lnSpc>
                <a:spcPct val="150000"/>
              </a:lnSpc>
            </a:pPr>
            <a:r>
              <a:rPr lang="en-US" sz="8050" b="1" dirty="0">
                <a:solidFill>
                  <a:srgbClr val="004AAD"/>
                </a:solidFill>
                <a:latin typeface="Barlow"/>
                <a:ea typeface="Montserrat"/>
                <a:cs typeface="Montserrat"/>
                <a:sym typeface="Montserrat"/>
              </a:rPr>
              <a:t>DEDUCTIONS</a:t>
            </a:r>
            <a:endParaRPr sz="8050" dirty="0">
              <a:latin typeface="Barlow"/>
            </a:endParaRPr>
          </a:p>
        </p:txBody>
      </p:sp>
      <p:sp>
        <p:nvSpPr>
          <p:cNvPr id="248" name="Google Shape;248;p13"/>
          <p:cNvSpPr txBox="1"/>
          <p:nvPr/>
        </p:nvSpPr>
        <p:spPr>
          <a:xfrm>
            <a:off x="1930991" y="4340628"/>
            <a:ext cx="12546738" cy="6370975"/>
          </a:xfrm>
          <a:prstGeom prst="rect">
            <a:avLst/>
          </a:prstGeom>
          <a:noFill/>
          <a:ln>
            <a:noFill/>
          </a:ln>
        </p:spPr>
        <p:txBody>
          <a:bodyPr spcFirstLastPara="1" wrap="square" lIns="0" tIns="0" rIns="0" bIns="0" anchor="t" anchorCtr="0">
            <a:spAutoFit/>
          </a:bodyPr>
          <a:lstStyle/>
          <a:p>
            <a:pPr marL="657254" indent="-657254">
              <a:lnSpc>
                <a:spcPct val="150000"/>
              </a:lnSpc>
              <a:buFont typeface="Wingdings" pitchFamily="2" charset="2"/>
              <a:buChar char="Ø"/>
            </a:pPr>
            <a:r>
              <a:rPr lang="en-US" sz="5520" dirty="0">
                <a:solidFill>
                  <a:srgbClr val="2E2E2E"/>
                </a:solidFill>
                <a:latin typeface="Montserrat" charset="0"/>
              </a:rPr>
              <a:t>Absences</a:t>
            </a:r>
          </a:p>
          <a:p>
            <a:pPr marL="657254" indent="-657254">
              <a:lnSpc>
                <a:spcPct val="150000"/>
              </a:lnSpc>
              <a:buFont typeface="Wingdings" pitchFamily="2" charset="2"/>
              <a:buChar char="Ø"/>
            </a:pPr>
            <a:r>
              <a:rPr lang="en-US" sz="5520" dirty="0">
                <a:solidFill>
                  <a:srgbClr val="2E2E2E"/>
                </a:solidFill>
                <a:latin typeface="Montserrat" charset="0"/>
              </a:rPr>
              <a:t>Company Loans</a:t>
            </a:r>
          </a:p>
          <a:p>
            <a:pPr marL="657254" indent="-657254">
              <a:lnSpc>
                <a:spcPct val="150000"/>
              </a:lnSpc>
              <a:buFont typeface="Wingdings" pitchFamily="2" charset="2"/>
              <a:buChar char="Ø"/>
            </a:pPr>
            <a:r>
              <a:rPr lang="en-US" sz="5520" dirty="0">
                <a:solidFill>
                  <a:srgbClr val="2E2E2E"/>
                </a:solidFill>
                <a:latin typeface="Montserrat" charset="0"/>
              </a:rPr>
              <a:t>Cash Advances</a:t>
            </a:r>
          </a:p>
          <a:p>
            <a:pPr marL="657254" indent="-657254">
              <a:lnSpc>
                <a:spcPct val="150000"/>
              </a:lnSpc>
              <a:buFont typeface="Wingdings" pitchFamily="2" charset="2"/>
              <a:buChar char="Ø"/>
            </a:pPr>
            <a:r>
              <a:rPr lang="en-US" sz="5520" dirty="0">
                <a:solidFill>
                  <a:srgbClr val="2E2E2E"/>
                </a:solidFill>
                <a:latin typeface="Montserrat" charset="0"/>
              </a:rPr>
              <a:t>Asset requisition</a:t>
            </a:r>
          </a:p>
          <a:p>
            <a:pPr marL="657254" indent="-657254">
              <a:lnSpc>
                <a:spcPct val="150000"/>
              </a:lnSpc>
              <a:buFont typeface="Wingdings" pitchFamily="2" charset="2"/>
              <a:buChar char="Ø"/>
            </a:pPr>
            <a:r>
              <a:rPr lang="en-US" sz="5520" dirty="0">
                <a:solidFill>
                  <a:srgbClr val="2E2E2E"/>
                </a:solidFill>
                <a:latin typeface="Montserrat" charset="0"/>
              </a:rPr>
              <a:t>Remittance transaction fees.</a:t>
            </a:r>
          </a:p>
        </p:txBody>
      </p:sp>
      <p:sp>
        <p:nvSpPr>
          <p:cNvPr id="8" name="Google Shape;225;p11"/>
          <p:cNvSpPr/>
          <p:nvPr/>
        </p:nvSpPr>
        <p:spPr>
          <a:xfrm rot="8243363" flipH="1">
            <a:off x="-1638752" y="6429992"/>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11439320" y="-3472122"/>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167763" y="-2337777"/>
            <a:ext cx="12807485" cy="8018903"/>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grpSp>
        <p:nvGrpSpPr>
          <p:cNvPr id="7" name="Google Shape;99;p2"/>
          <p:cNvGrpSpPr/>
          <p:nvPr/>
        </p:nvGrpSpPr>
        <p:grpSpPr>
          <a:xfrm>
            <a:off x="16245590" y="10118604"/>
            <a:ext cx="4592487" cy="2537212"/>
            <a:chOff x="11738152" y="7002834"/>
            <a:chExt cx="3993467" cy="2206272"/>
          </a:xfrm>
        </p:grpSpPr>
        <p:pic>
          <p:nvPicPr>
            <p:cNvPr id="11" name="Google Shape;100;p2" descr="A close up of a sign&#10;&#10;Description automatically generated"/>
            <p:cNvPicPr preferRelativeResize="0"/>
            <p:nvPr/>
          </p:nvPicPr>
          <p:blipFill rotWithShape="1">
            <a:blip r:embed="rId6">
              <a:alphaModFix/>
            </a:blip>
            <a:srcRect t="11570" b="11539"/>
            <a:stretch/>
          </p:blipFill>
          <p:spPr>
            <a:xfrm>
              <a:off x="12930350" y="7277100"/>
              <a:ext cx="977894" cy="757410"/>
            </a:xfrm>
            <a:prstGeom prst="rect">
              <a:avLst/>
            </a:prstGeom>
            <a:noFill/>
            <a:ln>
              <a:noFill/>
            </a:ln>
          </p:spPr>
        </p:pic>
        <p:sp>
          <p:nvSpPr>
            <p:cNvPr id="12"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3"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146559978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503873" y="1950018"/>
            <a:ext cx="20023455" cy="1858201"/>
          </a:xfrm>
          <a:prstGeom prst="rect">
            <a:avLst/>
          </a:prstGeom>
          <a:noFill/>
          <a:ln>
            <a:noFill/>
          </a:ln>
        </p:spPr>
        <p:txBody>
          <a:bodyPr spcFirstLastPara="1" wrap="square" lIns="0" tIns="0" rIns="0" bIns="0" anchor="t" anchorCtr="0">
            <a:spAutoFit/>
          </a:bodyPr>
          <a:lstStyle/>
          <a:p>
            <a:pPr lvl="1" algn="ctr">
              <a:lnSpc>
                <a:spcPct val="150000"/>
              </a:lnSpc>
            </a:pPr>
            <a:r>
              <a:rPr lang="en-US" sz="8050" b="1" dirty="0">
                <a:solidFill>
                  <a:srgbClr val="004AAD"/>
                </a:solidFill>
                <a:latin typeface="Barlow"/>
                <a:ea typeface="Montserrat"/>
                <a:cs typeface="Montserrat"/>
                <a:sym typeface="Montserrat"/>
              </a:rPr>
              <a:t>Definition of Terms</a:t>
            </a:r>
            <a:endParaRPr sz="8050" dirty="0">
              <a:latin typeface="Barlow"/>
            </a:endParaRPr>
          </a:p>
        </p:txBody>
      </p:sp>
      <p:sp>
        <p:nvSpPr>
          <p:cNvPr id="248" name="Google Shape;248;p13"/>
          <p:cNvSpPr txBox="1"/>
          <p:nvPr/>
        </p:nvSpPr>
        <p:spPr>
          <a:xfrm>
            <a:off x="503873" y="3775376"/>
            <a:ext cx="20023455" cy="7008072"/>
          </a:xfrm>
          <a:prstGeom prst="rect">
            <a:avLst/>
          </a:prstGeom>
          <a:noFill/>
          <a:ln>
            <a:noFill/>
          </a:ln>
        </p:spPr>
        <p:txBody>
          <a:bodyPr spcFirstLastPara="1" wrap="square" lIns="0" tIns="0" rIns="0" bIns="0" anchor="t" anchorCtr="0">
            <a:spAutoFit/>
          </a:bodyPr>
          <a:lstStyle/>
          <a:p>
            <a:pPr marL="657254" indent="-657254" algn="just">
              <a:lnSpc>
                <a:spcPct val="150000"/>
              </a:lnSpc>
              <a:buFont typeface="Wingdings" pitchFamily="2" charset="2"/>
              <a:buChar char="Ø"/>
            </a:pPr>
            <a:r>
              <a:rPr lang="en-US" sz="7590" b="1" dirty="0">
                <a:solidFill>
                  <a:schemeClr val="tx1"/>
                </a:solidFill>
                <a:latin typeface="Montserrat" charset="0"/>
              </a:rPr>
              <a:t>Incident Report </a:t>
            </a:r>
            <a:r>
              <a:rPr lang="en-US" sz="7590" dirty="0">
                <a:solidFill>
                  <a:schemeClr val="tx1"/>
                </a:solidFill>
                <a:latin typeface="Montserrat" charset="0"/>
              </a:rPr>
              <a:t>– a document issued reporting the events, documenting the facts related to the incident in the workplace.</a:t>
            </a:r>
          </a:p>
        </p:txBody>
      </p:sp>
      <p:sp>
        <p:nvSpPr>
          <p:cNvPr id="8" name="Google Shape;225;p11"/>
          <p:cNvSpPr/>
          <p:nvPr/>
        </p:nvSpPr>
        <p:spPr>
          <a:xfrm rot="8243363" flipH="1">
            <a:off x="-1638752" y="6429992"/>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9411311" y="-3472123"/>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036316" y="-2375333"/>
            <a:ext cx="12807485" cy="8018903"/>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grpSp>
        <p:nvGrpSpPr>
          <p:cNvPr id="7" name="Google Shape;99;p2"/>
          <p:cNvGrpSpPr/>
          <p:nvPr/>
        </p:nvGrpSpPr>
        <p:grpSpPr>
          <a:xfrm>
            <a:off x="16438714" y="10061611"/>
            <a:ext cx="4592487" cy="2537212"/>
            <a:chOff x="11738152" y="7002834"/>
            <a:chExt cx="3993467" cy="2206272"/>
          </a:xfrm>
        </p:grpSpPr>
        <p:pic>
          <p:nvPicPr>
            <p:cNvPr id="11" name="Google Shape;100;p2" descr="A close up of a sign&#10;&#10;Description automatically generated"/>
            <p:cNvPicPr preferRelativeResize="0"/>
            <p:nvPr/>
          </p:nvPicPr>
          <p:blipFill rotWithShape="1">
            <a:blip r:embed="rId6">
              <a:alphaModFix/>
            </a:blip>
            <a:srcRect t="11570" b="11539"/>
            <a:stretch/>
          </p:blipFill>
          <p:spPr>
            <a:xfrm>
              <a:off x="12930350" y="7277100"/>
              <a:ext cx="977894" cy="757410"/>
            </a:xfrm>
            <a:prstGeom prst="rect">
              <a:avLst/>
            </a:prstGeom>
            <a:noFill/>
            <a:ln>
              <a:noFill/>
            </a:ln>
          </p:spPr>
        </p:pic>
        <p:sp>
          <p:nvSpPr>
            <p:cNvPr id="12"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3"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34428223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503873" y="1950017"/>
            <a:ext cx="20023455" cy="2336024"/>
          </a:xfrm>
          <a:prstGeom prst="rect">
            <a:avLst/>
          </a:prstGeom>
          <a:noFill/>
          <a:ln>
            <a:noFill/>
          </a:ln>
        </p:spPr>
        <p:txBody>
          <a:bodyPr spcFirstLastPara="1" wrap="square" lIns="0" tIns="0" rIns="0" bIns="0" anchor="t" anchorCtr="0">
            <a:spAutoFit/>
          </a:bodyPr>
          <a:lstStyle/>
          <a:p>
            <a:pPr lvl="1" algn="ctr">
              <a:lnSpc>
                <a:spcPct val="150000"/>
              </a:lnSpc>
            </a:pPr>
            <a:r>
              <a:rPr lang="en-US" sz="10120" b="1" dirty="0">
                <a:solidFill>
                  <a:srgbClr val="004AAD"/>
                </a:solidFill>
                <a:latin typeface="Barlow"/>
                <a:ea typeface="Montserrat"/>
                <a:cs typeface="Montserrat"/>
                <a:sym typeface="Montserrat"/>
              </a:rPr>
              <a:t>Definition of Terms</a:t>
            </a:r>
            <a:endParaRPr lang="en-US" sz="10120" dirty="0">
              <a:latin typeface="Barlow"/>
            </a:endParaRPr>
          </a:p>
        </p:txBody>
      </p:sp>
      <p:sp>
        <p:nvSpPr>
          <p:cNvPr id="248" name="Google Shape;248;p13"/>
          <p:cNvSpPr txBox="1"/>
          <p:nvPr/>
        </p:nvSpPr>
        <p:spPr>
          <a:xfrm>
            <a:off x="1126672" y="4692666"/>
            <a:ext cx="18646413" cy="7167347"/>
          </a:xfrm>
          <a:prstGeom prst="rect">
            <a:avLst/>
          </a:prstGeom>
          <a:noFill/>
          <a:ln>
            <a:noFill/>
          </a:ln>
        </p:spPr>
        <p:txBody>
          <a:bodyPr spcFirstLastPara="1" wrap="square" lIns="0" tIns="0" rIns="0" bIns="0" anchor="t" anchorCtr="0">
            <a:spAutoFit/>
          </a:bodyPr>
          <a:lstStyle/>
          <a:p>
            <a:pPr marL="657254" indent="-657254" algn="just">
              <a:lnSpc>
                <a:spcPct val="150000"/>
              </a:lnSpc>
              <a:buFont typeface="Wingdings" pitchFamily="2" charset="2"/>
              <a:buChar char="Ø"/>
            </a:pPr>
            <a:r>
              <a:rPr lang="en-US" sz="6210" b="1" dirty="0">
                <a:solidFill>
                  <a:schemeClr val="tx1"/>
                </a:solidFill>
                <a:latin typeface="Montserrat" charset="0"/>
              </a:rPr>
              <a:t>Notice to Explain - </a:t>
            </a:r>
            <a:r>
              <a:rPr lang="en-US" sz="6210" dirty="0">
                <a:solidFill>
                  <a:schemeClr val="tx1"/>
                </a:solidFill>
                <a:latin typeface="Montserrat" charset="0"/>
              </a:rPr>
              <a:t>is a document issued to any Virtual Assistant who violated the company policy, rules, and procedures. An incident that violated the company policy rules and procedures.</a:t>
            </a:r>
          </a:p>
        </p:txBody>
      </p:sp>
      <p:sp>
        <p:nvSpPr>
          <p:cNvPr id="8" name="Google Shape;225;p11"/>
          <p:cNvSpPr/>
          <p:nvPr/>
        </p:nvSpPr>
        <p:spPr>
          <a:xfrm rot="8243363" flipH="1">
            <a:off x="-1638752" y="6429992"/>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9411311" y="-3472123"/>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036316" y="-2375333"/>
            <a:ext cx="12807485" cy="8018903"/>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grpSp>
        <p:nvGrpSpPr>
          <p:cNvPr id="7" name="Google Shape;99;p2"/>
          <p:cNvGrpSpPr/>
          <p:nvPr/>
        </p:nvGrpSpPr>
        <p:grpSpPr>
          <a:xfrm>
            <a:off x="15934841" y="10198021"/>
            <a:ext cx="4592487" cy="2537212"/>
            <a:chOff x="11738152" y="7002834"/>
            <a:chExt cx="3993467" cy="2206272"/>
          </a:xfrm>
        </p:grpSpPr>
        <p:pic>
          <p:nvPicPr>
            <p:cNvPr id="11" name="Google Shape;100;p2" descr="A close up of a sign&#10;&#10;Description automatically generated"/>
            <p:cNvPicPr preferRelativeResize="0"/>
            <p:nvPr/>
          </p:nvPicPr>
          <p:blipFill rotWithShape="1">
            <a:blip r:embed="rId6">
              <a:alphaModFix/>
            </a:blip>
            <a:srcRect t="11570" b="11539"/>
            <a:stretch/>
          </p:blipFill>
          <p:spPr>
            <a:xfrm>
              <a:off x="12930350" y="7277100"/>
              <a:ext cx="977894" cy="757410"/>
            </a:xfrm>
            <a:prstGeom prst="rect">
              <a:avLst/>
            </a:prstGeom>
            <a:noFill/>
            <a:ln>
              <a:noFill/>
            </a:ln>
          </p:spPr>
        </p:pic>
        <p:sp>
          <p:nvSpPr>
            <p:cNvPr id="12"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3"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58239120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503873" y="2293152"/>
            <a:ext cx="20023455" cy="1858201"/>
          </a:xfrm>
          <a:prstGeom prst="rect">
            <a:avLst/>
          </a:prstGeom>
          <a:noFill/>
          <a:ln>
            <a:noFill/>
          </a:ln>
        </p:spPr>
        <p:txBody>
          <a:bodyPr spcFirstLastPara="1" wrap="square" lIns="0" tIns="0" rIns="0" bIns="0" anchor="t" anchorCtr="0">
            <a:spAutoFit/>
          </a:bodyPr>
          <a:lstStyle/>
          <a:p>
            <a:pPr lvl="1" algn="ctr">
              <a:lnSpc>
                <a:spcPct val="150000"/>
              </a:lnSpc>
            </a:pPr>
            <a:r>
              <a:rPr lang="en-US" sz="8050" b="1" dirty="0">
                <a:solidFill>
                  <a:srgbClr val="004AAD"/>
                </a:solidFill>
                <a:latin typeface="Barlow"/>
                <a:ea typeface="Montserrat"/>
                <a:cs typeface="Montserrat"/>
                <a:sym typeface="Montserrat"/>
              </a:rPr>
              <a:t>Issuance of NTE 1</a:t>
            </a:r>
            <a:endParaRPr sz="8050" dirty="0">
              <a:latin typeface="Barlow"/>
            </a:endParaRPr>
          </a:p>
        </p:txBody>
      </p:sp>
      <p:sp>
        <p:nvSpPr>
          <p:cNvPr id="248" name="Google Shape;248;p13"/>
          <p:cNvSpPr txBox="1"/>
          <p:nvPr/>
        </p:nvSpPr>
        <p:spPr>
          <a:xfrm>
            <a:off x="751114" y="4903074"/>
            <a:ext cx="19172193" cy="6370975"/>
          </a:xfrm>
          <a:prstGeom prst="rect">
            <a:avLst/>
          </a:prstGeom>
          <a:noFill/>
          <a:ln>
            <a:noFill/>
          </a:ln>
        </p:spPr>
        <p:txBody>
          <a:bodyPr spcFirstLastPara="1" wrap="square" lIns="0" tIns="0" rIns="0" bIns="0" anchor="t" anchorCtr="0">
            <a:spAutoFit/>
          </a:bodyPr>
          <a:lstStyle/>
          <a:p>
            <a:pPr marL="657254" indent="-657254" algn="just">
              <a:lnSpc>
                <a:spcPct val="150000"/>
              </a:lnSpc>
              <a:buFont typeface="Wingdings" pitchFamily="2" charset="2"/>
              <a:buChar char="Ø"/>
            </a:pPr>
            <a:r>
              <a:rPr lang="en-US" sz="5520" dirty="0">
                <a:solidFill>
                  <a:schemeClr val="tx1"/>
                </a:solidFill>
                <a:latin typeface="Montserrat" charset="0"/>
              </a:rPr>
              <a:t>An NTE 1 will be issued to a Virtual Assistant with a supporting incident report and factual evidence.</a:t>
            </a:r>
          </a:p>
          <a:p>
            <a:pPr marL="1577409" indent="-582400" algn="just">
              <a:lnSpc>
                <a:spcPct val="150000"/>
              </a:lnSpc>
              <a:buFont typeface="+mj-lt"/>
              <a:buAutoNum type="alphaLcParenR"/>
            </a:pPr>
            <a:r>
              <a:rPr lang="en-US" sz="5520" dirty="0">
                <a:solidFill>
                  <a:schemeClr val="tx1"/>
                </a:solidFill>
                <a:latin typeface="Montserrat" charset="0"/>
              </a:rPr>
              <a:t> The Virtual Assistant will be given 24 hours to explain and to present her factual evidence to prove otherwise the NTE issued.</a:t>
            </a:r>
          </a:p>
        </p:txBody>
      </p:sp>
      <p:sp>
        <p:nvSpPr>
          <p:cNvPr id="8" name="Google Shape;225;p11"/>
          <p:cNvSpPr/>
          <p:nvPr/>
        </p:nvSpPr>
        <p:spPr>
          <a:xfrm rot="8243363" flipH="1">
            <a:off x="-3128462" y="7131033"/>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9411311" y="-3472123"/>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990855" y="-2563112"/>
            <a:ext cx="12807485" cy="8018903"/>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grpSp>
        <p:nvGrpSpPr>
          <p:cNvPr id="7" name="Google Shape;99;p2"/>
          <p:cNvGrpSpPr/>
          <p:nvPr/>
        </p:nvGrpSpPr>
        <p:grpSpPr>
          <a:xfrm>
            <a:off x="15934841" y="10164974"/>
            <a:ext cx="4592487" cy="2537212"/>
            <a:chOff x="11738152" y="7002834"/>
            <a:chExt cx="3993467" cy="2206272"/>
          </a:xfrm>
        </p:grpSpPr>
        <p:pic>
          <p:nvPicPr>
            <p:cNvPr id="11" name="Google Shape;100;p2" descr="A close up of a sign&#10;&#10;Description automatically generated"/>
            <p:cNvPicPr preferRelativeResize="0"/>
            <p:nvPr/>
          </p:nvPicPr>
          <p:blipFill rotWithShape="1">
            <a:blip r:embed="rId6">
              <a:alphaModFix/>
            </a:blip>
            <a:srcRect t="11570" b="11539"/>
            <a:stretch/>
          </p:blipFill>
          <p:spPr>
            <a:xfrm>
              <a:off x="12930350" y="7277100"/>
              <a:ext cx="977894" cy="757410"/>
            </a:xfrm>
            <a:prstGeom prst="rect">
              <a:avLst/>
            </a:prstGeom>
            <a:noFill/>
            <a:ln>
              <a:noFill/>
            </a:ln>
          </p:spPr>
        </p:pic>
        <p:sp>
          <p:nvSpPr>
            <p:cNvPr id="12"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3"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136724538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503873" y="1901770"/>
            <a:ext cx="20023455" cy="1858201"/>
          </a:xfrm>
          <a:prstGeom prst="rect">
            <a:avLst/>
          </a:prstGeom>
          <a:noFill/>
          <a:ln>
            <a:noFill/>
          </a:ln>
        </p:spPr>
        <p:txBody>
          <a:bodyPr spcFirstLastPara="1" wrap="square" lIns="0" tIns="0" rIns="0" bIns="0" anchor="t" anchorCtr="0">
            <a:spAutoFit/>
          </a:bodyPr>
          <a:lstStyle/>
          <a:p>
            <a:pPr lvl="1" algn="ctr">
              <a:lnSpc>
                <a:spcPct val="150000"/>
              </a:lnSpc>
            </a:pPr>
            <a:r>
              <a:rPr lang="en-US" sz="8050" b="1" dirty="0">
                <a:solidFill>
                  <a:srgbClr val="004AAD"/>
                </a:solidFill>
                <a:latin typeface="Barlow"/>
                <a:ea typeface="Montserrat"/>
                <a:cs typeface="Montserrat"/>
                <a:sym typeface="Montserrat"/>
              </a:rPr>
              <a:t>Issuance of NTE 1</a:t>
            </a:r>
            <a:endParaRPr sz="8050" dirty="0">
              <a:latin typeface="Barlow"/>
            </a:endParaRPr>
          </a:p>
        </p:txBody>
      </p:sp>
      <p:sp>
        <p:nvSpPr>
          <p:cNvPr id="248" name="Google Shape;248;p13"/>
          <p:cNvSpPr txBox="1"/>
          <p:nvPr/>
        </p:nvSpPr>
        <p:spPr>
          <a:xfrm>
            <a:off x="1056109" y="3759972"/>
            <a:ext cx="17909527" cy="7804444"/>
          </a:xfrm>
          <a:prstGeom prst="rect">
            <a:avLst/>
          </a:prstGeom>
          <a:noFill/>
          <a:ln>
            <a:noFill/>
          </a:ln>
        </p:spPr>
        <p:txBody>
          <a:bodyPr spcFirstLastPara="1" wrap="square" lIns="0" tIns="0" rIns="0" bIns="0" anchor="t" anchorCtr="0">
            <a:spAutoFit/>
          </a:bodyPr>
          <a:lstStyle/>
          <a:p>
            <a:pPr marL="995009" algn="just">
              <a:lnSpc>
                <a:spcPct val="150000"/>
              </a:lnSpc>
            </a:pPr>
            <a:r>
              <a:rPr lang="en-US" sz="4830" dirty="0">
                <a:solidFill>
                  <a:schemeClr val="tx1"/>
                </a:solidFill>
                <a:latin typeface="Montserrat" charset="0"/>
              </a:rPr>
              <a:t>b.) Once the response is received and proof of violation is presented, the Virtual Assistant is forfeited to receive any </a:t>
            </a:r>
            <a:r>
              <a:rPr lang="en-US" sz="4830" dirty="0" err="1">
                <a:solidFill>
                  <a:schemeClr val="tx1"/>
                </a:solidFill>
                <a:latin typeface="Montserrat" charset="0"/>
              </a:rPr>
              <a:t>tenureship</a:t>
            </a:r>
            <a:r>
              <a:rPr lang="en-US" sz="4830" dirty="0">
                <a:solidFill>
                  <a:schemeClr val="tx1"/>
                </a:solidFill>
                <a:latin typeface="Montserrat" charset="0"/>
              </a:rPr>
              <a:t>, bonuses, and incentives within six (6) months.</a:t>
            </a:r>
          </a:p>
          <a:p>
            <a:pPr marL="995009" algn="just">
              <a:lnSpc>
                <a:spcPct val="150000"/>
              </a:lnSpc>
            </a:pPr>
            <a:r>
              <a:rPr lang="en-US" sz="4830" dirty="0">
                <a:solidFill>
                  <a:schemeClr val="tx1"/>
                </a:solidFill>
                <a:latin typeface="Montserrat" charset="0"/>
              </a:rPr>
              <a:t>c.) The Virtual Assistant will undergo a re-training and Evaluation for 15 days and be called for counseling by HR.</a:t>
            </a:r>
          </a:p>
        </p:txBody>
      </p:sp>
      <p:sp>
        <p:nvSpPr>
          <p:cNvPr id="8" name="Google Shape;225;p11"/>
          <p:cNvSpPr/>
          <p:nvPr/>
        </p:nvSpPr>
        <p:spPr>
          <a:xfrm rot="8243363" flipH="1">
            <a:off x="-2676232" y="7623080"/>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9411311" y="-3472123"/>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990855" y="-2563112"/>
            <a:ext cx="12807485" cy="8018903"/>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grpSp>
        <p:nvGrpSpPr>
          <p:cNvPr id="7" name="Google Shape;99;p2"/>
          <p:cNvGrpSpPr/>
          <p:nvPr/>
        </p:nvGrpSpPr>
        <p:grpSpPr>
          <a:xfrm>
            <a:off x="15934841" y="10282034"/>
            <a:ext cx="4592487" cy="2537212"/>
            <a:chOff x="11738152" y="7002834"/>
            <a:chExt cx="3993467" cy="2206272"/>
          </a:xfrm>
        </p:grpSpPr>
        <p:pic>
          <p:nvPicPr>
            <p:cNvPr id="11" name="Google Shape;100;p2" descr="A close up of a sign&#10;&#10;Description automatically generated"/>
            <p:cNvPicPr preferRelativeResize="0"/>
            <p:nvPr/>
          </p:nvPicPr>
          <p:blipFill rotWithShape="1">
            <a:blip r:embed="rId6">
              <a:alphaModFix/>
            </a:blip>
            <a:srcRect t="11570" b="11539"/>
            <a:stretch/>
          </p:blipFill>
          <p:spPr>
            <a:xfrm>
              <a:off x="12930350" y="7277100"/>
              <a:ext cx="977894" cy="757410"/>
            </a:xfrm>
            <a:prstGeom prst="rect">
              <a:avLst/>
            </a:prstGeom>
            <a:noFill/>
            <a:ln>
              <a:noFill/>
            </a:ln>
          </p:spPr>
        </p:pic>
        <p:sp>
          <p:nvSpPr>
            <p:cNvPr id="12"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3"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26639445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503873" y="2198729"/>
            <a:ext cx="20023455" cy="1858201"/>
          </a:xfrm>
          <a:prstGeom prst="rect">
            <a:avLst/>
          </a:prstGeom>
          <a:noFill/>
          <a:ln>
            <a:noFill/>
          </a:ln>
        </p:spPr>
        <p:txBody>
          <a:bodyPr spcFirstLastPara="1" wrap="square" lIns="0" tIns="0" rIns="0" bIns="0" anchor="t" anchorCtr="0">
            <a:spAutoFit/>
          </a:bodyPr>
          <a:lstStyle/>
          <a:p>
            <a:pPr lvl="1" algn="ctr">
              <a:lnSpc>
                <a:spcPct val="150000"/>
              </a:lnSpc>
            </a:pPr>
            <a:r>
              <a:rPr lang="en-US" sz="8050" b="1" dirty="0">
                <a:solidFill>
                  <a:srgbClr val="004AAD"/>
                </a:solidFill>
                <a:latin typeface="Barlow"/>
                <a:ea typeface="Montserrat"/>
                <a:cs typeface="Montserrat"/>
                <a:sym typeface="Montserrat"/>
              </a:rPr>
              <a:t>Issuance of NTE 2</a:t>
            </a:r>
            <a:endParaRPr sz="8050" dirty="0">
              <a:latin typeface="Barlow"/>
            </a:endParaRPr>
          </a:p>
        </p:txBody>
      </p:sp>
      <p:sp>
        <p:nvSpPr>
          <p:cNvPr id="248" name="Google Shape;248;p13"/>
          <p:cNvSpPr txBox="1"/>
          <p:nvPr/>
        </p:nvSpPr>
        <p:spPr>
          <a:xfrm>
            <a:off x="503873" y="4279467"/>
            <a:ext cx="18796635" cy="5840060"/>
          </a:xfrm>
          <a:prstGeom prst="rect">
            <a:avLst/>
          </a:prstGeom>
          <a:noFill/>
          <a:ln>
            <a:noFill/>
          </a:ln>
        </p:spPr>
        <p:txBody>
          <a:bodyPr spcFirstLastPara="1" wrap="square" lIns="0" tIns="0" rIns="0" bIns="0" anchor="t" anchorCtr="0">
            <a:spAutoFit/>
          </a:bodyPr>
          <a:lstStyle/>
          <a:p>
            <a:pPr marL="1783713" indent="-788704" algn="just">
              <a:lnSpc>
                <a:spcPct val="150000"/>
              </a:lnSpc>
              <a:buFont typeface="Wingdings" pitchFamily="2" charset="2"/>
              <a:buChar char="Ø"/>
            </a:pPr>
            <a:r>
              <a:rPr lang="en-US" sz="5060" dirty="0">
                <a:solidFill>
                  <a:schemeClr val="tx1"/>
                </a:solidFill>
                <a:latin typeface="Montserrat" charset="0"/>
              </a:rPr>
              <a:t>An NTE 2 will be issued to Virtual assistant after the issuance of NTE 1 within one (1) year calendar period. </a:t>
            </a:r>
          </a:p>
          <a:p>
            <a:pPr marL="2629014" indent="-905549" algn="just">
              <a:lnSpc>
                <a:spcPct val="150000"/>
              </a:lnSpc>
              <a:buFont typeface="+mj-lt"/>
              <a:buAutoNum type="alphaLcParenR"/>
            </a:pPr>
            <a:r>
              <a:rPr lang="en-US" sz="5060" dirty="0">
                <a:solidFill>
                  <a:schemeClr val="tx1"/>
                </a:solidFill>
                <a:latin typeface="Montserrat" charset="0"/>
              </a:rPr>
              <a:t>The Virtual Assistant will be given 24 hours to explain and to present her factual evidence to prove otherwise the NTE issued.</a:t>
            </a:r>
          </a:p>
        </p:txBody>
      </p:sp>
      <p:sp>
        <p:nvSpPr>
          <p:cNvPr id="8" name="Google Shape;225;p11"/>
          <p:cNvSpPr/>
          <p:nvPr/>
        </p:nvSpPr>
        <p:spPr>
          <a:xfrm rot="8243363" flipH="1">
            <a:off x="-4132404" y="7360189"/>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9411311" y="-3115344"/>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990855" y="-2563112"/>
            <a:ext cx="12807485" cy="8018903"/>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grpSp>
        <p:nvGrpSpPr>
          <p:cNvPr id="7" name="Google Shape;99;p2"/>
          <p:cNvGrpSpPr/>
          <p:nvPr/>
        </p:nvGrpSpPr>
        <p:grpSpPr>
          <a:xfrm>
            <a:off x="15711962" y="9780336"/>
            <a:ext cx="4592487" cy="2537212"/>
            <a:chOff x="11738152" y="7002834"/>
            <a:chExt cx="3993467" cy="2206272"/>
          </a:xfrm>
        </p:grpSpPr>
        <p:pic>
          <p:nvPicPr>
            <p:cNvPr id="11" name="Google Shape;100;p2" descr="A close up of a sign&#10;&#10;Description automatically generated"/>
            <p:cNvPicPr preferRelativeResize="0"/>
            <p:nvPr/>
          </p:nvPicPr>
          <p:blipFill rotWithShape="1">
            <a:blip r:embed="rId6">
              <a:alphaModFix/>
            </a:blip>
            <a:srcRect t="11570" b="11539"/>
            <a:stretch/>
          </p:blipFill>
          <p:spPr>
            <a:xfrm>
              <a:off x="12930350" y="7277100"/>
              <a:ext cx="977894" cy="757410"/>
            </a:xfrm>
            <a:prstGeom prst="rect">
              <a:avLst/>
            </a:prstGeom>
            <a:noFill/>
            <a:ln>
              <a:noFill/>
            </a:ln>
          </p:spPr>
        </p:pic>
        <p:sp>
          <p:nvSpPr>
            <p:cNvPr id="12"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3"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24021399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503873" y="2567508"/>
            <a:ext cx="20023455" cy="1858201"/>
          </a:xfrm>
          <a:prstGeom prst="rect">
            <a:avLst/>
          </a:prstGeom>
          <a:noFill/>
          <a:ln>
            <a:noFill/>
          </a:ln>
        </p:spPr>
        <p:txBody>
          <a:bodyPr spcFirstLastPara="1" wrap="square" lIns="0" tIns="0" rIns="0" bIns="0" anchor="t" anchorCtr="0">
            <a:spAutoFit/>
          </a:bodyPr>
          <a:lstStyle/>
          <a:p>
            <a:pPr lvl="1" algn="ctr">
              <a:lnSpc>
                <a:spcPct val="150000"/>
              </a:lnSpc>
            </a:pPr>
            <a:r>
              <a:rPr lang="en-US" sz="8050" b="1" dirty="0">
                <a:solidFill>
                  <a:srgbClr val="004AAD"/>
                </a:solidFill>
                <a:latin typeface="Barlow"/>
                <a:ea typeface="Montserrat"/>
                <a:cs typeface="Montserrat"/>
                <a:sym typeface="Montserrat"/>
              </a:rPr>
              <a:t>Issuance of NTE 2</a:t>
            </a:r>
            <a:endParaRPr sz="8050" dirty="0">
              <a:latin typeface="Barlow"/>
            </a:endParaRPr>
          </a:p>
        </p:txBody>
      </p:sp>
      <p:sp>
        <p:nvSpPr>
          <p:cNvPr id="248" name="Google Shape;248;p13"/>
          <p:cNvSpPr txBox="1"/>
          <p:nvPr/>
        </p:nvSpPr>
        <p:spPr>
          <a:xfrm>
            <a:off x="788671" y="4371374"/>
            <a:ext cx="18514966" cy="7804444"/>
          </a:xfrm>
          <a:prstGeom prst="rect">
            <a:avLst/>
          </a:prstGeom>
          <a:noFill/>
          <a:ln>
            <a:noFill/>
          </a:ln>
        </p:spPr>
        <p:txBody>
          <a:bodyPr spcFirstLastPara="1" wrap="square" lIns="0" tIns="0" rIns="0" bIns="0" anchor="t" anchorCtr="0">
            <a:spAutoFit/>
          </a:bodyPr>
          <a:lstStyle/>
          <a:p>
            <a:pPr marL="1723465" algn="just">
              <a:lnSpc>
                <a:spcPct val="150000"/>
              </a:lnSpc>
            </a:pPr>
            <a:r>
              <a:rPr lang="en-US" sz="4830" dirty="0">
                <a:solidFill>
                  <a:schemeClr val="tx1"/>
                </a:solidFill>
                <a:latin typeface="Montserrat" charset="0"/>
              </a:rPr>
              <a:t>b) Once the response is received and proof of violation is presented, the Virtual Assistant is forfeited to receive any tenure ship, promotion, bonuses and incentives within one (1) year.</a:t>
            </a:r>
          </a:p>
          <a:p>
            <a:pPr marL="1723465" algn="just">
              <a:lnSpc>
                <a:spcPct val="150000"/>
              </a:lnSpc>
            </a:pPr>
            <a:r>
              <a:rPr lang="en-US" sz="4830" dirty="0">
                <a:solidFill>
                  <a:schemeClr val="tx1"/>
                </a:solidFill>
                <a:latin typeface="Montserrat" charset="0"/>
              </a:rPr>
              <a:t>c) The Virtual Assistant will undergo a re-training and Evaluation for 15 days and be called for counseling by HR.</a:t>
            </a:r>
          </a:p>
        </p:txBody>
      </p:sp>
      <p:sp>
        <p:nvSpPr>
          <p:cNvPr id="8" name="Google Shape;225;p11"/>
          <p:cNvSpPr/>
          <p:nvPr/>
        </p:nvSpPr>
        <p:spPr>
          <a:xfrm rot="8243363" flipH="1">
            <a:off x="-8956382" y="6513100"/>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9173457" y="-2691933"/>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990855" y="-2563112"/>
            <a:ext cx="12807485" cy="8018903"/>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grpSp>
        <p:nvGrpSpPr>
          <p:cNvPr id="7" name="Google Shape;99;p2"/>
          <p:cNvGrpSpPr/>
          <p:nvPr/>
        </p:nvGrpSpPr>
        <p:grpSpPr>
          <a:xfrm>
            <a:off x="16710084" y="10521297"/>
            <a:ext cx="4592487" cy="2537212"/>
            <a:chOff x="11738152" y="7002834"/>
            <a:chExt cx="3993467" cy="2206272"/>
          </a:xfrm>
        </p:grpSpPr>
        <p:pic>
          <p:nvPicPr>
            <p:cNvPr id="11" name="Google Shape;100;p2" descr="A close up of a sign&#10;&#10;Description automatically generated"/>
            <p:cNvPicPr preferRelativeResize="0"/>
            <p:nvPr/>
          </p:nvPicPr>
          <p:blipFill rotWithShape="1">
            <a:blip r:embed="rId6">
              <a:alphaModFix/>
            </a:blip>
            <a:srcRect t="11570" b="11539"/>
            <a:stretch/>
          </p:blipFill>
          <p:spPr>
            <a:xfrm>
              <a:off x="12930350" y="7277100"/>
              <a:ext cx="977894" cy="757410"/>
            </a:xfrm>
            <a:prstGeom prst="rect">
              <a:avLst/>
            </a:prstGeom>
            <a:noFill/>
            <a:ln>
              <a:noFill/>
            </a:ln>
          </p:spPr>
        </p:pic>
        <p:sp>
          <p:nvSpPr>
            <p:cNvPr id="12"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3"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179056511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503873" y="2571229"/>
            <a:ext cx="20023455" cy="1858201"/>
          </a:xfrm>
          <a:prstGeom prst="rect">
            <a:avLst/>
          </a:prstGeom>
          <a:noFill/>
          <a:ln>
            <a:noFill/>
          </a:ln>
        </p:spPr>
        <p:txBody>
          <a:bodyPr spcFirstLastPara="1" wrap="square" lIns="0" tIns="0" rIns="0" bIns="0" anchor="t" anchorCtr="0">
            <a:spAutoFit/>
          </a:bodyPr>
          <a:lstStyle/>
          <a:p>
            <a:pPr lvl="1" algn="ctr">
              <a:lnSpc>
                <a:spcPct val="150000"/>
              </a:lnSpc>
            </a:pPr>
            <a:r>
              <a:rPr lang="en-US" sz="8050" b="1" dirty="0">
                <a:solidFill>
                  <a:srgbClr val="004AAD"/>
                </a:solidFill>
                <a:latin typeface="Barlow"/>
                <a:ea typeface="Montserrat"/>
                <a:cs typeface="Montserrat"/>
                <a:sym typeface="Montserrat"/>
              </a:rPr>
              <a:t>Issuance of NTE 3</a:t>
            </a:r>
            <a:endParaRPr sz="8050" dirty="0">
              <a:latin typeface="Barlow"/>
            </a:endParaRPr>
          </a:p>
        </p:txBody>
      </p:sp>
      <p:sp>
        <p:nvSpPr>
          <p:cNvPr id="248" name="Google Shape;248;p13"/>
          <p:cNvSpPr txBox="1"/>
          <p:nvPr/>
        </p:nvSpPr>
        <p:spPr>
          <a:xfrm>
            <a:off x="94936" y="4470158"/>
            <a:ext cx="19446555" cy="5574603"/>
          </a:xfrm>
          <a:prstGeom prst="rect">
            <a:avLst/>
          </a:prstGeom>
          <a:noFill/>
          <a:ln>
            <a:noFill/>
          </a:ln>
        </p:spPr>
        <p:txBody>
          <a:bodyPr spcFirstLastPara="1" wrap="square" lIns="0" tIns="0" rIns="0" bIns="0" anchor="t" anchorCtr="0">
            <a:spAutoFit/>
          </a:bodyPr>
          <a:lstStyle/>
          <a:p>
            <a:pPr marL="1783713" indent="-788704" algn="just">
              <a:lnSpc>
                <a:spcPct val="150000"/>
              </a:lnSpc>
              <a:buFont typeface="Wingdings" pitchFamily="2" charset="2"/>
              <a:buChar char="Ø"/>
            </a:pPr>
            <a:r>
              <a:rPr lang="en-US" sz="4830" dirty="0">
                <a:solidFill>
                  <a:schemeClr val="tx1"/>
                </a:solidFill>
                <a:latin typeface="Montserrat" charset="0"/>
              </a:rPr>
              <a:t>An NTE 3 will be issued to Virtual assistant after issuance of NTE within one (1) fiscal year period. </a:t>
            </a:r>
          </a:p>
          <a:p>
            <a:pPr marL="2629014" indent="-905549" algn="just">
              <a:lnSpc>
                <a:spcPct val="150000"/>
              </a:lnSpc>
              <a:buFont typeface="+mj-lt"/>
              <a:buAutoNum type="alphaLcParenR"/>
            </a:pPr>
            <a:r>
              <a:rPr lang="en-US" sz="4830" dirty="0">
                <a:solidFill>
                  <a:schemeClr val="tx1"/>
                </a:solidFill>
                <a:latin typeface="Montserrat" charset="0"/>
              </a:rPr>
              <a:t>The Virtual Assistant will be given 24 hours to explain and to present her factual evidence to prove otherwise the NTE issued.</a:t>
            </a:r>
          </a:p>
        </p:txBody>
      </p:sp>
      <p:sp>
        <p:nvSpPr>
          <p:cNvPr id="8" name="Google Shape;225;p11"/>
          <p:cNvSpPr/>
          <p:nvPr/>
        </p:nvSpPr>
        <p:spPr>
          <a:xfrm rot="8243363" flipH="1">
            <a:off x="-3223389" y="7535450"/>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9411312" y="-1474981"/>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990855" y="-2563112"/>
            <a:ext cx="12807485" cy="8018903"/>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grpSp>
        <p:nvGrpSpPr>
          <p:cNvPr id="7" name="Google Shape;99;p2"/>
          <p:cNvGrpSpPr/>
          <p:nvPr/>
        </p:nvGrpSpPr>
        <p:grpSpPr>
          <a:xfrm>
            <a:off x="16389482" y="10085487"/>
            <a:ext cx="4592487" cy="2537212"/>
            <a:chOff x="11738152" y="7002834"/>
            <a:chExt cx="3993467" cy="2206272"/>
          </a:xfrm>
        </p:grpSpPr>
        <p:pic>
          <p:nvPicPr>
            <p:cNvPr id="11" name="Google Shape;100;p2" descr="A close up of a sign&#10;&#10;Description automatically generated"/>
            <p:cNvPicPr preferRelativeResize="0"/>
            <p:nvPr/>
          </p:nvPicPr>
          <p:blipFill rotWithShape="1">
            <a:blip r:embed="rId6">
              <a:alphaModFix/>
            </a:blip>
            <a:srcRect t="11570" b="11539"/>
            <a:stretch/>
          </p:blipFill>
          <p:spPr>
            <a:xfrm>
              <a:off x="12930350" y="7277100"/>
              <a:ext cx="977894" cy="757410"/>
            </a:xfrm>
            <a:prstGeom prst="rect">
              <a:avLst/>
            </a:prstGeom>
            <a:noFill/>
            <a:ln>
              <a:noFill/>
            </a:ln>
          </p:spPr>
        </p:pic>
        <p:sp>
          <p:nvSpPr>
            <p:cNvPr id="12"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3"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275662983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503873" y="2082336"/>
            <a:ext cx="20023455" cy="1858201"/>
          </a:xfrm>
          <a:prstGeom prst="rect">
            <a:avLst/>
          </a:prstGeom>
          <a:noFill/>
          <a:ln>
            <a:noFill/>
          </a:ln>
        </p:spPr>
        <p:txBody>
          <a:bodyPr spcFirstLastPara="1" wrap="square" lIns="0" tIns="0" rIns="0" bIns="0" anchor="t" anchorCtr="0">
            <a:spAutoFit/>
          </a:bodyPr>
          <a:lstStyle/>
          <a:p>
            <a:pPr lvl="1" algn="ctr">
              <a:lnSpc>
                <a:spcPct val="150000"/>
              </a:lnSpc>
            </a:pPr>
            <a:r>
              <a:rPr lang="en-US" sz="8050" b="1" dirty="0">
                <a:solidFill>
                  <a:srgbClr val="004AAD"/>
                </a:solidFill>
                <a:latin typeface="Barlow"/>
                <a:ea typeface="Montserrat"/>
                <a:cs typeface="Montserrat"/>
                <a:sym typeface="Montserrat"/>
              </a:rPr>
              <a:t>Issuance of NTE 3</a:t>
            </a:r>
            <a:endParaRPr sz="8050" dirty="0">
              <a:latin typeface="Barlow"/>
            </a:endParaRPr>
          </a:p>
        </p:txBody>
      </p:sp>
      <p:sp>
        <p:nvSpPr>
          <p:cNvPr id="248" name="Google Shape;248;p13"/>
          <p:cNvSpPr txBox="1"/>
          <p:nvPr/>
        </p:nvSpPr>
        <p:spPr>
          <a:xfrm>
            <a:off x="-138748" y="4015316"/>
            <a:ext cx="20023455" cy="5733877"/>
          </a:xfrm>
          <a:prstGeom prst="rect">
            <a:avLst/>
          </a:prstGeom>
          <a:noFill/>
          <a:ln>
            <a:noFill/>
          </a:ln>
        </p:spPr>
        <p:txBody>
          <a:bodyPr spcFirstLastPara="1" wrap="square" lIns="0" tIns="0" rIns="0" bIns="0" anchor="t" anchorCtr="0">
            <a:spAutoFit/>
          </a:bodyPr>
          <a:lstStyle/>
          <a:p>
            <a:pPr marL="1723465" algn="just">
              <a:lnSpc>
                <a:spcPct val="150000"/>
              </a:lnSpc>
            </a:pPr>
            <a:r>
              <a:rPr lang="en-US" sz="6210" dirty="0">
                <a:solidFill>
                  <a:schemeClr val="tx1"/>
                </a:solidFill>
                <a:latin typeface="Montserrat" charset="0"/>
              </a:rPr>
              <a:t>b) Once a response is received and proof of violation is presented, the Virtual Assistant is terminated to all his company access and will be issued a Notice of Termination.</a:t>
            </a:r>
          </a:p>
        </p:txBody>
      </p:sp>
      <p:sp>
        <p:nvSpPr>
          <p:cNvPr id="8" name="Google Shape;225;p11"/>
          <p:cNvSpPr/>
          <p:nvPr/>
        </p:nvSpPr>
        <p:spPr>
          <a:xfrm rot="8243363" flipH="1">
            <a:off x="-3128462" y="6513099"/>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9411311" y="-3472123"/>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990855" y="-2563112"/>
            <a:ext cx="12807485" cy="8018903"/>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grpSp>
        <p:nvGrpSpPr>
          <p:cNvPr id="7" name="Google Shape;99;p2"/>
          <p:cNvGrpSpPr/>
          <p:nvPr/>
        </p:nvGrpSpPr>
        <p:grpSpPr>
          <a:xfrm>
            <a:off x="15934841" y="9823969"/>
            <a:ext cx="4592487" cy="2537212"/>
            <a:chOff x="11738152" y="7002834"/>
            <a:chExt cx="3993467" cy="2206272"/>
          </a:xfrm>
        </p:grpSpPr>
        <p:pic>
          <p:nvPicPr>
            <p:cNvPr id="11" name="Google Shape;100;p2" descr="A close up of a sign&#10;&#10;Description automatically generated"/>
            <p:cNvPicPr preferRelativeResize="0"/>
            <p:nvPr/>
          </p:nvPicPr>
          <p:blipFill rotWithShape="1">
            <a:blip r:embed="rId6">
              <a:alphaModFix/>
            </a:blip>
            <a:srcRect t="11570" b="11539"/>
            <a:stretch/>
          </p:blipFill>
          <p:spPr>
            <a:xfrm>
              <a:off x="12930350" y="7277100"/>
              <a:ext cx="977894" cy="757410"/>
            </a:xfrm>
            <a:prstGeom prst="rect">
              <a:avLst/>
            </a:prstGeom>
            <a:noFill/>
            <a:ln>
              <a:noFill/>
            </a:ln>
          </p:spPr>
        </p:pic>
        <p:sp>
          <p:nvSpPr>
            <p:cNvPr id="12"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3"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253672531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8" name="Google Shape;248;p13"/>
          <p:cNvSpPr txBox="1"/>
          <p:nvPr/>
        </p:nvSpPr>
        <p:spPr>
          <a:xfrm>
            <a:off x="976449" y="2389244"/>
            <a:ext cx="19115858" cy="9344096"/>
          </a:xfrm>
          <a:prstGeom prst="rect">
            <a:avLst/>
          </a:prstGeom>
          <a:noFill/>
          <a:ln>
            <a:noFill/>
          </a:ln>
        </p:spPr>
        <p:txBody>
          <a:bodyPr spcFirstLastPara="1" wrap="square" lIns="0" tIns="0" rIns="0" bIns="0" anchor="t" anchorCtr="0">
            <a:spAutoFit/>
          </a:bodyPr>
          <a:lstStyle/>
          <a:p>
            <a:pPr marL="204479" algn="just">
              <a:lnSpc>
                <a:spcPct val="150000"/>
              </a:lnSpc>
            </a:pPr>
            <a:r>
              <a:rPr lang="en-US" sz="5060" dirty="0">
                <a:solidFill>
                  <a:schemeClr val="tx1"/>
                </a:solidFill>
                <a:latin typeface="Montserrat" charset="0"/>
              </a:rPr>
              <a:t>A Virtual Assistant who has been issued an NTE 1, NTE 2, and NTE 3 will reset every fiscal year.</a:t>
            </a:r>
          </a:p>
          <a:p>
            <a:pPr marL="1577409" indent="-525803" algn="just">
              <a:lnSpc>
                <a:spcPct val="150000"/>
              </a:lnSpc>
              <a:buFont typeface="Wingdings" pitchFamily="2" charset="2"/>
              <a:buChar char="Ø"/>
            </a:pPr>
            <a:r>
              <a:rPr lang="en-US" sz="5060" dirty="0">
                <a:solidFill>
                  <a:schemeClr val="tx1"/>
                </a:solidFill>
                <a:latin typeface="Montserrat" charset="0"/>
              </a:rPr>
              <a:t>	An NTE will be cleared within one (1) year from issuing the last NTE date.</a:t>
            </a:r>
          </a:p>
          <a:p>
            <a:pPr marL="204479" algn="just">
              <a:lnSpc>
                <a:spcPct val="150000"/>
              </a:lnSpc>
            </a:pPr>
            <a:r>
              <a:rPr lang="en-US" sz="5060" dirty="0">
                <a:solidFill>
                  <a:schemeClr val="tx1"/>
                </a:solidFill>
                <a:latin typeface="Montserrat" charset="0"/>
              </a:rPr>
              <a:t>		Example:</a:t>
            </a:r>
          </a:p>
          <a:p>
            <a:pPr marL="204479" algn="just">
              <a:lnSpc>
                <a:spcPct val="150000"/>
              </a:lnSpc>
            </a:pPr>
            <a:r>
              <a:rPr lang="en-US" sz="5060" dirty="0">
                <a:solidFill>
                  <a:schemeClr val="tx1"/>
                </a:solidFill>
                <a:latin typeface="Montserrat" charset="0"/>
              </a:rPr>
              <a:t>			NTE 1 - issued January 5, 2022</a:t>
            </a:r>
          </a:p>
          <a:p>
            <a:pPr marL="204479" algn="just">
              <a:lnSpc>
                <a:spcPct val="150000"/>
              </a:lnSpc>
            </a:pPr>
            <a:r>
              <a:rPr lang="en-US" sz="5060" dirty="0">
                <a:solidFill>
                  <a:schemeClr val="tx1"/>
                </a:solidFill>
                <a:latin typeface="Montserrat" charset="0"/>
              </a:rPr>
              <a:t>   			NTE 2 – issued December 26, 2022</a:t>
            </a:r>
          </a:p>
          <a:p>
            <a:pPr marL="204479" algn="just">
              <a:lnSpc>
                <a:spcPct val="150000"/>
              </a:lnSpc>
            </a:pPr>
            <a:r>
              <a:rPr lang="en-US" sz="5060" dirty="0">
                <a:solidFill>
                  <a:schemeClr val="tx1"/>
                </a:solidFill>
                <a:latin typeface="Montserrat" charset="0"/>
              </a:rPr>
              <a:t>			Clearance – December 27, 2023</a:t>
            </a:r>
          </a:p>
        </p:txBody>
      </p:sp>
      <p:sp>
        <p:nvSpPr>
          <p:cNvPr id="8" name="Google Shape;225;p11"/>
          <p:cNvSpPr/>
          <p:nvPr/>
        </p:nvSpPr>
        <p:spPr>
          <a:xfrm rot="8243363" flipH="1">
            <a:off x="-2993211" y="7243351"/>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9411311" y="-3472123"/>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990855" y="-2563112"/>
            <a:ext cx="12807485" cy="8018903"/>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grpSp>
        <p:nvGrpSpPr>
          <p:cNvPr id="6" name="Google Shape;99;p2"/>
          <p:cNvGrpSpPr/>
          <p:nvPr/>
        </p:nvGrpSpPr>
        <p:grpSpPr>
          <a:xfrm>
            <a:off x="16438714" y="9902305"/>
            <a:ext cx="4592487" cy="2537212"/>
            <a:chOff x="11738152" y="7002834"/>
            <a:chExt cx="3993467" cy="2206272"/>
          </a:xfrm>
        </p:grpSpPr>
        <p:pic>
          <p:nvPicPr>
            <p:cNvPr id="7" name="Google Shape;100;p2" descr="A close up of a sign&#10;&#10;Description automatically generated"/>
            <p:cNvPicPr preferRelativeResize="0"/>
            <p:nvPr/>
          </p:nvPicPr>
          <p:blipFill rotWithShape="1">
            <a:blip r:embed="rId6">
              <a:alphaModFix/>
            </a:blip>
            <a:srcRect t="11570" b="11539"/>
            <a:stretch/>
          </p:blipFill>
          <p:spPr>
            <a:xfrm>
              <a:off x="12930350" y="7277100"/>
              <a:ext cx="977894" cy="757410"/>
            </a:xfrm>
            <a:prstGeom prst="rect">
              <a:avLst/>
            </a:prstGeom>
            <a:noFill/>
            <a:ln>
              <a:noFill/>
            </a:ln>
          </p:spPr>
        </p:pic>
        <p:sp>
          <p:nvSpPr>
            <p:cNvPr id="11"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2"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79478983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8" name="Google Shape;248;p13"/>
          <p:cNvSpPr txBox="1"/>
          <p:nvPr/>
        </p:nvSpPr>
        <p:spPr>
          <a:xfrm>
            <a:off x="1171531" y="4614378"/>
            <a:ext cx="18571301" cy="5840060"/>
          </a:xfrm>
          <a:prstGeom prst="rect">
            <a:avLst/>
          </a:prstGeom>
          <a:noFill/>
          <a:ln>
            <a:noFill/>
          </a:ln>
        </p:spPr>
        <p:txBody>
          <a:bodyPr spcFirstLastPara="1" wrap="square" lIns="0" tIns="0" rIns="0" bIns="0" anchor="t" anchorCtr="0">
            <a:spAutoFit/>
          </a:bodyPr>
          <a:lstStyle/>
          <a:p>
            <a:pPr marL="993183" indent="-788704" algn="just">
              <a:lnSpc>
                <a:spcPct val="150000"/>
              </a:lnSpc>
              <a:buFont typeface="Wingdings" pitchFamily="2" charset="2"/>
              <a:buChar char="Ø"/>
            </a:pPr>
            <a:r>
              <a:rPr lang="en-US" sz="5060" dirty="0">
                <a:solidFill>
                  <a:schemeClr val="tx1"/>
                </a:solidFill>
                <a:latin typeface="Montserrat" charset="0"/>
              </a:rPr>
              <a:t>After issuance of NTE, a 15 days evaluation based on action item and recommendation.    </a:t>
            </a:r>
          </a:p>
          <a:p>
            <a:pPr marL="993183" indent="-788704" algn="just">
              <a:lnSpc>
                <a:spcPct val="150000"/>
              </a:lnSpc>
              <a:buFont typeface="Wingdings" pitchFamily="2" charset="2"/>
              <a:buChar char="Ø"/>
            </a:pPr>
            <a:r>
              <a:rPr lang="en-US" sz="5060" dirty="0">
                <a:solidFill>
                  <a:schemeClr val="tx1"/>
                </a:solidFill>
                <a:latin typeface="Montserrat" charset="0"/>
              </a:rPr>
              <a:t>After three (3) months of evaluations and observations, NTE can be lifted based on manager recommendation and top management approval.</a:t>
            </a:r>
          </a:p>
        </p:txBody>
      </p:sp>
      <p:sp>
        <p:nvSpPr>
          <p:cNvPr id="8" name="Google Shape;225;p11"/>
          <p:cNvSpPr/>
          <p:nvPr/>
        </p:nvSpPr>
        <p:spPr>
          <a:xfrm rot="8243363" flipH="1">
            <a:off x="-3128462" y="7535449"/>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9411311" y="-3472123"/>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990855" y="-2255567"/>
            <a:ext cx="12807485" cy="8018903"/>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
        <p:nvSpPr>
          <p:cNvPr id="6" name="Google Shape;248;p13"/>
          <p:cNvSpPr txBox="1"/>
          <p:nvPr/>
        </p:nvSpPr>
        <p:spPr>
          <a:xfrm>
            <a:off x="445453" y="2170128"/>
            <a:ext cx="20023455" cy="1858201"/>
          </a:xfrm>
          <a:prstGeom prst="rect">
            <a:avLst/>
          </a:prstGeom>
          <a:noFill/>
          <a:ln>
            <a:noFill/>
          </a:ln>
        </p:spPr>
        <p:txBody>
          <a:bodyPr spcFirstLastPara="1" wrap="square" lIns="0" tIns="0" rIns="0" bIns="0" anchor="t" anchorCtr="0">
            <a:spAutoFit/>
          </a:bodyPr>
          <a:lstStyle/>
          <a:p>
            <a:pPr lvl="1" algn="ctr">
              <a:lnSpc>
                <a:spcPct val="150000"/>
              </a:lnSpc>
            </a:pPr>
            <a:r>
              <a:rPr lang="en-US" sz="8050" b="1" dirty="0">
                <a:solidFill>
                  <a:srgbClr val="004AAD"/>
                </a:solidFill>
                <a:latin typeface="Barlow"/>
                <a:ea typeface="Montserrat"/>
                <a:cs typeface="Montserrat"/>
                <a:sym typeface="Montserrat"/>
              </a:rPr>
              <a:t>NTE 1 Clearance</a:t>
            </a:r>
            <a:endParaRPr lang="en-US" sz="8050" dirty="0">
              <a:latin typeface="Barlow"/>
            </a:endParaRPr>
          </a:p>
        </p:txBody>
      </p:sp>
      <p:grpSp>
        <p:nvGrpSpPr>
          <p:cNvPr id="7" name="Google Shape;99;p2"/>
          <p:cNvGrpSpPr/>
          <p:nvPr/>
        </p:nvGrpSpPr>
        <p:grpSpPr>
          <a:xfrm>
            <a:off x="16484408" y="10454437"/>
            <a:ext cx="4592487" cy="2537212"/>
            <a:chOff x="11738152" y="7002834"/>
            <a:chExt cx="3993467" cy="2206272"/>
          </a:xfrm>
        </p:grpSpPr>
        <p:pic>
          <p:nvPicPr>
            <p:cNvPr id="11" name="Google Shape;100;p2" descr="A close up of a sign&#10;&#10;Description automatically generated"/>
            <p:cNvPicPr preferRelativeResize="0"/>
            <p:nvPr/>
          </p:nvPicPr>
          <p:blipFill rotWithShape="1">
            <a:blip r:embed="rId6">
              <a:alphaModFix/>
            </a:blip>
            <a:srcRect t="11570" b="11539"/>
            <a:stretch/>
          </p:blipFill>
          <p:spPr>
            <a:xfrm>
              <a:off x="12930350" y="7277100"/>
              <a:ext cx="977894" cy="757410"/>
            </a:xfrm>
            <a:prstGeom prst="rect">
              <a:avLst/>
            </a:prstGeom>
            <a:noFill/>
            <a:ln>
              <a:noFill/>
            </a:ln>
          </p:spPr>
        </p:pic>
        <p:sp>
          <p:nvSpPr>
            <p:cNvPr id="12"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3"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17717329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8" name="Google Shape;225;p11"/>
          <p:cNvSpPr/>
          <p:nvPr/>
        </p:nvSpPr>
        <p:spPr>
          <a:xfrm rot="8243363" flipH="1">
            <a:off x="-5538812" y="7272560"/>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9411311" y="-3472123"/>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990855" y="-2563112"/>
            <a:ext cx="12807485" cy="8018903"/>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graphicFrame>
        <p:nvGraphicFramePr>
          <p:cNvPr id="7" name="Table 6"/>
          <p:cNvGraphicFramePr>
            <a:graphicFrameLocks noGrp="1"/>
          </p:cNvGraphicFramePr>
          <p:nvPr>
            <p:extLst>
              <p:ext uri="{D42A27DB-BD31-4B8C-83A1-F6EECF244321}">
                <p14:modId xmlns:p14="http://schemas.microsoft.com/office/powerpoint/2010/main" val="3963446538"/>
              </p:ext>
            </p:extLst>
          </p:nvPr>
        </p:nvGraphicFramePr>
        <p:xfrm>
          <a:off x="817881" y="1790062"/>
          <a:ext cx="19307811" cy="10398762"/>
        </p:xfrm>
        <a:graphic>
          <a:graphicData uri="http://schemas.openxmlformats.org/drawingml/2006/table">
            <a:tbl>
              <a:tblPr/>
              <a:tblGrid>
                <a:gridCol w="7322149">
                  <a:extLst>
                    <a:ext uri="{9D8B030D-6E8A-4147-A177-3AD203B41FA5}">
                      <a16:colId xmlns:a16="http://schemas.microsoft.com/office/drawing/2014/main" val="20000"/>
                    </a:ext>
                  </a:extLst>
                </a:gridCol>
                <a:gridCol w="2397132">
                  <a:extLst>
                    <a:ext uri="{9D8B030D-6E8A-4147-A177-3AD203B41FA5}">
                      <a16:colId xmlns:a16="http://schemas.microsoft.com/office/drawing/2014/main" val="20001"/>
                    </a:ext>
                  </a:extLst>
                </a:gridCol>
                <a:gridCol w="2397132">
                  <a:extLst>
                    <a:ext uri="{9D8B030D-6E8A-4147-A177-3AD203B41FA5}">
                      <a16:colId xmlns:a16="http://schemas.microsoft.com/office/drawing/2014/main" val="20002"/>
                    </a:ext>
                  </a:extLst>
                </a:gridCol>
                <a:gridCol w="2397132">
                  <a:extLst>
                    <a:ext uri="{9D8B030D-6E8A-4147-A177-3AD203B41FA5}">
                      <a16:colId xmlns:a16="http://schemas.microsoft.com/office/drawing/2014/main" val="20003"/>
                    </a:ext>
                  </a:extLst>
                </a:gridCol>
                <a:gridCol w="2397132">
                  <a:extLst>
                    <a:ext uri="{9D8B030D-6E8A-4147-A177-3AD203B41FA5}">
                      <a16:colId xmlns:a16="http://schemas.microsoft.com/office/drawing/2014/main" val="20004"/>
                    </a:ext>
                  </a:extLst>
                </a:gridCol>
                <a:gridCol w="2397132">
                  <a:extLst>
                    <a:ext uri="{9D8B030D-6E8A-4147-A177-3AD203B41FA5}">
                      <a16:colId xmlns:a16="http://schemas.microsoft.com/office/drawing/2014/main" val="20005"/>
                    </a:ext>
                  </a:extLst>
                </a:gridCol>
              </a:tblGrid>
              <a:tr h="1733127">
                <a:tc>
                  <a:txBody>
                    <a:bodyPr/>
                    <a:lstStyle/>
                    <a:p>
                      <a:pPr algn="l" fontAlgn="b"/>
                      <a:r>
                        <a:rPr lang="en-SG" sz="4600" b="0" i="0" u="none" strike="noStrike" dirty="0">
                          <a:solidFill>
                            <a:srgbClr val="000000"/>
                          </a:solidFill>
                          <a:effectLst/>
                          <a:latin typeface="Arial Narrow" pitchFamily="34" charset="0"/>
                        </a:rPr>
                        <a:t> </a:t>
                      </a:r>
                    </a:p>
                  </a:txBody>
                  <a:tcPr marL="7303" marR="7303" marT="730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PH" sz="3700" b="1" i="0" u="none" strike="noStrike" dirty="0">
                          <a:solidFill>
                            <a:srgbClr val="000000"/>
                          </a:solidFill>
                          <a:effectLst/>
                          <a:latin typeface="Arial Narrow" pitchFamily="34" charset="0"/>
                        </a:rPr>
                        <a:t>1st Offence</a:t>
                      </a:r>
                      <a:endParaRPr lang="en-SG" sz="3700" b="1" i="0" u="none" strike="noStrike" dirty="0">
                        <a:solidFill>
                          <a:srgbClr val="000000"/>
                        </a:solidFill>
                        <a:effectLst/>
                        <a:latin typeface="Arial Narrow" pitchFamily="34" charset="0"/>
                      </a:endParaRPr>
                    </a:p>
                  </a:txBody>
                  <a:tcPr marL="7303" marR="7303" marT="730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PH" sz="3700" b="1" i="0" u="none" strike="noStrike" dirty="0">
                          <a:solidFill>
                            <a:srgbClr val="000000"/>
                          </a:solidFill>
                          <a:effectLst/>
                          <a:latin typeface="Arial Narrow" pitchFamily="34" charset="0"/>
                        </a:rPr>
                        <a:t>2nd Offence</a:t>
                      </a:r>
                      <a:endParaRPr lang="en-SG" sz="3700" b="1" i="0" u="none" strike="noStrike" dirty="0">
                        <a:solidFill>
                          <a:srgbClr val="000000"/>
                        </a:solidFill>
                        <a:effectLst/>
                        <a:latin typeface="Arial Narrow" pitchFamily="34" charset="0"/>
                      </a:endParaRPr>
                    </a:p>
                  </a:txBody>
                  <a:tcPr marL="7303" marR="7303" marT="730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PH" sz="3700" b="1" i="0" u="none" strike="noStrike" dirty="0">
                          <a:solidFill>
                            <a:srgbClr val="000000"/>
                          </a:solidFill>
                          <a:effectLst/>
                          <a:latin typeface="Arial Narrow" pitchFamily="34" charset="0"/>
                        </a:rPr>
                        <a:t>3rd Offence</a:t>
                      </a:r>
                      <a:endParaRPr lang="en-SG" sz="3700" b="1" i="0" u="none" strike="noStrike" dirty="0">
                        <a:solidFill>
                          <a:srgbClr val="000000"/>
                        </a:solidFill>
                        <a:effectLst/>
                        <a:latin typeface="Arial Narrow" pitchFamily="34" charset="0"/>
                      </a:endParaRPr>
                    </a:p>
                  </a:txBody>
                  <a:tcPr marL="7303" marR="7303" marT="730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PH" sz="3700" b="1" i="0" u="none" strike="noStrike" dirty="0">
                          <a:solidFill>
                            <a:srgbClr val="000000"/>
                          </a:solidFill>
                          <a:effectLst/>
                          <a:latin typeface="Arial Narrow" pitchFamily="34" charset="0"/>
                        </a:rPr>
                        <a:t>4th Offence</a:t>
                      </a:r>
                      <a:endParaRPr lang="en-SG" sz="3700" b="1" i="0" u="none" strike="noStrike" dirty="0">
                        <a:solidFill>
                          <a:srgbClr val="000000"/>
                        </a:solidFill>
                        <a:effectLst/>
                        <a:latin typeface="Arial Narrow" pitchFamily="34" charset="0"/>
                      </a:endParaRPr>
                    </a:p>
                  </a:txBody>
                  <a:tcPr marL="7303" marR="7303" marT="730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PH" sz="3700" b="1" i="0" u="none" strike="noStrike" dirty="0">
                          <a:solidFill>
                            <a:srgbClr val="000000"/>
                          </a:solidFill>
                          <a:effectLst/>
                          <a:latin typeface="Arial Narrow" pitchFamily="34" charset="0"/>
                        </a:rPr>
                        <a:t>5th Offence</a:t>
                      </a:r>
                      <a:endParaRPr lang="en-SG" sz="3700" b="1" i="0" u="none" strike="noStrike" dirty="0">
                        <a:solidFill>
                          <a:srgbClr val="000000"/>
                        </a:solidFill>
                        <a:effectLst/>
                        <a:latin typeface="Arial Narrow" pitchFamily="34" charset="0"/>
                      </a:endParaRPr>
                    </a:p>
                  </a:txBody>
                  <a:tcPr marL="7303" marR="7303" marT="730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733127">
                <a:tc>
                  <a:txBody>
                    <a:bodyPr/>
                    <a:lstStyle/>
                    <a:p>
                      <a:pPr algn="l" fontAlgn="ctr"/>
                      <a:r>
                        <a:rPr lang="en-PH" sz="3700" b="0" i="0" u="none" strike="noStrike" dirty="0">
                          <a:solidFill>
                            <a:srgbClr val="000000"/>
                          </a:solidFill>
                          <a:effectLst/>
                          <a:latin typeface="Arial Narrow" pitchFamily="34" charset="0"/>
                        </a:rPr>
                        <a:t>Verbal Warning from Immediate Head</a:t>
                      </a:r>
                      <a:endParaRPr lang="en-SG" sz="3700" b="0" i="0" u="none" strike="noStrike" dirty="0">
                        <a:solidFill>
                          <a:srgbClr val="000000"/>
                        </a:solidFill>
                        <a:effectLst/>
                        <a:latin typeface="Arial Narrow" pitchFamily="34" charset="0"/>
                      </a:endParaRPr>
                    </a:p>
                  </a:txBody>
                  <a:tcPr marL="7303" marR="7303" marT="730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600" b="0" i="0" u="none" strike="noStrike">
                          <a:solidFill>
                            <a:srgbClr val="000000"/>
                          </a:solidFill>
                          <a:effectLst/>
                          <a:latin typeface="Arial Narrow" pitchFamily="34" charset="0"/>
                        </a:rPr>
                        <a:t> </a:t>
                      </a:r>
                    </a:p>
                  </a:txBody>
                  <a:tcPr marL="7303" marR="7303" marT="730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l" fontAlgn="b"/>
                      <a:r>
                        <a:rPr lang="en-SG" sz="4600" b="0" i="0" u="none" strike="noStrike">
                          <a:solidFill>
                            <a:srgbClr val="000000"/>
                          </a:solidFill>
                          <a:effectLst/>
                          <a:latin typeface="Arial Narrow" pitchFamily="34" charset="0"/>
                        </a:rPr>
                        <a:t> </a:t>
                      </a:r>
                    </a:p>
                  </a:txBody>
                  <a:tcPr marL="7303" marR="7303" marT="730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600" b="0" i="0" u="none" strike="noStrike">
                          <a:solidFill>
                            <a:srgbClr val="000000"/>
                          </a:solidFill>
                          <a:effectLst/>
                          <a:latin typeface="Arial Narrow" pitchFamily="34" charset="0"/>
                        </a:rPr>
                        <a:t> </a:t>
                      </a:r>
                    </a:p>
                  </a:txBody>
                  <a:tcPr marL="7303" marR="7303" marT="730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600" b="0" i="0" u="none" strike="noStrike">
                          <a:solidFill>
                            <a:srgbClr val="000000"/>
                          </a:solidFill>
                          <a:effectLst/>
                          <a:latin typeface="Arial Narrow" pitchFamily="34" charset="0"/>
                        </a:rPr>
                        <a:t> </a:t>
                      </a:r>
                    </a:p>
                  </a:txBody>
                  <a:tcPr marL="7303" marR="7303" marT="730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600" b="0" i="0" u="none" strike="noStrike">
                          <a:solidFill>
                            <a:srgbClr val="000000"/>
                          </a:solidFill>
                          <a:effectLst/>
                          <a:latin typeface="Arial Narrow" pitchFamily="34" charset="0"/>
                        </a:rPr>
                        <a:t> </a:t>
                      </a:r>
                    </a:p>
                  </a:txBody>
                  <a:tcPr marL="7303" marR="7303" marT="730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733127">
                <a:tc>
                  <a:txBody>
                    <a:bodyPr/>
                    <a:lstStyle/>
                    <a:p>
                      <a:pPr algn="l" fontAlgn="ctr"/>
                      <a:r>
                        <a:rPr lang="en-PH" sz="3700" b="0" i="0" u="none" strike="noStrike">
                          <a:solidFill>
                            <a:srgbClr val="000000"/>
                          </a:solidFill>
                          <a:effectLst/>
                          <a:latin typeface="Arial Narrow" pitchFamily="34" charset="0"/>
                        </a:rPr>
                        <a:t>Written Warning from HR personnel with IR</a:t>
                      </a:r>
                      <a:endParaRPr lang="en-SG" sz="3700" b="0" i="0" u="none" strike="noStrike">
                        <a:solidFill>
                          <a:srgbClr val="000000"/>
                        </a:solidFill>
                        <a:effectLst/>
                        <a:latin typeface="Arial Narrow" pitchFamily="34" charset="0"/>
                      </a:endParaRPr>
                    </a:p>
                  </a:txBody>
                  <a:tcPr marL="7303" marR="7303" marT="730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600" b="0" i="0" u="none" strike="noStrike">
                          <a:solidFill>
                            <a:srgbClr val="000000"/>
                          </a:solidFill>
                          <a:effectLst/>
                          <a:latin typeface="Arial Narrow" pitchFamily="34" charset="0"/>
                        </a:rPr>
                        <a:t> </a:t>
                      </a:r>
                    </a:p>
                  </a:txBody>
                  <a:tcPr marL="7303" marR="7303" marT="730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l" fontAlgn="b"/>
                      <a:r>
                        <a:rPr lang="en-SG" sz="4600" b="0" i="0" u="none" strike="noStrike">
                          <a:solidFill>
                            <a:srgbClr val="000000"/>
                          </a:solidFill>
                          <a:effectLst/>
                          <a:latin typeface="Arial Narrow" pitchFamily="34" charset="0"/>
                        </a:rPr>
                        <a:t> </a:t>
                      </a:r>
                    </a:p>
                  </a:txBody>
                  <a:tcPr marL="7303" marR="7303" marT="730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l" fontAlgn="b"/>
                      <a:r>
                        <a:rPr lang="en-SG" sz="4600" b="0" i="0" u="none" strike="noStrike">
                          <a:solidFill>
                            <a:srgbClr val="000000"/>
                          </a:solidFill>
                          <a:effectLst/>
                          <a:latin typeface="Arial Narrow" pitchFamily="34" charset="0"/>
                        </a:rPr>
                        <a:t> </a:t>
                      </a:r>
                    </a:p>
                  </a:txBody>
                  <a:tcPr marL="7303" marR="7303" marT="730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600" b="0" i="0" u="none" strike="noStrike">
                          <a:solidFill>
                            <a:srgbClr val="000000"/>
                          </a:solidFill>
                          <a:effectLst/>
                          <a:latin typeface="Arial Narrow" pitchFamily="34" charset="0"/>
                        </a:rPr>
                        <a:t> </a:t>
                      </a:r>
                    </a:p>
                  </a:txBody>
                  <a:tcPr marL="7303" marR="7303" marT="730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600" b="0" i="0" u="none" strike="noStrike">
                          <a:solidFill>
                            <a:srgbClr val="000000"/>
                          </a:solidFill>
                          <a:effectLst/>
                          <a:latin typeface="Arial Narrow" pitchFamily="34" charset="0"/>
                        </a:rPr>
                        <a:t> </a:t>
                      </a:r>
                    </a:p>
                  </a:txBody>
                  <a:tcPr marL="7303" marR="7303" marT="730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733127">
                <a:tc>
                  <a:txBody>
                    <a:bodyPr/>
                    <a:lstStyle/>
                    <a:p>
                      <a:pPr algn="l" fontAlgn="ctr"/>
                      <a:r>
                        <a:rPr lang="en-PH" sz="3700" b="0" i="0" u="none" strike="noStrike">
                          <a:solidFill>
                            <a:srgbClr val="000000"/>
                          </a:solidFill>
                          <a:effectLst/>
                          <a:latin typeface="Arial Narrow" pitchFamily="34" charset="0"/>
                        </a:rPr>
                        <a:t>Written Warning with IR and NTE 1</a:t>
                      </a:r>
                      <a:endParaRPr lang="en-SG" sz="3700" b="0" i="0" u="none" strike="noStrike">
                        <a:solidFill>
                          <a:srgbClr val="000000"/>
                        </a:solidFill>
                        <a:effectLst/>
                        <a:latin typeface="Arial Narrow" pitchFamily="34" charset="0"/>
                      </a:endParaRPr>
                    </a:p>
                  </a:txBody>
                  <a:tcPr marL="7303" marR="7303" marT="730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600" b="0" i="0" u="none" strike="noStrike">
                          <a:solidFill>
                            <a:srgbClr val="000000"/>
                          </a:solidFill>
                          <a:effectLst/>
                          <a:latin typeface="Arial Narrow" pitchFamily="34" charset="0"/>
                        </a:rPr>
                        <a:t> </a:t>
                      </a:r>
                    </a:p>
                  </a:txBody>
                  <a:tcPr marL="7303" marR="7303" marT="730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l" fontAlgn="b"/>
                      <a:r>
                        <a:rPr lang="en-SG" sz="4600" b="0" i="0" u="none" strike="noStrike">
                          <a:solidFill>
                            <a:srgbClr val="000000"/>
                          </a:solidFill>
                          <a:effectLst/>
                          <a:latin typeface="Arial Narrow" pitchFamily="34" charset="0"/>
                        </a:rPr>
                        <a:t> </a:t>
                      </a:r>
                    </a:p>
                  </a:txBody>
                  <a:tcPr marL="7303" marR="7303" marT="730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l" fontAlgn="b"/>
                      <a:r>
                        <a:rPr lang="en-SG" sz="4600" b="0" i="0" u="none" strike="noStrike">
                          <a:solidFill>
                            <a:srgbClr val="000000"/>
                          </a:solidFill>
                          <a:effectLst/>
                          <a:latin typeface="Arial Narrow" pitchFamily="34" charset="0"/>
                        </a:rPr>
                        <a:t> </a:t>
                      </a:r>
                    </a:p>
                  </a:txBody>
                  <a:tcPr marL="7303" marR="7303" marT="730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l" fontAlgn="b"/>
                      <a:r>
                        <a:rPr lang="en-SG" sz="4600" b="0" i="0" u="none" strike="noStrike">
                          <a:solidFill>
                            <a:srgbClr val="000000"/>
                          </a:solidFill>
                          <a:effectLst/>
                          <a:latin typeface="Arial Narrow" pitchFamily="34" charset="0"/>
                        </a:rPr>
                        <a:t> </a:t>
                      </a:r>
                    </a:p>
                  </a:txBody>
                  <a:tcPr marL="7303" marR="7303" marT="730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600" b="0" i="0" u="none" strike="noStrike">
                          <a:solidFill>
                            <a:srgbClr val="000000"/>
                          </a:solidFill>
                          <a:effectLst/>
                          <a:latin typeface="Arial Narrow" pitchFamily="34" charset="0"/>
                        </a:rPr>
                        <a:t> </a:t>
                      </a:r>
                    </a:p>
                  </a:txBody>
                  <a:tcPr marL="7303" marR="7303" marT="730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733127">
                <a:tc>
                  <a:txBody>
                    <a:bodyPr/>
                    <a:lstStyle/>
                    <a:p>
                      <a:pPr algn="l" fontAlgn="ctr"/>
                      <a:r>
                        <a:rPr lang="en-PH" sz="3700" b="0" i="0" u="none" strike="noStrike">
                          <a:solidFill>
                            <a:srgbClr val="000000"/>
                          </a:solidFill>
                          <a:effectLst/>
                          <a:latin typeface="Arial Narrow" pitchFamily="34" charset="0"/>
                        </a:rPr>
                        <a:t>Written Warning with IR and NTE 2</a:t>
                      </a:r>
                      <a:endParaRPr lang="en-SG" sz="3700" b="0" i="0" u="none" strike="noStrike">
                        <a:solidFill>
                          <a:srgbClr val="000000"/>
                        </a:solidFill>
                        <a:effectLst/>
                        <a:latin typeface="Arial Narrow" pitchFamily="34" charset="0"/>
                      </a:endParaRPr>
                    </a:p>
                  </a:txBody>
                  <a:tcPr marL="7303" marR="7303" marT="730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r>
                        <a:rPr lang="en-PH" sz="3700" b="0" i="0" u="none" strike="noStrike">
                          <a:solidFill>
                            <a:srgbClr val="000000"/>
                          </a:solidFill>
                          <a:effectLst/>
                          <a:latin typeface="Arial Narrow" pitchFamily="34" charset="0"/>
                        </a:rPr>
                        <a:t> </a:t>
                      </a:r>
                      <a:endParaRPr lang="en-SG" sz="3700" b="0" i="0" u="none" strike="noStrike">
                        <a:solidFill>
                          <a:srgbClr val="000000"/>
                        </a:solidFill>
                        <a:effectLst/>
                        <a:latin typeface="Arial Narrow" pitchFamily="34" charset="0"/>
                      </a:endParaRPr>
                    </a:p>
                  </a:txBody>
                  <a:tcPr marL="7303" marR="7303" marT="730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just" fontAlgn="ctr"/>
                      <a:r>
                        <a:rPr lang="en-PH" sz="3700" b="0" i="0" u="none" strike="noStrike">
                          <a:solidFill>
                            <a:srgbClr val="000000"/>
                          </a:solidFill>
                          <a:effectLst/>
                          <a:latin typeface="Arial Narrow" pitchFamily="34" charset="0"/>
                        </a:rPr>
                        <a:t> </a:t>
                      </a:r>
                      <a:endParaRPr lang="en-SG" sz="3700" b="0" i="0" u="none" strike="noStrike">
                        <a:solidFill>
                          <a:srgbClr val="000000"/>
                        </a:solidFill>
                        <a:effectLst/>
                        <a:latin typeface="Arial Narrow" pitchFamily="34" charset="0"/>
                      </a:endParaRPr>
                    </a:p>
                  </a:txBody>
                  <a:tcPr marL="7303" marR="7303" marT="730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just" fontAlgn="ctr"/>
                      <a:r>
                        <a:rPr lang="en-PH" sz="3700" b="0" i="0" u="none" strike="noStrike">
                          <a:solidFill>
                            <a:srgbClr val="000000"/>
                          </a:solidFill>
                          <a:effectLst/>
                          <a:latin typeface="Arial Narrow" pitchFamily="34" charset="0"/>
                        </a:rPr>
                        <a:t> </a:t>
                      </a:r>
                      <a:endParaRPr lang="en-SG" sz="3700" b="0" i="0" u="none" strike="noStrike">
                        <a:solidFill>
                          <a:srgbClr val="000000"/>
                        </a:solidFill>
                        <a:effectLst/>
                        <a:latin typeface="Arial Narrow" pitchFamily="34" charset="0"/>
                      </a:endParaRPr>
                    </a:p>
                  </a:txBody>
                  <a:tcPr marL="7303" marR="7303" marT="730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just" fontAlgn="ctr"/>
                      <a:r>
                        <a:rPr lang="en-PH" sz="3700" b="0" i="0" u="none" strike="noStrike">
                          <a:solidFill>
                            <a:srgbClr val="000000"/>
                          </a:solidFill>
                          <a:effectLst/>
                          <a:latin typeface="Arial Narrow" pitchFamily="34" charset="0"/>
                        </a:rPr>
                        <a:t> </a:t>
                      </a:r>
                      <a:endParaRPr lang="en-SG" sz="3700" b="0" i="0" u="none" strike="noStrike">
                        <a:solidFill>
                          <a:srgbClr val="000000"/>
                        </a:solidFill>
                        <a:effectLst/>
                        <a:latin typeface="Arial Narrow" pitchFamily="34" charset="0"/>
                      </a:endParaRPr>
                    </a:p>
                  </a:txBody>
                  <a:tcPr marL="7303" marR="7303" marT="730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E6DC2"/>
                    </a:solidFill>
                  </a:tcPr>
                </a:tc>
                <a:tc>
                  <a:txBody>
                    <a:bodyPr/>
                    <a:lstStyle/>
                    <a:p>
                      <a:pPr algn="just" fontAlgn="ctr"/>
                      <a:r>
                        <a:rPr lang="en-PH" sz="3700" b="0" i="0" u="none" strike="noStrike">
                          <a:solidFill>
                            <a:srgbClr val="000000"/>
                          </a:solidFill>
                          <a:effectLst/>
                          <a:latin typeface="Arial Narrow" pitchFamily="34" charset="0"/>
                        </a:rPr>
                        <a:t> </a:t>
                      </a:r>
                      <a:endParaRPr lang="en-SG" sz="3700" b="0" i="0" u="none" strike="noStrike">
                        <a:solidFill>
                          <a:srgbClr val="000000"/>
                        </a:solidFill>
                        <a:effectLst/>
                        <a:latin typeface="Arial Narrow" pitchFamily="34" charset="0"/>
                      </a:endParaRPr>
                    </a:p>
                  </a:txBody>
                  <a:tcPr marL="7303" marR="7303" marT="730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733127">
                <a:tc>
                  <a:txBody>
                    <a:bodyPr/>
                    <a:lstStyle/>
                    <a:p>
                      <a:pPr algn="l" fontAlgn="ctr"/>
                      <a:r>
                        <a:rPr lang="en-PH" sz="3700" b="0" i="0" u="none" strike="noStrike">
                          <a:solidFill>
                            <a:srgbClr val="000000"/>
                          </a:solidFill>
                          <a:effectLst/>
                          <a:latin typeface="Arial Narrow" pitchFamily="34" charset="0"/>
                        </a:rPr>
                        <a:t>NTE 3 – Notice of Termination</a:t>
                      </a:r>
                      <a:endParaRPr lang="en-SG" sz="3700" b="0" i="0" u="none" strike="noStrike">
                        <a:solidFill>
                          <a:srgbClr val="000000"/>
                        </a:solidFill>
                        <a:effectLst/>
                        <a:latin typeface="Arial Narrow" pitchFamily="34" charset="0"/>
                      </a:endParaRPr>
                    </a:p>
                  </a:txBody>
                  <a:tcPr marL="7303" marR="7303" marT="730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r>
                        <a:rPr lang="en-PH" sz="3700" b="0" i="0" u="none" strike="noStrike">
                          <a:solidFill>
                            <a:srgbClr val="000000"/>
                          </a:solidFill>
                          <a:effectLst/>
                          <a:latin typeface="Arial Narrow" pitchFamily="34" charset="0"/>
                        </a:rPr>
                        <a:t> </a:t>
                      </a:r>
                      <a:endParaRPr lang="en-SG" sz="3700" b="0" i="0" u="none" strike="noStrike">
                        <a:solidFill>
                          <a:srgbClr val="000000"/>
                        </a:solidFill>
                        <a:effectLst/>
                        <a:latin typeface="Arial Narrow" pitchFamily="34" charset="0"/>
                      </a:endParaRPr>
                    </a:p>
                  </a:txBody>
                  <a:tcPr marL="7303" marR="7303" marT="730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just" fontAlgn="ctr"/>
                      <a:r>
                        <a:rPr lang="en-PH" sz="3700" b="0" i="0" u="none" strike="noStrike">
                          <a:solidFill>
                            <a:srgbClr val="000000"/>
                          </a:solidFill>
                          <a:effectLst/>
                          <a:latin typeface="Arial Narrow" pitchFamily="34" charset="0"/>
                        </a:rPr>
                        <a:t> </a:t>
                      </a:r>
                      <a:endParaRPr lang="en-SG" sz="3700" b="0" i="0" u="none" strike="noStrike">
                        <a:solidFill>
                          <a:srgbClr val="000000"/>
                        </a:solidFill>
                        <a:effectLst/>
                        <a:latin typeface="Arial Narrow" pitchFamily="34" charset="0"/>
                      </a:endParaRPr>
                    </a:p>
                  </a:txBody>
                  <a:tcPr marL="7303" marR="7303" marT="730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just" fontAlgn="ctr"/>
                      <a:r>
                        <a:rPr lang="en-PH" sz="3700" b="0" i="0" u="none" strike="noStrike">
                          <a:solidFill>
                            <a:srgbClr val="000000"/>
                          </a:solidFill>
                          <a:effectLst/>
                          <a:latin typeface="Arial Narrow" pitchFamily="34" charset="0"/>
                        </a:rPr>
                        <a:t> </a:t>
                      </a:r>
                      <a:endParaRPr lang="en-SG" sz="3700" b="0" i="0" u="none" strike="noStrike">
                        <a:solidFill>
                          <a:srgbClr val="000000"/>
                        </a:solidFill>
                        <a:effectLst/>
                        <a:latin typeface="Arial Narrow" pitchFamily="34" charset="0"/>
                      </a:endParaRPr>
                    </a:p>
                  </a:txBody>
                  <a:tcPr marL="7303" marR="7303" marT="730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just" fontAlgn="ctr"/>
                      <a:r>
                        <a:rPr lang="en-PH" sz="3700" b="0" i="0" u="none" strike="noStrike">
                          <a:solidFill>
                            <a:srgbClr val="000000"/>
                          </a:solidFill>
                          <a:effectLst/>
                          <a:latin typeface="Arial Narrow" pitchFamily="34" charset="0"/>
                        </a:rPr>
                        <a:t> </a:t>
                      </a:r>
                      <a:endParaRPr lang="en-SG" sz="3700" b="0" i="0" u="none" strike="noStrike">
                        <a:solidFill>
                          <a:srgbClr val="000000"/>
                        </a:solidFill>
                        <a:effectLst/>
                        <a:latin typeface="Arial Narrow" pitchFamily="34" charset="0"/>
                      </a:endParaRPr>
                    </a:p>
                  </a:txBody>
                  <a:tcPr marL="7303" marR="7303" marT="730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tc>
                  <a:txBody>
                    <a:bodyPr/>
                    <a:lstStyle/>
                    <a:p>
                      <a:pPr algn="just" fontAlgn="ctr"/>
                      <a:r>
                        <a:rPr lang="en-PH" sz="3700" b="0" i="0" u="none" strike="noStrike" dirty="0">
                          <a:solidFill>
                            <a:srgbClr val="000000"/>
                          </a:solidFill>
                          <a:effectLst/>
                          <a:latin typeface="Arial Narrow" pitchFamily="34" charset="0"/>
                        </a:rPr>
                        <a:t> </a:t>
                      </a:r>
                      <a:endParaRPr lang="en-SG" sz="3700" b="0" i="0" u="none" strike="noStrike" dirty="0">
                        <a:solidFill>
                          <a:srgbClr val="000000"/>
                        </a:solidFill>
                        <a:effectLst/>
                        <a:latin typeface="Arial Narrow" pitchFamily="34" charset="0"/>
                      </a:endParaRPr>
                    </a:p>
                  </a:txBody>
                  <a:tcPr marL="7303" marR="7303" marT="730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6386913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8" name="Google Shape;248;p13"/>
          <p:cNvSpPr txBox="1"/>
          <p:nvPr/>
        </p:nvSpPr>
        <p:spPr>
          <a:xfrm>
            <a:off x="1171531" y="4614378"/>
            <a:ext cx="18571301" cy="5840060"/>
          </a:xfrm>
          <a:prstGeom prst="rect">
            <a:avLst/>
          </a:prstGeom>
          <a:noFill/>
          <a:ln>
            <a:noFill/>
          </a:ln>
        </p:spPr>
        <p:txBody>
          <a:bodyPr spcFirstLastPara="1" wrap="square" lIns="0" tIns="0" rIns="0" bIns="0" anchor="t" anchorCtr="0">
            <a:spAutoFit/>
          </a:bodyPr>
          <a:lstStyle/>
          <a:p>
            <a:pPr marL="993183" indent="-788704" algn="just">
              <a:lnSpc>
                <a:spcPct val="150000"/>
              </a:lnSpc>
              <a:buFont typeface="Wingdings" pitchFamily="2" charset="2"/>
              <a:buChar char="Ø"/>
            </a:pPr>
            <a:r>
              <a:rPr lang="en-US" sz="5060" dirty="0">
                <a:solidFill>
                  <a:schemeClr val="tx1"/>
                </a:solidFill>
                <a:latin typeface="Montserrat" charset="0"/>
              </a:rPr>
              <a:t>Abandonment of duties and responsibilities within 48 hours will automatically be terminated and tagged as AWOL – absence without leave.</a:t>
            </a:r>
          </a:p>
          <a:p>
            <a:pPr marL="993183" indent="-788704" algn="just">
              <a:lnSpc>
                <a:spcPct val="150000"/>
              </a:lnSpc>
              <a:buFont typeface="Wingdings" pitchFamily="2" charset="2"/>
              <a:buChar char="Ø"/>
            </a:pPr>
            <a:r>
              <a:rPr lang="en-US" sz="5060" dirty="0">
                <a:solidFill>
                  <a:schemeClr val="tx1"/>
                </a:solidFill>
                <a:latin typeface="Montserrat" charset="0"/>
              </a:rPr>
              <a:t>An AWOL Virtual Assistant will not receive the final pay and Certificate of Employment.</a:t>
            </a:r>
          </a:p>
        </p:txBody>
      </p:sp>
      <p:sp>
        <p:nvSpPr>
          <p:cNvPr id="8" name="Google Shape;225;p11"/>
          <p:cNvSpPr/>
          <p:nvPr/>
        </p:nvSpPr>
        <p:spPr>
          <a:xfrm rot="8243363" flipH="1">
            <a:off x="-3128462" y="7535449"/>
            <a:ext cx="9272555" cy="7536058"/>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9411311" y="-3472123"/>
            <a:ext cx="20260359" cy="20260359"/>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990855" y="-2563112"/>
            <a:ext cx="12807485" cy="8018903"/>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
        <p:nvSpPr>
          <p:cNvPr id="6" name="Google Shape;248;p13"/>
          <p:cNvSpPr txBox="1"/>
          <p:nvPr/>
        </p:nvSpPr>
        <p:spPr>
          <a:xfrm>
            <a:off x="489798" y="2416491"/>
            <a:ext cx="20023455" cy="1858201"/>
          </a:xfrm>
          <a:prstGeom prst="rect">
            <a:avLst/>
          </a:prstGeom>
          <a:noFill/>
          <a:ln>
            <a:noFill/>
          </a:ln>
        </p:spPr>
        <p:txBody>
          <a:bodyPr spcFirstLastPara="1" wrap="square" lIns="0" tIns="0" rIns="0" bIns="0" anchor="t" anchorCtr="0">
            <a:spAutoFit/>
          </a:bodyPr>
          <a:lstStyle/>
          <a:p>
            <a:pPr lvl="1" algn="ctr">
              <a:lnSpc>
                <a:spcPct val="150000"/>
              </a:lnSpc>
            </a:pPr>
            <a:r>
              <a:rPr lang="en-US" sz="8050" b="1" dirty="0">
                <a:solidFill>
                  <a:srgbClr val="004AAD"/>
                </a:solidFill>
                <a:latin typeface="Barlow"/>
                <a:ea typeface="Montserrat"/>
                <a:cs typeface="Montserrat"/>
                <a:sym typeface="Montserrat"/>
              </a:rPr>
              <a:t>ABANDONMENT</a:t>
            </a:r>
            <a:endParaRPr lang="en-US" sz="8050" dirty="0">
              <a:latin typeface="Barlow"/>
            </a:endParaRPr>
          </a:p>
        </p:txBody>
      </p:sp>
      <p:grpSp>
        <p:nvGrpSpPr>
          <p:cNvPr id="7" name="Google Shape;99;p2"/>
          <p:cNvGrpSpPr/>
          <p:nvPr/>
        </p:nvGrpSpPr>
        <p:grpSpPr>
          <a:xfrm>
            <a:off x="16057091" y="9885486"/>
            <a:ext cx="4592487" cy="2537212"/>
            <a:chOff x="11738152" y="7002834"/>
            <a:chExt cx="3993467" cy="2206272"/>
          </a:xfrm>
        </p:grpSpPr>
        <p:pic>
          <p:nvPicPr>
            <p:cNvPr id="11" name="Google Shape;100;p2" descr="A close up of a sign&#10;&#10;Description automatically generated"/>
            <p:cNvPicPr preferRelativeResize="0"/>
            <p:nvPr/>
          </p:nvPicPr>
          <p:blipFill rotWithShape="1">
            <a:blip r:embed="rId6">
              <a:alphaModFix/>
            </a:blip>
            <a:srcRect t="11570" b="11539"/>
            <a:stretch/>
          </p:blipFill>
          <p:spPr>
            <a:xfrm>
              <a:off x="12930350" y="7277100"/>
              <a:ext cx="977894" cy="757410"/>
            </a:xfrm>
            <a:prstGeom prst="rect">
              <a:avLst/>
            </a:prstGeom>
            <a:noFill/>
            <a:ln>
              <a:noFill/>
            </a:ln>
          </p:spPr>
        </p:pic>
        <p:sp>
          <p:nvSpPr>
            <p:cNvPr id="12" name="Google Shape;101;p2"/>
            <p:cNvSpPr/>
            <p:nvPr/>
          </p:nvSpPr>
          <p:spPr>
            <a:xfrm>
              <a:off x="11738152" y="7002834"/>
              <a:ext cx="3993467" cy="1928805"/>
            </a:xfrm>
            <a:prstGeom prst="rect">
              <a:avLst/>
            </a:prstGeom>
            <a:noFill/>
            <a:ln>
              <a:noFill/>
            </a:ln>
          </p:spPr>
          <p:txBody>
            <a:bodyPr spcFirstLastPara="1" wrap="square" lIns="105139" tIns="52555" rIns="105139" bIns="52555" anchor="t" anchorCtr="0">
              <a:spAutoFit/>
            </a:bodyPr>
            <a:lstStyle/>
            <a:p>
              <a:pPr>
                <a:lnSpc>
                  <a:spcPct val="662555"/>
                </a:lnSpc>
              </a:pPr>
              <a:r>
                <a:rPr lang="en-US" sz="2070" b="1" dirty="0">
                  <a:solidFill>
                    <a:srgbClr val="004AAD"/>
                  </a:solidFill>
                  <a:latin typeface="Montserrat"/>
                  <a:ea typeface="Montserrat"/>
                  <a:cs typeface="Montserrat"/>
                  <a:sym typeface="Montserrat"/>
                </a:rPr>
                <a:t>CONSULTARE INC. GROUP </a:t>
              </a:r>
              <a:endParaRPr sz="1907" dirty="0"/>
            </a:p>
          </p:txBody>
        </p:sp>
        <p:sp>
          <p:nvSpPr>
            <p:cNvPr id="13" name="Google Shape;102;p2"/>
            <p:cNvSpPr txBox="1"/>
            <p:nvPr/>
          </p:nvSpPr>
          <p:spPr>
            <a:xfrm>
              <a:off x="12498543" y="7372594"/>
              <a:ext cx="2819401" cy="1836512"/>
            </a:xfrm>
            <a:prstGeom prst="rect">
              <a:avLst/>
            </a:prstGeom>
            <a:noFill/>
            <a:ln>
              <a:noFill/>
            </a:ln>
          </p:spPr>
          <p:txBody>
            <a:bodyPr spcFirstLastPara="1" wrap="square" lIns="0" tIns="0" rIns="0" bIns="0" anchor="t" anchorCtr="0">
              <a:spAutoFit/>
            </a:bodyPr>
            <a:lstStyle/>
            <a:p>
              <a:pPr>
                <a:lnSpc>
                  <a:spcPct val="662555"/>
                </a:lnSpc>
              </a:pPr>
              <a:r>
                <a:rPr lang="en-US" sz="2070" b="1" dirty="0">
                  <a:solidFill>
                    <a:srgbClr val="00B0F0"/>
                  </a:solidFill>
                  <a:latin typeface="Montserrat"/>
                  <a:ea typeface="Montserrat"/>
                  <a:cs typeface="Montserrat"/>
                  <a:sym typeface="Montserrat"/>
                </a:rPr>
                <a:t>A Compliance Co.</a:t>
              </a:r>
              <a:endParaRPr sz="1907" dirty="0"/>
            </a:p>
          </p:txBody>
        </p:sp>
      </p:grpSp>
    </p:spTree>
    <p:extLst>
      <p:ext uri="{BB962C8B-B14F-4D97-AF65-F5344CB8AC3E}">
        <p14:creationId xmlns:p14="http://schemas.microsoft.com/office/powerpoint/2010/main" val="118173099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rot="-1111642">
            <a:off x="13726865" y="2021757"/>
            <a:ext cx="12010235" cy="9761046"/>
          </a:xfrm>
          <a:custGeom>
            <a:avLst/>
            <a:gdLst/>
            <a:ahLst/>
            <a:cxnLst/>
            <a:rect l="l" t="t" r="r" b="b"/>
            <a:pathLst>
              <a:path w="10443683" h="8487866" extrusionOk="0">
                <a:moveTo>
                  <a:pt x="0" y="0"/>
                </a:moveTo>
                <a:lnTo>
                  <a:pt x="10443683" y="0"/>
                </a:lnTo>
                <a:lnTo>
                  <a:pt x="10443683" y="8487866"/>
                </a:lnTo>
                <a:lnTo>
                  <a:pt x="0" y="8487866"/>
                </a:lnTo>
                <a:lnTo>
                  <a:pt x="0" y="0"/>
                </a:lnTo>
                <a:close/>
              </a:path>
            </a:pathLst>
          </a:custGeom>
          <a:blipFill rotWithShape="1">
            <a:blip r:embed="rId3">
              <a:alphaModFix amt="50000"/>
            </a:blip>
            <a:stretch>
              <a:fillRect/>
            </a:stretch>
          </a:blipFill>
          <a:ln>
            <a:noFill/>
          </a:ln>
        </p:spPr>
      </p:sp>
      <p:sp>
        <p:nvSpPr>
          <p:cNvPr id="85" name="Google Shape;85;p1"/>
          <p:cNvSpPr/>
          <p:nvPr/>
        </p:nvSpPr>
        <p:spPr>
          <a:xfrm>
            <a:off x="4966209" y="11590020"/>
            <a:ext cx="11186417" cy="3573006"/>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4">
              <a:alphaModFix/>
            </a:blip>
            <a:stretch>
              <a:fillRect/>
            </a:stretch>
          </a:blipFill>
          <a:ln>
            <a:noFill/>
          </a:ln>
        </p:spPr>
      </p:sp>
      <p:sp>
        <p:nvSpPr>
          <p:cNvPr id="86" name="Google Shape;86;p1"/>
          <p:cNvSpPr txBox="1"/>
          <p:nvPr/>
        </p:nvSpPr>
        <p:spPr>
          <a:xfrm>
            <a:off x="7454992" y="11131368"/>
            <a:ext cx="3680460" cy="693716"/>
          </a:xfrm>
          <a:prstGeom prst="rect">
            <a:avLst/>
          </a:prstGeom>
          <a:noFill/>
          <a:ln>
            <a:noFill/>
          </a:ln>
        </p:spPr>
        <p:txBody>
          <a:bodyPr spcFirstLastPara="1" wrap="square" lIns="0" tIns="0" rIns="0" bIns="0" anchor="t" anchorCtr="0">
            <a:spAutoFit/>
          </a:bodyPr>
          <a:lstStyle/>
          <a:p>
            <a:pPr algn="ctr">
              <a:lnSpc>
                <a:spcPct val="140016"/>
              </a:lnSpc>
            </a:pPr>
            <a:r>
              <a:rPr lang="en-US" sz="3220" dirty="0">
                <a:solidFill>
                  <a:srgbClr val="2E2E2E"/>
                </a:solidFill>
                <a:latin typeface="Montserrat"/>
                <a:ea typeface="Montserrat"/>
                <a:cs typeface="Montserrat"/>
                <a:sym typeface="Montserrat"/>
              </a:rPr>
              <a:t>Established 2013</a:t>
            </a:r>
            <a:endParaRPr sz="1840" dirty="0"/>
          </a:p>
        </p:txBody>
      </p:sp>
      <p:grpSp>
        <p:nvGrpSpPr>
          <p:cNvPr id="87" name="Google Shape;87;p1"/>
          <p:cNvGrpSpPr/>
          <p:nvPr/>
        </p:nvGrpSpPr>
        <p:grpSpPr>
          <a:xfrm>
            <a:off x="101806" y="4306006"/>
            <a:ext cx="20272170" cy="3350006"/>
            <a:chOff x="0" y="1281242"/>
            <a:chExt cx="18973800" cy="2913049"/>
          </a:xfrm>
        </p:grpSpPr>
        <p:sp>
          <p:nvSpPr>
            <p:cNvPr id="88" name="Google Shape;88;p1"/>
            <p:cNvSpPr txBox="1"/>
            <p:nvPr/>
          </p:nvSpPr>
          <p:spPr>
            <a:xfrm>
              <a:off x="2743200" y="1369315"/>
              <a:ext cx="16230600" cy="1605066"/>
            </a:xfrm>
            <a:prstGeom prst="rect">
              <a:avLst/>
            </a:prstGeom>
            <a:noFill/>
            <a:ln>
              <a:noFill/>
            </a:ln>
          </p:spPr>
          <p:txBody>
            <a:bodyPr spcFirstLastPara="1" wrap="square" lIns="0" tIns="0" rIns="0" bIns="0" anchor="t" anchorCtr="0">
              <a:spAutoFit/>
            </a:bodyPr>
            <a:lstStyle/>
            <a:p>
              <a:pPr>
                <a:lnSpc>
                  <a:spcPct val="149075"/>
                </a:lnSpc>
              </a:pPr>
              <a:r>
                <a:rPr lang="en-US" sz="8050" b="1" dirty="0">
                  <a:solidFill>
                    <a:srgbClr val="004AAD"/>
                  </a:solidFill>
                  <a:latin typeface="Barlow"/>
                  <a:ea typeface="Montserrat"/>
                  <a:cs typeface="Montserrat"/>
                  <a:sym typeface="Montserrat"/>
                </a:rPr>
                <a:t>CONSULTARE INC. GROUP </a:t>
              </a:r>
              <a:endParaRPr sz="8050" dirty="0">
                <a:latin typeface="Barlow"/>
              </a:endParaRPr>
            </a:p>
          </p:txBody>
        </p:sp>
        <p:sp>
          <p:nvSpPr>
            <p:cNvPr id="89" name="Google Shape;89;p1"/>
            <p:cNvSpPr txBox="1"/>
            <p:nvPr/>
          </p:nvSpPr>
          <p:spPr>
            <a:xfrm>
              <a:off x="2774576" y="2508171"/>
              <a:ext cx="13601700" cy="1605066"/>
            </a:xfrm>
            <a:prstGeom prst="rect">
              <a:avLst/>
            </a:prstGeom>
            <a:noFill/>
            <a:ln>
              <a:noFill/>
            </a:ln>
          </p:spPr>
          <p:txBody>
            <a:bodyPr spcFirstLastPara="1" wrap="square" lIns="0" tIns="0" rIns="0" bIns="0" anchor="t" anchorCtr="0">
              <a:spAutoFit/>
            </a:bodyPr>
            <a:lstStyle/>
            <a:p>
              <a:pPr>
                <a:lnSpc>
                  <a:spcPct val="149075"/>
                </a:lnSpc>
              </a:pPr>
              <a:r>
                <a:rPr lang="en-US" sz="8050" b="1" dirty="0">
                  <a:solidFill>
                    <a:srgbClr val="00B0F0"/>
                  </a:solidFill>
                  <a:latin typeface="Barlow"/>
                  <a:ea typeface="Montserrat"/>
                  <a:cs typeface="Montserrat"/>
                  <a:sym typeface="Montserrat"/>
                </a:rPr>
                <a:t>A Compliance Co.</a:t>
              </a:r>
              <a:endParaRPr sz="8050" dirty="0">
                <a:latin typeface="Barlow"/>
              </a:endParaRPr>
            </a:p>
          </p:txBody>
        </p:sp>
        <p:pic>
          <p:nvPicPr>
            <p:cNvPr id="90" name="Google Shape;90;p1"/>
            <p:cNvPicPr preferRelativeResize="0"/>
            <p:nvPr/>
          </p:nvPicPr>
          <p:blipFill rotWithShape="1">
            <a:blip r:embed="rId5">
              <a:alphaModFix/>
            </a:blip>
            <a:srcRect r="67343"/>
            <a:stretch/>
          </p:blipFill>
          <p:spPr>
            <a:xfrm>
              <a:off x="0" y="1281242"/>
              <a:ext cx="2926976" cy="2913049"/>
            </a:xfrm>
            <a:prstGeom prst="rect">
              <a:avLst/>
            </a:prstGeom>
            <a:noFill/>
            <a:ln>
              <a:noFill/>
            </a:ln>
          </p:spPr>
        </p:pic>
      </p:grpSp>
    </p:spTree>
    <p:extLst>
      <p:ext uri="{BB962C8B-B14F-4D97-AF65-F5344CB8AC3E}">
        <p14:creationId xmlns:p14="http://schemas.microsoft.com/office/powerpoint/2010/main" val="222636614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2724</TotalTime>
  <Words>3440</Words>
  <Application>Microsoft Office PowerPoint</Application>
  <PresentationFormat>Custom</PresentationFormat>
  <Paragraphs>654</Paragraphs>
  <Slides>49</Slides>
  <Notes>49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49</vt:i4>
      </vt:variant>
    </vt:vector>
  </HeadingPairs>
  <TitlesOfParts>
    <vt:vector size="58" baseType="lpstr">
      <vt:lpstr>Calibri</vt:lpstr>
      <vt:lpstr>Roboto</vt:lpstr>
      <vt:lpstr>Barlow</vt:lpstr>
      <vt:lpstr>Arial</vt:lpstr>
      <vt:lpstr>Arial Narrow</vt:lpstr>
      <vt:lpstr>Montserrat</vt:lpstr>
      <vt:lpstr>Wingdings</vt:lpstr>
      <vt:lpstr>Merriweather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Windows User</cp:lastModifiedBy>
  <cp:revision>61</cp:revision>
  <dcterms:created xsi:type="dcterms:W3CDTF">2006-08-16T00:00:00Z</dcterms:created>
  <dcterms:modified xsi:type="dcterms:W3CDTF">2024-08-07T18:39:14Z</dcterms:modified>
</cp:coreProperties>
</file>