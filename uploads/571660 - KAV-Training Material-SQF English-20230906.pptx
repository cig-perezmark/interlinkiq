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2"/>
  </p:notesMasterIdLst>
  <p:handoutMasterIdLst>
    <p:handoutMasterId r:id="rId13"/>
  </p:handoutMasterIdLst>
  <p:sldIdLst>
    <p:sldId id="256" r:id="rId2"/>
    <p:sldId id="257" r:id="rId3"/>
    <p:sldId id="258" r:id="rId4"/>
    <p:sldId id="260" r:id="rId5"/>
    <p:sldId id="259" r:id="rId6"/>
    <p:sldId id="261" r:id="rId7"/>
    <p:sldId id="280" r:id="rId8"/>
    <p:sldId id="262" r:id="rId9"/>
    <p:sldId id="263" r:id="rId10"/>
    <p:sldId id="264"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21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409B54B-B756-47F3-BBB5-3BB155AF3006}" v="14" dt="2023-03-27T15:05:41.647"/>
  </p1510:revLst>
</p1510:revInfo>
</file>

<file path=ppt/tableStyles.xml><?xml version="1.0" encoding="utf-8"?>
<a:tblStyleLst xmlns:a="http://schemas.openxmlformats.org/drawingml/2006/main" def="{21E4AEA4-8DFA-4A89-87EB-49C32662AFE0}">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548" autoAdjust="0"/>
    <p:restoredTop sz="94660"/>
  </p:normalViewPr>
  <p:slideViewPr>
    <p:cSldViewPr>
      <p:cViewPr varScale="1">
        <p:scale>
          <a:sx n="72" d="100"/>
          <a:sy n="72" d="100"/>
        </p:scale>
        <p:origin x="82" y="466"/>
      </p:cViewPr>
      <p:guideLst>
        <p:guide pos="3840"/>
        <p:guide orient="horz" pos="2160"/>
      </p:guideLst>
    </p:cSldViewPr>
  </p:slideViewPr>
  <p:notesTextViewPr>
    <p:cViewPr>
      <p:scale>
        <a:sx n="1" d="1"/>
        <a:sy n="1" d="1"/>
      </p:scale>
      <p:origin x="0" y="0"/>
    </p:cViewPr>
  </p:notesTextViewPr>
  <p:notesViewPr>
    <p:cSldViewPr showGuides="1">
      <p:cViewPr varScale="1">
        <p:scale>
          <a:sx n="63" d="100"/>
          <a:sy n="63" d="100"/>
        </p:scale>
        <p:origin x="2838" y="10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handoutMaster" Target="handoutMasters/handout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Quality Assurance" userId="789f80dc-fda0-493a-af03-b553bb904698" providerId="ADAL" clId="{6409B54B-B756-47F3-BBB5-3BB155AF3006}"/>
    <pc:docChg chg="modSld">
      <pc:chgData name="Quality Assurance" userId="789f80dc-fda0-493a-af03-b553bb904698" providerId="ADAL" clId="{6409B54B-B756-47F3-BBB5-3BB155AF3006}" dt="2023-03-27T15:05:46.179" v="52" actId="20577"/>
      <pc:docMkLst>
        <pc:docMk/>
      </pc:docMkLst>
      <pc:sldChg chg="modSp mod">
        <pc:chgData name="Quality Assurance" userId="789f80dc-fda0-493a-af03-b553bb904698" providerId="ADAL" clId="{6409B54B-B756-47F3-BBB5-3BB155AF3006}" dt="2023-03-27T15:01:37.844" v="1" actId="20577"/>
        <pc:sldMkLst>
          <pc:docMk/>
          <pc:sldMk cId="1772969468" sldId="257"/>
        </pc:sldMkLst>
        <pc:spChg chg="mod">
          <ac:chgData name="Quality Assurance" userId="789f80dc-fda0-493a-af03-b553bb904698" providerId="ADAL" clId="{6409B54B-B756-47F3-BBB5-3BB155AF3006}" dt="2023-03-27T15:01:37.844" v="1" actId="20577"/>
          <ac:spMkLst>
            <pc:docMk/>
            <pc:sldMk cId="1772969468" sldId="257"/>
            <ac:spMk id="6" creationId="{2D23B921-3ACE-B060-C2F9-6C6D8EE02D45}"/>
          </ac:spMkLst>
        </pc:spChg>
      </pc:sldChg>
      <pc:sldChg chg="modSp mod">
        <pc:chgData name="Quality Assurance" userId="789f80dc-fda0-493a-af03-b553bb904698" providerId="ADAL" clId="{6409B54B-B756-47F3-BBB5-3BB155AF3006}" dt="2023-03-27T15:02:47.492" v="30" actId="20577"/>
        <pc:sldMkLst>
          <pc:docMk/>
          <pc:sldMk cId="1928620899" sldId="258"/>
        </pc:sldMkLst>
        <pc:spChg chg="mod">
          <ac:chgData name="Quality Assurance" userId="789f80dc-fda0-493a-af03-b553bb904698" providerId="ADAL" clId="{6409B54B-B756-47F3-BBB5-3BB155AF3006}" dt="2023-03-27T15:02:05.847" v="5" actId="1076"/>
          <ac:spMkLst>
            <pc:docMk/>
            <pc:sldMk cId="1928620899" sldId="258"/>
            <ac:spMk id="8" creationId="{CD37F0A6-A011-10B0-74C6-59F2830BBF02}"/>
          </ac:spMkLst>
        </pc:spChg>
        <pc:spChg chg="mod">
          <ac:chgData name="Quality Assurance" userId="789f80dc-fda0-493a-af03-b553bb904698" providerId="ADAL" clId="{6409B54B-B756-47F3-BBB5-3BB155AF3006}" dt="2023-03-27T15:02:47.492" v="30" actId="20577"/>
          <ac:spMkLst>
            <pc:docMk/>
            <pc:sldMk cId="1928620899" sldId="258"/>
            <ac:spMk id="9" creationId="{ED73F320-B4E1-EA72-6E67-40D5A32F77F5}"/>
          </ac:spMkLst>
        </pc:spChg>
      </pc:sldChg>
      <pc:sldChg chg="modSp mod">
        <pc:chgData name="Quality Assurance" userId="789f80dc-fda0-493a-af03-b553bb904698" providerId="ADAL" clId="{6409B54B-B756-47F3-BBB5-3BB155AF3006}" dt="2023-03-27T15:03:58.440" v="39" actId="1076"/>
        <pc:sldMkLst>
          <pc:docMk/>
          <pc:sldMk cId="3948826341" sldId="259"/>
        </pc:sldMkLst>
        <pc:spChg chg="mod">
          <ac:chgData name="Quality Assurance" userId="789f80dc-fda0-493a-af03-b553bb904698" providerId="ADAL" clId="{6409B54B-B756-47F3-BBB5-3BB155AF3006}" dt="2023-03-27T15:03:58.440" v="39" actId="1076"/>
          <ac:spMkLst>
            <pc:docMk/>
            <pc:sldMk cId="3948826341" sldId="259"/>
            <ac:spMk id="4" creationId="{F0DC9B77-6EF2-87A5-79AB-0BF67484D358}"/>
          </ac:spMkLst>
        </pc:spChg>
      </pc:sldChg>
      <pc:sldChg chg="modSp mod">
        <pc:chgData name="Quality Assurance" userId="789f80dc-fda0-493a-af03-b553bb904698" providerId="ADAL" clId="{6409B54B-B756-47F3-BBB5-3BB155AF3006}" dt="2023-03-27T15:03:16.866" v="32" actId="20577"/>
        <pc:sldMkLst>
          <pc:docMk/>
          <pc:sldMk cId="2738627701" sldId="260"/>
        </pc:sldMkLst>
        <pc:spChg chg="mod">
          <ac:chgData name="Quality Assurance" userId="789f80dc-fda0-493a-af03-b553bb904698" providerId="ADAL" clId="{6409B54B-B756-47F3-BBB5-3BB155AF3006}" dt="2023-03-27T15:03:16.866" v="32" actId="20577"/>
          <ac:spMkLst>
            <pc:docMk/>
            <pc:sldMk cId="2738627701" sldId="260"/>
            <ac:spMk id="7" creationId="{1A8EA4DE-4BCF-3052-47B3-4B04B929E69E}"/>
          </ac:spMkLst>
        </pc:spChg>
      </pc:sldChg>
      <pc:sldChg chg="modSp mod">
        <pc:chgData name="Quality Assurance" userId="789f80dc-fda0-493a-af03-b553bb904698" providerId="ADAL" clId="{6409B54B-B756-47F3-BBB5-3BB155AF3006}" dt="2023-03-27T15:04:32.283" v="43" actId="20577"/>
        <pc:sldMkLst>
          <pc:docMk/>
          <pc:sldMk cId="3537718460" sldId="261"/>
        </pc:sldMkLst>
        <pc:spChg chg="mod">
          <ac:chgData name="Quality Assurance" userId="789f80dc-fda0-493a-af03-b553bb904698" providerId="ADAL" clId="{6409B54B-B756-47F3-BBB5-3BB155AF3006}" dt="2023-03-27T15:04:32.283" v="43" actId="20577"/>
          <ac:spMkLst>
            <pc:docMk/>
            <pc:sldMk cId="3537718460" sldId="261"/>
            <ac:spMk id="7" creationId="{F3F39014-EAE2-BD18-5946-86F8CFCC62F5}"/>
          </ac:spMkLst>
        </pc:spChg>
      </pc:sldChg>
      <pc:sldChg chg="modSp mod">
        <pc:chgData name="Quality Assurance" userId="789f80dc-fda0-493a-af03-b553bb904698" providerId="ADAL" clId="{6409B54B-B756-47F3-BBB5-3BB155AF3006}" dt="2023-03-27T15:05:15.775" v="48" actId="20577"/>
        <pc:sldMkLst>
          <pc:docMk/>
          <pc:sldMk cId="2637673684" sldId="262"/>
        </pc:sldMkLst>
        <pc:spChg chg="mod">
          <ac:chgData name="Quality Assurance" userId="789f80dc-fda0-493a-af03-b553bb904698" providerId="ADAL" clId="{6409B54B-B756-47F3-BBB5-3BB155AF3006}" dt="2023-03-27T15:04:54.545" v="46" actId="1076"/>
          <ac:spMkLst>
            <pc:docMk/>
            <pc:sldMk cId="2637673684" sldId="262"/>
            <ac:spMk id="8" creationId="{31532100-80D9-BD7B-B0B7-C0DFEDE9F202}"/>
          </ac:spMkLst>
        </pc:spChg>
        <pc:spChg chg="mod">
          <ac:chgData name="Quality Assurance" userId="789f80dc-fda0-493a-af03-b553bb904698" providerId="ADAL" clId="{6409B54B-B756-47F3-BBB5-3BB155AF3006}" dt="2023-03-27T15:05:15.775" v="48" actId="20577"/>
          <ac:spMkLst>
            <pc:docMk/>
            <pc:sldMk cId="2637673684" sldId="262"/>
            <ac:spMk id="12" creationId="{1AD81611-D45C-EB71-793A-7D659FAFEA4C}"/>
          </ac:spMkLst>
        </pc:spChg>
      </pc:sldChg>
      <pc:sldChg chg="modSp mod">
        <pc:chgData name="Quality Assurance" userId="789f80dc-fda0-493a-af03-b553bb904698" providerId="ADAL" clId="{6409B54B-B756-47F3-BBB5-3BB155AF3006}" dt="2023-03-27T15:05:30.070" v="50" actId="20577"/>
        <pc:sldMkLst>
          <pc:docMk/>
          <pc:sldMk cId="547100618" sldId="263"/>
        </pc:sldMkLst>
        <pc:spChg chg="mod">
          <ac:chgData name="Quality Assurance" userId="789f80dc-fda0-493a-af03-b553bb904698" providerId="ADAL" clId="{6409B54B-B756-47F3-BBB5-3BB155AF3006}" dt="2023-03-27T15:05:30.070" v="50" actId="20577"/>
          <ac:spMkLst>
            <pc:docMk/>
            <pc:sldMk cId="547100618" sldId="263"/>
            <ac:spMk id="8" creationId="{54E7C168-E471-98CF-C3EC-7F5F3EC8D5E2}"/>
          </ac:spMkLst>
        </pc:spChg>
      </pc:sldChg>
      <pc:sldChg chg="modSp mod">
        <pc:chgData name="Quality Assurance" userId="789f80dc-fda0-493a-af03-b553bb904698" providerId="ADAL" clId="{6409B54B-B756-47F3-BBB5-3BB155AF3006}" dt="2023-03-27T15:05:46.179" v="52" actId="20577"/>
        <pc:sldMkLst>
          <pc:docMk/>
          <pc:sldMk cId="1001865620" sldId="264"/>
        </pc:sldMkLst>
        <pc:spChg chg="mod">
          <ac:chgData name="Quality Assurance" userId="789f80dc-fda0-493a-af03-b553bb904698" providerId="ADAL" clId="{6409B54B-B756-47F3-BBB5-3BB155AF3006}" dt="2023-03-27T15:05:46.179" v="52" actId="20577"/>
          <ac:spMkLst>
            <pc:docMk/>
            <pc:sldMk cId="1001865620" sldId="264"/>
            <ac:spMk id="5" creationId="{C34643CE-4DC1-7A75-D652-5045286907F0}"/>
          </ac:spMkLst>
        </pc:spChg>
      </pc:sldChg>
      <pc:sldChg chg="modSp mod">
        <pc:chgData name="Quality Assurance" userId="789f80dc-fda0-493a-af03-b553bb904698" providerId="ADAL" clId="{6409B54B-B756-47F3-BBB5-3BB155AF3006}" dt="2023-03-27T15:04:41.844" v="44" actId="20577"/>
        <pc:sldMkLst>
          <pc:docMk/>
          <pc:sldMk cId="1632624579" sldId="280"/>
        </pc:sldMkLst>
        <pc:spChg chg="mod">
          <ac:chgData name="Quality Assurance" userId="789f80dc-fda0-493a-af03-b553bb904698" providerId="ADAL" clId="{6409B54B-B756-47F3-BBB5-3BB155AF3006}" dt="2023-03-27T15:04:41.844" v="44" actId="20577"/>
          <ac:spMkLst>
            <pc:docMk/>
            <pc:sldMk cId="1632624579" sldId="280"/>
            <ac:spMk id="7" creationId="{D5F66E22-DD7C-8EBB-FE24-D91C71795556}"/>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43B725B-653D-4166-A8E9-72A38A1847CF}" type="datetimeFigureOut">
              <a:rPr lang="en-US"/>
              <a:t>3/27/2023</a:t>
            </a:fld>
            <a:endParaRPr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E861E8E-D392-497B-BB21-122DD7C27CF3}" type="slidenum">
              <a:rPr/>
              <a:t>‹#›</a:t>
            </a:fld>
            <a:endParaRPr dirty="0"/>
          </a:p>
        </p:txBody>
      </p:sp>
    </p:spTree>
    <p:extLst>
      <p:ext uri="{BB962C8B-B14F-4D97-AF65-F5344CB8AC3E}">
        <p14:creationId xmlns:p14="http://schemas.microsoft.com/office/powerpoint/2010/main" val="1208353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3F64CD-0576-4A9A-BD06-7889D6E60BDC}" type="datetimeFigureOut">
              <a:rPr lang="en-US"/>
              <a:t>3/27/2023</a:t>
            </a:fld>
            <a:endParaRPr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55D449-B875-4B8D-8E66-224D27E54C9A}" type="slidenum">
              <a:rPr/>
              <a:t>‹#›</a:t>
            </a:fld>
            <a:endParaRPr dirty="0"/>
          </a:p>
        </p:txBody>
      </p:sp>
    </p:spTree>
    <p:extLst>
      <p:ext uri="{BB962C8B-B14F-4D97-AF65-F5344CB8AC3E}">
        <p14:creationId xmlns:p14="http://schemas.microsoft.com/office/powerpoint/2010/main" val="13499799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555D449-B875-4B8D-8E66-224D27E54C9A}" type="slidenum">
              <a:rPr lang="en-US" smtClean="0"/>
              <a:t>4</a:t>
            </a:fld>
            <a:endParaRPr lang="en-US" dirty="0"/>
          </a:p>
        </p:txBody>
      </p:sp>
    </p:spTree>
    <p:extLst>
      <p:ext uri="{BB962C8B-B14F-4D97-AF65-F5344CB8AC3E}">
        <p14:creationId xmlns:p14="http://schemas.microsoft.com/office/powerpoint/2010/main" val="34604942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555D449-B875-4B8D-8E66-224D27E54C9A}" type="slidenum">
              <a:rPr lang="en-US" smtClean="0"/>
              <a:t>8</a:t>
            </a:fld>
            <a:endParaRPr lang="en-US" dirty="0"/>
          </a:p>
        </p:txBody>
      </p:sp>
    </p:spTree>
    <p:extLst>
      <p:ext uri="{BB962C8B-B14F-4D97-AF65-F5344CB8AC3E}">
        <p14:creationId xmlns:p14="http://schemas.microsoft.com/office/powerpoint/2010/main" val="1413272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5E3EA-31DC-595B-293F-EB51FCF207C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0D242B9-256E-CCDA-F341-96ADB57D15F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E9376AC-53C1-09A0-8AC1-FF793C98B85E}"/>
              </a:ext>
            </a:extLst>
          </p:cNvPr>
          <p:cNvSpPr>
            <a:spLocks noGrp="1"/>
          </p:cNvSpPr>
          <p:nvPr>
            <p:ph type="dt" sz="half" idx="10"/>
          </p:nvPr>
        </p:nvSpPr>
        <p:spPr/>
        <p:txBody>
          <a:bodyPr/>
          <a:lstStyle/>
          <a:p>
            <a:fld id="{0ACC4207-475D-462B-9D56-E96689A8E96D}" type="datetimeFigureOut">
              <a:rPr lang="en-US" smtClean="0"/>
              <a:t>3/27/2023</a:t>
            </a:fld>
            <a:endParaRPr lang="en-US" dirty="0"/>
          </a:p>
        </p:txBody>
      </p:sp>
      <p:sp>
        <p:nvSpPr>
          <p:cNvPr id="5" name="Footer Placeholder 4">
            <a:extLst>
              <a:ext uri="{FF2B5EF4-FFF2-40B4-BE49-F238E27FC236}">
                <a16:creationId xmlns:a16="http://schemas.microsoft.com/office/drawing/2014/main" id="{A82E2D1C-5133-DA5D-82BF-BE9639217D90}"/>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653B661D-70B6-4E07-AC55-6743A3B92BB6}"/>
              </a:ext>
            </a:extLst>
          </p:cNvPr>
          <p:cNvSpPr>
            <a:spLocks noGrp="1"/>
          </p:cNvSpPr>
          <p:nvPr>
            <p:ph type="sldNum" sz="quarter" idx="12"/>
          </p:nvPr>
        </p:nvSpPr>
        <p:spPr/>
        <p:txBody>
          <a:bodyPr/>
          <a:lstStyle/>
          <a:p>
            <a:fld id="{1B7B0999-111D-47E4-B9EA-71ECD0756A67}" type="slidenum">
              <a:rPr lang="en-US" smtClean="0"/>
              <a:t>‹#›</a:t>
            </a:fld>
            <a:endParaRPr lang="en-US" dirty="0"/>
          </a:p>
        </p:txBody>
      </p:sp>
    </p:spTree>
    <p:extLst>
      <p:ext uri="{BB962C8B-B14F-4D97-AF65-F5344CB8AC3E}">
        <p14:creationId xmlns:p14="http://schemas.microsoft.com/office/powerpoint/2010/main" val="23732045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A457A-7DEA-47C8-567C-24D360342F9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9F9869F-504F-2A82-7200-2FFDB7857AE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8CF447-14DD-E292-A56D-AE29D9346030}"/>
              </a:ext>
            </a:extLst>
          </p:cNvPr>
          <p:cNvSpPr>
            <a:spLocks noGrp="1"/>
          </p:cNvSpPr>
          <p:nvPr>
            <p:ph type="dt" sz="half" idx="10"/>
          </p:nvPr>
        </p:nvSpPr>
        <p:spPr/>
        <p:txBody>
          <a:bodyPr/>
          <a:lstStyle/>
          <a:p>
            <a:fld id="{37CC0096-1860-4642-9CD2-0079EA5E7CD1}" type="datetimeFigureOut">
              <a:rPr lang="en-US" smtClean="0"/>
              <a:t>3/27/2023</a:t>
            </a:fld>
            <a:endParaRPr lang="en-US" dirty="0"/>
          </a:p>
        </p:txBody>
      </p:sp>
      <p:sp>
        <p:nvSpPr>
          <p:cNvPr id="5" name="Footer Placeholder 4">
            <a:extLst>
              <a:ext uri="{FF2B5EF4-FFF2-40B4-BE49-F238E27FC236}">
                <a16:creationId xmlns:a16="http://schemas.microsoft.com/office/drawing/2014/main" id="{31DFEE50-D9C1-F8B7-EF34-938E348568F0}"/>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3C3D0C8-7F07-5AE9-E360-87D3A93DA5A7}"/>
              </a:ext>
            </a:extLst>
          </p:cNvPr>
          <p:cNvSpPr>
            <a:spLocks noGrp="1"/>
          </p:cNvSpPr>
          <p:nvPr>
            <p:ph type="sldNum" sz="quarter" idx="12"/>
          </p:nvPr>
        </p:nvSpPr>
        <p:spPr/>
        <p:txBody>
          <a:bodyPr/>
          <a:lstStyle/>
          <a:p>
            <a:fld id="{E31375A4-56A4-47D6-9801-1991572033F7}" type="slidenum">
              <a:rPr lang="en-US" smtClean="0"/>
              <a:t>‹#›</a:t>
            </a:fld>
            <a:endParaRPr lang="en-US" dirty="0"/>
          </a:p>
        </p:txBody>
      </p:sp>
    </p:spTree>
    <p:extLst>
      <p:ext uri="{BB962C8B-B14F-4D97-AF65-F5344CB8AC3E}">
        <p14:creationId xmlns:p14="http://schemas.microsoft.com/office/powerpoint/2010/main" val="31658519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87CA0-33A9-02D1-D1F7-78A81A4A873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7157A0E-8F7A-411F-0760-05104AA2984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A3553AB-5EC7-8FFE-D201-2138DE7777AD}"/>
              </a:ext>
            </a:extLst>
          </p:cNvPr>
          <p:cNvSpPr>
            <a:spLocks noGrp="1"/>
          </p:cNvSpPr>
          <p:nvPr>
            <p:ph type="dt" sz="half" idx="10"/>
          </p:nvPr>
        </p:nvSpPr>
        <p:spPr/>
        <p:txBody>
          <a:bodyPr/>
          <a:lstStyle/>
          <a:p>
            <a:fld id="{0ACC4207-475D-462B-9D56-E96689A8E96D}" type="datetimeFigureOut">
              <a:rPr lang="en-US" smtClean="0"/>
              <a:t>3/27/2023</a:t>
            </a:fld>
            <a:endParaRPr lang="en-US" dirty="0"/>
          </a:p>
        </p:txBody>
      </p:sp>
      <p:sp>
        <p:nvSpPr>
          <p:cNvPr id="5" name="Footer Placeholder 4">
            <a:extLst>
              <a:ext uri="{FF2B5EF4-FFF2-40B4-BE49-F238E27FC236}">
                <a16:creationId xmlns:a16="http://schemas.microsoft.com/office/drawing/2014/main" id="{74B4EE3C-E0CE-BB18-DD81-DAE45B8B73C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349A748-DF33-569D-92D7-F78C60066559}"/>
              </a:ext>
            </a:extLst>
          </p:cNvPr>
          <p:cNvSpPr>
            <a:spLocks noGrp="1"/>
          </p:cNvSpPr>
          <p:nvPr>
            <p:ph type="sldNum" sz="quarter" idx="12"/>
          </p:nvPr>
        </p:nvSpPr>
        <p:spPr/>
        <p:txBody>
          <a:bodyPr/>
          <a:lstStyle/>
          <a:p>
            <a:fld id="{1B7B0999-111D-47E4-B9EA-71ECD0756A67}" type="slidenum">
              <a:rPr lang="en-US" smtClean="0"/>
              <a:t>‹#›</a:t>
            </a:fld>
            <a:endParaRPr lang="en-US" dirty="0"/>
          </a:p>
        </p:txBody>
      </p:sp>
    </p:spTree>
    <p:extLst>
      <p:ext uri="{BB962C8B-B14F-4D97-AF65-F5344CB8AC3E}">
        <p14:creationId xmlns:p14="http://schemas.microsoft.com/office/powerpoint/2010/main" val="26888775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DA38DF-1CA0-9973-268E-373FE1BD497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99760C5-8E69-8941-CA48-0360C461C2C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7035DFD-2E36-25FE-0C62-0F8620C8574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7F230C1-52BA-A30A-2C49-A2BC45D0A6E8}"/>
              </a:ext>
            </a:extLst>
          </p:cNvPr>
          <p:cNvSpPr>
            <a:spLocks noGrp="1"/>
          </p:cNvSpPr>
          <p:nvPr>
            <p:ph type="dt" sz="half" idx="10"/>
          </p:nvPr>
        </p:nvSpPr>
        <p:spPr/>
        <p:txBody>
          <a:bodyPr/>
          <a:lstStyle/>
          <a:p>
            <a:fld id="{37CC0096-1860-4642-9CD2-0079EA5E7CD1}" type="datetimeFigureOut">
              <a:rPr lang="en-US" smtClean="0"/>
              <a:t>3/27/2023</a:t>
            </a:fld>
            <a:endParaRPr lang="en-US" dirty="0"/>
          </a:p>
        </p:txBody>
      </p:sp>
      <p:sp>
        <p:nvSpPr>
          <p:cNvPr id="6" name="Footer Placeholder 5">
            <a:extLst>
              <a:ext uri="{FF2B5EF4-FFF2-40B4-BE49-F238E27FC236}">
                <a16:creationId xmlns:a16="http://schemas.microsoft.com/office/drawing/2014/main" id="{1638D3FF-3F17-97F8-1883-FCEC05D14742}"/>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57E80BF-579E-39AC-F5B1-F1500B08B5FF}"/>
              </a:ext>
            </a:extLst>
          </p:cNvPr>
          <p:cNvSpPr>
            <a:spLocks noGrp="1"/>
          </p:cNvSpPr>
          <p:nvPr>
            <p:ph type="sldNum" sz="quarter" idx="12"/>
          </p:nvPr>
        </p:nvSpPr>
        <p:spPr/>
        <p:txBody>
          <a:bodyPr/>
          <a:lstStyle/>
          <a:p>
            <a:fld id="{E31375A4-56A4-47D6-9801-1991572033F7}" type="slidenum">
              <a:rPr lang="en-US" smtClean="0"/>
              <a:t>‹#›</a:t>
            </a:fld>
            <a:endParaRPr lang="en-US" dirty="0"/>
          </a:p>
        </p:txBody>
      </p:sp>
    </p:spTree>
    <p:extLst>
      <p:ext uri="{BB962C8B-B14F-4D97-AF65-F5344CB8AC3E}">
        <p14:creationId xmlns:p14="http://schemas.microsoft.com/office/powerpoint/2010/main" val="3834062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F36DB7-7A03-04F1-2ADF-70E3EC284F8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0460A32-A162-5E60-F45D-79CC5E9303B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1F3064D-F2BF-F473-0C42-711A30259E4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BA8D437-4C5A-B8F1-A89C-8D966BC8526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51BF6CA-4BF7-C9CF-1A4B-C72FB67329D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BC6B7EE-E56B-BD6B-8DE5-2421192092B3}"/>
              </a:ext>
            </a:extLst>
          </p:cNvPr>
          <p:cNvSpPr>
            <a:spLocks noGrp="1"/>
          </p:cNvSpPr>
          <p:nvPr>
            <p:ph type="dt" sz="half" idx="10"/>
          </p:nvPr>
        </p:nvSpPr>
        <p:spPr/>
        <p:txBody>
          <a:bodyPr/>
          <a:lstStyle/>
          <a:p>
            <a:fld id="{37CC0096-1860-4642-9CD2-0079EA5E7CD1}" type="datetimeFigureOut">
              <a:rPr lang="en-US" smtClean="0"/>
              <a:t>3/27/2023</a:t>
            </a:fld>
            <a:endParaRPr lang="en-US" dirty="0"/>
          </a:p>
        </p:txBody>
      </p:sp>
      <p:sp>
        <p:nvSpPr>
          <p:cNvPr id="8" name="Footer Placeholder 7">
            <a:extLst>
              <a:ext uri="{FF2B5EF4-FFF2-40B4-BE49-F238E27FC236}">
                <a16:creationId xmlns:a16="http://schemas.microsoft.com/office/drawing/2014/main" id="{5570E3D6-215C-B7E7-D200-5BC6C1A56A81}"/>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0F50EB70-4070-31B7-8948-33A4B3A0CA97}"/>
              </a:ext>
            </a:extLst>
          </p:cNvPr>
          <p:cNvSpPr>
            <a:spLocks noGrp="1"/>
          </p:cNvSpPr>
          <p:nvPr>
            <p:ph type="sldNum" sz="quarter" idx="12"/>
          </p:nvPr>
        </p:nvSpPr>
        <p:spPr/>
        <p:txBody>
          <a:bodyPr/>
          <a:lstStyle/>
          <a:p>
            <a:fld id="{E31375A4-56A4-47D6-9801-1991572033F7}" type="slidenum">
              <a:rPr lang="en-US" smtClean="0"/>
              <a:t>‹#›</a:t>
            </a:fld>
            <a:endParaRPr lang="en-US" dirty="0"/>
          </a:p>
        </p:txBody>
      </p:sp>
    </p:spTree>
    <p:extLst>
      <p:ext uri="{BB962C8B-B14F-4D97-AF65-F5344CB8AC3E}">
        <p14:creationId xmlns:p14="http://schemas.microsoft.com/office/powerpoint/2010/main" val="34909436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232EA0-9776-3383-CCF9-2331C06E3FC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D2C5836-7395-01AA-57C7-952E0F2B81C4}"/>
              </a:ext>
            </a:extLst>
          </p:cNvPr>
          <p:cNvSpPr>
            <a:spLocks noGrp="1"/>
          </p:cNvSpPr>
          <p:nvPr>
            <p:ph type="dt" sz="half" idx="10"/>
          </p:nvPr>
        </p:nvSpPr>
        <p:spPr/>
        <p:txBody>
          <a:bodyPr/>
          <a:lstStyle/>
          <a:p>
            <a:fld id="{37CC0096-1860-4642-9CD2-0079EA5E7CD1}" type="datetimeFigureOut">
              <a:rPr lang="en-US" smtClean="0"/>
              <a:t>3/27/2023</a:t>
            </a:fld>
            <a:endParaRPr lang="en-US" dirty="0"/>
          </a:p>
        </p:txBody>
      </p:sp>
      <p:sp>
        <p:nvSpPr>
          <p:cNvPr id="4" name="Footer Placeholder 3">
            <a:extLst>
              <a:ext uri="{FF2B5EF4-FFF2-40B4-BE49-F238E27FC236}">
                <a16:creationId xmlns:a16="http://schemas.microsoft.com/office/drawing/2014/main" id="{1D386E65-4BC9-16D5-82A8-749B35115A24}"/>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EC5524C2-EB8D-7778-D7BF-6DD5824FB7AF}"/>
              </a:ext>
            </a:extLst>
          </p:cNvPr>
          <p:cNvSpPr>
            <a:spLocks noGrp="1"/>
          </p:cNvSpPr>
          <p:nvPr>
            <p:ph type="sldNum" sz="quarter" idx="12"/>
          </p:nvPr>
        </p:nvSpPr>
        <p:spPr/>
        <p:txBody>
          <a:bodyPr/>
          <a:lstStyle/>
          <a:p>
            <a:fld id="{E31375A4-56A4-47D6-9801-1991572033F7}" type="slidenum">
              <a:rPr lang="en-US" smtClean="0"/>
              <a:t>‹#›</a:t>
            </a:fld>
            <a:endParaRPr lang="en-US" dirty="0"/>
          </a:p>
        </p:txBody>
      </p:sp>
    </p:spTree>
    <p:extLst>
      <p:ext uri="{BB962C8B-B14F-4D97-AF65-F5344CB8AC3E}">
        <p14:creationId xmlns:p14="http://schemas.microsoft.com/office/powerpoint/2010/main" val="7402123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7A035B6-652E-9355-1D6B-D2BE9CCC50B8}"/>
              </a:ext>
            </a:extLst>
          </p:cNvPr>
          <p:cNvSpPr>
            <a:spLocks noGrp="1"/>
          </p:cNvSpPr>
          <p:nvPr>
            <p:ph type="dt" sz="half" idx="10"/>
          </p:nvPr>
        </p:nvSpPr>
        <p:spPr/>
        <p:txBody>
          <a:bodyPr/>
          <a:lstStyle/>
          <a:p>
            <a:fld id="{37CC0096-1860-4642-9CD2-0079EA5E7CD1}" type="datetimeFigureOut">
              <a:rPr lang="en-US" smtClean="0"/>
              <a:t>3/27/2023</a:t>
            </a:fld>
            <a:endParaRPr lang="en-US" dirty="0"/>
          </a:p>
        </p:txBody>
      </p:sp>
      <p:sp>
        <p:nvSpPr>
          <p:cNvPr id="3" name="Footer Placeholder 2">
            <a:extLst>
              <a:ext uri="{FF2B5EF4-FFF2-40B4-BE49-F238E27FC236}">
                <a16:creationId xmlns:a16="http://schemas.microsoft.com/office/drawing/2014/main" id="{9DFD6F6C-D803-02E6-3B95-E52CC1DEB479}"/>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91652265-0688-CA97-A6F0-3590EABF526A}"/>
              </a:ext>
            </a:extLst>
          </p:cNvPr>
          <p:cNvSpPr>
            <a:spLocks noGrp="1"/>
          </p:cNvSpPr>
          <p:nvPr>
            <p:ph type="sldNum" sz="quarter" idx="12"/>
          </p:nvPr>
        </p:nvSpPr>
        <p:spPr/>
        <p:txBody>
          <a:bodyPr/>
          <a:lstStyle/>
          <a:p>
            <a:fld id="{E31375A4-56A4-47D6-9801-1991572033F7}" type="slidenum">
              <a:rPr lang="en-US" smtClean="0"/>
              <a:t>‹#›</a:t>
            </a:fld>
            <a:endParaRPr lang="en-US" dirty="0"/>
          </a:p>
        </p:txBody>
      </p:sp>
    </p:spTree>
    <p:extLst>
      <p:ext uri="{BB962C8B-B14F-4D97-AF65-F5344CB8AC3E}">
        <p14:creationId xmlns:p14="http://schemas.microsoft.com/office/powerpoint/2010/main" val="29123762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62CE38-B0A7-6C51-0BC1-E816C7720E6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8C187D2-35A7-619B-8F7F-A16636524A7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9DD58A2-427E-CEF1-CD76-FCE987F7E5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900B49E-8A0B-18BC-6FBA-4D789D59189A}"/>
              </a:ext>
            </a:extLst>
          </p:cNvPr>
          <p:cNvSpPr>
            <a:spLocks noGrp="1"/>
          </p:cNvSpPr>
          <p:nvPr>
            <p:ph type="dt" sz="half" idx="10"/>
          </p:nvPr>
        </p:nvSpPr>
        <p:spPr/>
        <p:txBody>
          <a:bodyPr/>
          <a:lstStyle/>
          <a:p>
            <a:fld id="{0ACC4207-475D-462B-9D56-E96689A8E96D}" type="datetimeFigureOut">
              <a:rPr lang="en-US" smtClean="0"/>
              <a:t>3/27/2023</a:t>
            </a:fld>
            <a:endParaRPr lang="en-US" dirty="0"/>
          </a:p>
        </p:txBody>
      </p:sp>
      <p:sp>
        <p:nvSpPr>
          <p:cNvPr id="6" name="Footer Placeholder 5">
            <a:extLst>
              <a:ext uri="{FF2B5EF4-FFF2-40B4-BE49-F238E27FC236}">
                <a16:creationId xmlns:a16="http://schemas.microsoft.com/office/drawing/2014/main" id="{CA12AA32-F3D8-386C-23F9-98A39B13781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BA2E3D3-E998-8ED8-CDB8-E9F094FD4A0B}"/>
              </a:ext>
            </a:extLst>
          </p:cNvPr>
          <p:cNvSpPr>
            <a:spLocks noGrp="1"/>
          </p:cNvSpPr>
          <p:nvPr>
            <p:ph type="sldNum" sz="quarter" idx="12"/>
          </p:nvPr>
        </p:nvSpPr>
        <p:spPr/>
        <p:txBody>
          <a:bodyPr/>
          <a:lstStyle/>
          <a:p>
            <a:fld id="{1B7B0999-111D-47E4-B9EA-71ECD0756A67}" type="slidenum">
              <a:rPr lang="en-US" smtClean="0"/>
              <a:t>‹#›</a:t>
            </a:fld>
            <a:endParaRPr lang="en-US" dirty="0"/>
          </a:p>
        </p:txBody>
      </p:sp>
    </p:spTree>
    <p:extLst>
      <p:ext uri="{BB962C8B-B14F-4D97-AF65-F5344CB8AC3E}">
        <p14:creationId xmlns:p14="http://schemas.microsoft.com/office/powerpoint/2010/main" val="3534190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6D409A-AA4C-64CA-6786-CCFA8381B16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2DFB7A5-F8A9-C1F6-3460-3198BD1130D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6110A893-E2E1-D4FF-2C8D-81170631AEF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DEC2D9A-1225-710F-1F4A-43DD937B48D2}"/>
              </a:ext>
            </a:extLst>
          </p:cNvPr>
          <p:cNvSpPr>
            <a:spLocks noGrp="1"/>
          </p:cNvSpPr>
          <p:nvPr>
            <p:ph type="dt" sz="half" idx="10"/>
          </p:nvPr>
        </p:nvSpPr>
        <p:spPr/>
        <p:txBody>
          <a:bodyPr/>
          <a:lstStyle/>
          <a:p>
            <a:fld id="{0ACC4207-475D-462B-9D56-E96689A8E96D}" type="datetimeFigureOut">
              <a:rPr lang="en-US" smtClean="0"/>
              <a:t>3/27/2023</a:t>
            </a:fld>
            <a:endParaRPr lang="en-US" dirty="0"/>
          </a:p>
        </p:txBody>
      </p:sp>
      <p:sp>
        <p:nvSpPr>
          <p:cNvPr id="6" name="Footer Placeholder 5">
            <a:extLst>
              <a:ext uri="{FF2B5EF4-FFF2-40B4-BE49-F238E27FC236}">
                <a16:creationId xmlns:a16="http://schemas.microsoft.com/office/drawing/2014/main" id="{6BF848DB-BE50-F64B-A050-BF78544A95E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0770D77C-7216-F38A-79CC-9FBA028E9577}"/>
              </a:ext>
            </a:extLst>
          </p:cNvPr>
          <p:cNvSpPr>
            <a:spLocks noGrp="1"/>
          </p:cNvSpPr>
          <p:nvPr>
            <p:ph type="sldNum" sz="quarter" idx="12"/>
          </p:nvPr>
        </p:nvSpPr>
        <p:spPr/>
        <p:txBody>
          <a:bodyPr/>
          <a:lstStyle/>
          <a:p>
            <a:fld id="{1B7B0999-111D-47E4-B9EA-71ECD0756A67}" type="slidenum">
              <a:rPr lang="en-US" smtClean="0"/>
              <a:t>‹#›</a:t>
            </a:fld>
            <a:endParaRPr lang="en-US" dirty="0"/>
          </a:p>
        </p:txBody>
      </p:sp>
    </p:spTree>
    <p:extLst>
      <p:ext uri="{BB962C8B-B14F-4D97-AF65-F5344CB8AC3E}">
        <p14:creationId xmlns:p14="http://schemas.microsoft.com/office/powerpoint/2010/main" val="3371756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8B0F3-FD0A-EA06-14E1-6945BE33C41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FDE793E-2340-EE2E-2FD2-C380AD28261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07CDA7B-2E4D-7ADF-7BAA-F6705D86F7F0}"/>
              </a:ext>
            </a:extLst>
          </p:cNvPr>
          <p:cNvSpPr>
            <a:spLocks noGrp="1"/>
          </p:cNvSpPr>
          <p:nvPr>
            <p:ph type="dt" sz="half" idx="10"/>
          </p:nvPr>
        </p:nvSpPr>
        <p:spPr/>
        <p:txBody>
          <a:bodyPr/>
          <a:lstStyle/>
          <a:p>
            <a:fld id="{37CC0096-1860-4642-9CD2-0079EA5E7CD1}" type="datetimeFigureOut">
              <a:rPr lang="en-US" smtClean="0"/>
              <a:t>3/27/2023</a:t>
            </a:fld>
            <a:endParaRPr lang="en-US" dirty="0"/>
          </a:p>
        </p:txBody>
      </p:sp>
      <p:sp>
        <p:nvSpPr>
          <p:cNvPr id="5" name="Footer Placeholder 4">
            <a:extLst>
              <a:ext uri="{FF2B5EF4-FFF2-40B4-BE49-F238E27FC236}">
                <a16:creationId xmlns:a16="http://schemas.microsoft.com/office/drawing/2014/main" id="{F7DA70F4-DBBF-F26C-B844-47FEA80131C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E2AA86D-1035-F6B0-4509-8719091EC132}"/>
              </a:ext>
            </a:extLst>
          </p:cNvPr>
          <p:cNvSpPr>
            <a:spLocks noGrp="1"/>
          </p:cNvSpPr>
          <p:nvPr>
            <p:ph type="sldNum" sz="quarter" idx="12"/>
          </p:nvPr>
        </p:nvSpPr>
        <p:spPr/>
        <p:txBody>
          <a:bodyPr/>
          <a:lstStyle/>
          <a:p>
            <a:fld id="{E31375A4-56A4-47D6-9801-1991572033F7}" type="slidenum">
              <a:rPr lang="en-US" smtClean="0"/>
              <a:t>‹#›</a:t>
            </a:fld>
            <a:endParaRPr lang="en-US" dirty="0"/>
          </a:p>
        </p:txBody>
      </p:sp>
    </p:spTree>
    <p:extLst>
      <p:ext uri="{BB962C8B-B14F-4D97-AF65-F5344CB8AC3E}">
        <p14:creationId xmlns:p14="http://schemas.microsoft.com/office/powerpoint/2010/main" val="33274001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5603216-E171-3E23-544D-C488C3DCA4D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1E6FDC1-E99D-F7C3-7A23-C148E523882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CF0EFFF-E323-6FD8-D41F-5AC043D6A29A}"/>
              </a:ext>
            </a:extLst>
          </p:cNvPr>
          <p:cNvSpPr>
            <a:spLocks noGrp="1"/>
          </p:cNvSpPr>
          <p:nvPr>
            <p:ph type="dt" sz="half" idx="10"/>
          </p:nvPr>
        </p:nvSpPr>
        <p:spPr/>
        <p:txBody>
          <a:bodyPr/>
          <a:lstStyle/>
          <a:p>
            <a:fld id="{37CC0096-1860-4642-9CD2-0079EA5E7CD1}" type="datetimeFigureOut">
              <a:rPr lang="en-US" smtClean="0"/>
              <a:t>3/27/2023</a:t>
            </a:fld>
            <a:endParaRPr lang="en-US" dirty="0"/>
          </a:p>
        </p:txBody>
      </p:sp>
      <p:sp>
        <p:nvSpPr>
          <p:cNvPr id="5" name="Footer Placeholder 4">
            <a:extLst>
              <a:ext uri="{FF2B5EF4-FFF2-40B4-BE49-F238E27FC236}">
                <a16:creationId xmlns:a16="http://schemas.microsoft.com/office/drawing/2014/main" id="{9A81187C-E6E4-E9DB-80F3-74B793792AD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58B8EBB-A9FC-1BB1-77A5-12680D25248E}"/>
              </a:ext>
            </a:extLst>
          </p:cNvPr>
          <p:cNvSpPr>
            <a:spLocks noGrp="1"/>
          </p:cNvSpPr>
          <p:nvPr>
            <p:ph type="sldNum" sz="quarter" idx="12"/>
          </p:nvPr>
        </p:nvSpPr>
        <p:spPr/>
        <p:txBody>
          <a:bodyPr/>
          <a:lstStyle/>
          <a:p>
            <a:fld id="{E31375A4-56A4-47D6-9801-1991572033F7}" type="slidenum">
              <a:rPr lang="en-US" smtClean="0"/>
              <a:t>‹#›</a:t>
            </a:fld>
            <a:endParaRPr lang="en-US" dirty="0"/>
          </a:p>
        </p:txBody>
      </p:sp>
    </p:spTree>
    <p:extLst>
      <p:ext uri="{BB962C8B-B14F-4D97-AF65-F5344CB8AC3E}">
        <p14:creationId xmlns:p14="http://schemas.microsoft.com/office/powerpoint/2010/main" val="23253769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69D7707-D7B2-40E4-320D-A141C1BBC30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3D18601-600C-6ED0-5649-C24E0234286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5765AAD-EA2C-DA5F-4747-4B628DE6EB7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7CC0096-1860-4642-9CD2-0079EA5E7CD1}" type="datetimeFigureOut">
              <a:rPr lang="en-US" smtClean="0"/>
              <a:pPr/>
              <a:t>3/27/2023</a:t>
            </a:fld>
            <a:endParaRPr lang="en-US" dirty="0"/>
          </a:p>
        </p:txBody>
      </p:sp>
      <p:sp>
        <p:nvSpPr>
          <p:cNvPr id="5" name="Footer Placeholder 4">
            <a:extLst>
              <a:ext uri="{FF2B5EF4-FFF2-40B4-BE49-F238E27FC236}">
                <a16:creationId xmlns:a16="http://schemas.microsoft.com/office/drawing/2014/main" id="{92136F04-80CA-0C6F-4D33-4FFA2540B04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6D4F25AA-E389-EEB1-BA8D-F233842C04A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31375A4-56A4-47D6-9801-1991572033F7}" type="slidenum">
              <a:rPr lang="en-US" smtClean="0"/>
              <a:pPr/>
              <a:t>‹#›</a:t>
            </a:fld>
            <a:endParaRPr lang="en-US" dirty="0"/>
          </a:p>
        </p:txBody>
      </p:sp>
    </p:spTree>
    <p:extLst>
      <p:ext uri="{BB962C8B-B14F-4D97-AF65-F5344CB8AC3E}">
        <p14:creationId xmlns:p14="http://schemas.microsoft.com/office/powerpoint/2010/main" val="77067458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4.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5.xml"/><Relationship Id="rId5"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Layout" Target="../slideLayouts/slideLayout7.xm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05000" y="2590800"/>
            <a:ext cx="9144000" cy="1752600"/>
          </a:xfrm>
          <a:solidFill>
            <a:schemeClr val="bg1"/>
          </a:solidFill>
        </p:spPr>
        <p:txBody>
          <a:bodyPr>
            <a:normAutofit/>
          </a:bodyPr>
          <a:lstStyle/>
          <a:p>
            <a:r>
              <a:rPr lang="en-US" sz="4400" dirty="0">
                <a:latin typeface="Algerian" panose="04020705040A02060702" pitchFamily="82" charset="0"/>
              </a:rPr>
              <a:t> </a:t>
            </a:r>
            <a:r>
              <a:rPr lang="en-US" sz="4400" b="1" dirty="0">
                <a:solidFill>
                  <a:srgbClr val="000000"/>
                </a:solidFill>
                <a:latin typeface="Algerian" panose="04020705040A02060702" pitchFamily="82" charset="0"/>
                <a:ea typeface="MS Mincho" panose="02020609040205080304" pitchFamily="49" charset="-128"/>
              </a:rPr>
              <a:t>SQF Module 2, 11 and 17 Lesson</a:t>
            </a:r>
            <a:endParaRPr lang="en-US" sz="4400" dirty="0">
              <a:latin typeface="Algerian" panose="04020705040A02060702" pitchFamily="82" charset="0"/>
            </a:endParaRPr>
          </a:p>
        </p:txBody>
      </p:sp>
      <p:pic>
        <p:nvPicPr>
          <p:cNvPr id="4" name="Picture 3" descr="A red and white logo&#10;&#10;Description automatically generated with low confidence">
            <a:extLst>
              <a:ext uri="{FF2B5EF4-FFF2-40B4-BE49-F238E27FC236}">
                <a16:creationId xmlns:a16="http://schemas.microsoft.com/office/drawing/2014/main" id="{598B3B09-C084-476F-9D1C-CE9BDB3A04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169779"/>
            <a:ext cx="2357120" cy="1354221"/>
          </a:xfrm>
          <a:prstGeom prst="rect">
            <a:avLst/>
          </a:prstGeom>
        </p:spPr>
      </p:pic>
      <p:pic>
        <p:nvPicPr>
          <p:cNvPr id="8" name="Picture 7">
            <a:extLst>
              <a:ext uri="{FF2B5EF4-FFF2-40B4-BE49-F238E27FC236}">
                <a16:creationId xmlns:a16="http://schemas.microsoft.com/office/drawing/2014/main" id="{9A521FCF-6A1A-8758-3136-61872101767D}"/>
              </a:ext>
            </a:extLst>
          </p:cNvPr>
          <p:cNvPicPr>
            <a:picLocks noChangeAspect="1"/>
          </p:cNvPicPr>
          <p:nvPr/>
        </p:nvPicPr>
        <p:blipFill>
          <a:blip r:embed="rId3"/>
          <a:stretch>
            <a:fillRect/>
          </a:stretch>
        </p:blipFill>
        <p:spPr>
          <a:xfrm>
            <a:off x="2661920" y="152235"/>
            <a:ext cx="7924800" cy="1905165"/>
          </a:xfrm>
          <a:prstGeom prst="rect">
            <a:avLst/>
          </a:prstGeom>
        </p:spPr>
      </p:pic>
      <p:sp>
        <p:nvSpPr>
          <p:cNvPr id="3" name="TextBox 2">
            <a:extLst>
              <a:ext uri="{FF2B5EF4-FFF2-40B4-BE49-F238E27FC236}">
                <a16:creationId xmlns:a16="http://schemas.microsoft.com/office/drawing/2014/main" id="{A615A072-A90C-FD94-26F0-02C51015A510}"/>
              </a:ext>
            </a:extLst>
          </p:cNvPr>
          <p:cNvSpPr txBox="1"/>
          <p:nvPr/>
        </p:nvSpPr>
        <p:spPr>
          <a:xfrm>
            <a:off x="6019800" y="262114"/>
            <a:ext cx="1066800" cy="584775"/>
          </a:xfrm>
          <a:prstGeom prst="rect">
            <a:avLst/>
          </a:prstGeom>
          <a:noFill/>
        </p:spPr>
        <p:txBody>
          <a:bodyPr wrap="square" rtlCol="0">
            <a:spAutoFit/>
          </a:bodyPr>
          <a:lstStyle/>
          <a:p>
            <a:r>
              <a:rPr lang="en-US" sz="3200" dirty="0">
                <a:solidFill>
                  <a:schemeClr val="bg1"/>
                </a:solidFill>
              </a:rPr>
              <a:t>SQF</a:t>
            </a:r>
          </a:p>
        </p:txBody>
      </p:sp>
      <p:pic>
        <p:nvPicPr>
          <p:cNvPr id="6" name="Picture 5">
            <a:extLst>
              <a:ext uri="{FF2B5EF4-FFF2-40B4-BE49-F238E27FC236}">
                <a16:creationId xmlns:a16="http://schemas.microsoft.com/office/drawing/2014/main" id="{0A2FB6ED-284E-8451-C36D-3E7E0787BC63}"/>
              </a:ext>
            </a:extLst>
          </p:cNvPr>
          <p:cNvPicPr>
            <a:picLocks noChangeAspect="1"/>
          </p:cNvPicPr>
          <p:nvPr/>
        </p:nvPicPr>
        <p:blipFill>
          <a:blip r:embed="rId4"/>
          <a:stretch>
            <a:fillRect/>
          </a:stretch>
        </p:blipFill>
        <p:spPr>
          <a:xfrm>
            <a:off x="10744200" y="4876800"/>
            <a:ext cx="1226926" cy="1607959"/>
          </a:xfrm>
          <a:prstGeom prst="rect">
            <a:avLst/>
          </a:prstGeom>
        </p:spPr>
      </p:pic>
      <p:sp>
        <p:nvSpPr>
          <p:cNvPr id="5" name="Frame 4">
            <a:extLst>
              <a:ext uri="{FF2B5EF4-FFF2-40B4-BE49-F238E27FC236}">
                <a16:creationId xmlns:a16="http://schemas.microsoft.com/office/drawing/2014/main" id="{D4914B4A-3538-5AF3-33E3-B8D3FB656C9C}"/>
              </a:ext>
            </a:extLst>
          </p:cNvPr>
          <p:cNvSpPr/>
          <p:nvPr/>
        </p:nvSpPr>
        <p:spPr>
          <a:xfrm>
            <a:off x="0" y="0"/>
            <a:ext cx="12192000" cy="6857999"/>
          </a:xfrm>
          <a:prstGeom prst="frame">
            <a:avLst>
              <a:gd name="adj1" fmla="val 3334"/>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9" name="Rectangle 8">
            <a:extLst>
              <a:ext uri="{FF2B5EF4-FFF2-40B4-BE49-F238E27FC236}">
                <a16:creationId xmlns:a16="http://schemas.microsoft.com/office/drawing/2014/main" id="{8ED28FCC-D7DB-934D-ACCB-4E2D56196252}"/>
              </a:ext>
            </a:extLst>
          </p:cNvPr>
          <p:cNvSpPr/>
          <p:nvPr/>
        </p:nvSpPr>
        <p:spPr>
          <a:xfrm>
            <a:off x="152400" y="76201"/>
            <a:ext cx="11887200" cy="670559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351416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14800" y="1752600"/>
            <a:ext cx="5943600" cy="928150"/>
          </a:xfrm>
        </p:spPr>
        <p:txBody>
          <a:bodyPr>
            <a:normAutofit/>
          </a:bodyPr>
          <a:lstStyle/>
          <a:p>
            <a:pPr marR="0" lvl="0" algn="just">
              <a:lnSpc>
                <a:spcPct val="115000"/>
              </a:lnSpc>
              <a:spcBef>
                <a:spcPts val="0"/>
              </a:spcBef>
              <a:spcAft>
                <a:spcPts val="1000"/>
              </a:spcAft>
            </a:pPr>
            <a:r>
              <a:rPr lang="es-ES" sz="1800" kern="14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r>
              <a:rPr lang="es-ES" sz="2400" kern="1400" dirty="0">
                <a:solidFill>
                  <a:srgbClr val="000000"/>
                </a:solidFill>
                <a:latin typeface="Amasis MT Pro Black" panose="02040A04050005020304" pitchFamily="18" charset="0"/>
                <a:ea typeface="Times New Roman" panose="02020603050405020304" pitchFamily="18" charset="0"/>
                <a:cs typeface="Times New Roman" panose="02020603050405020304" pitchFamily="18" charset="0"/>
              </a:rPr>
              <a:t>Quality Management </a:t>
            </a:r>
            <a:r>
              <a:rPr lang="es-ES" sz="2400" kern="1400" dirty="0" err="1">
                <a:solidFill>
                  <a:srgbClr val="000000"/>
                </a:solidFill>
                <a:latin typeface="Amasis MT Pro Black" panose="02040A04050005020304" pitchFamily="18" charset="0"/>
                <a:ea typeface="Times New Roman" panose="02020603050405020304" pitchFamily="18" charset="0"/>
                <a:cs typeface="Times New Roman" panose="02020603050405020304" pitchFamily="18" charset="0"/>
              </a:rPr>
              <a:t>System</a:t>
            </a:r>
            <a:endParaRPr lang="en-US" sz="2400" dirty="0">
              <a:effectLst/>
              <a:latin typeface="Amasis MT Pro Black" panose="02040A04050005020304" pitchFamily="18" charset="0"/>
              <a:ea typeface="MS Mincho" panose="02020609040205080304" pitchFamily="49" charset="-128"/>
            </a:endParaRPr>
          </a:p>
        </p:txBody>
      </p:sp>
      <p:pic>
        <p:nvPicPr>
          <p:cNvPr id="4" name="Picture 3" descr="A red and white logo&#10;&#10;Description automatically generated with low confidence">
            <a:extLst>
              <a:ext uri="{FF2B5EF4-FFF2-40B4-BE49-F238E27FC236}">
                <a16:creationId xmlns:a16="http://schemas.microsoft.com/office/drawing/2014/main" id="{CA1A99E5-38CA-8F93-80D4-4A0537B5D3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457200"/>
            <a:ext cx="2280920" cy="1066800"/>
          </a:xfrm>
          <a:prstGeom prst="rect">
            <a:avLst/>
          </a:prstGeom>
        </p:spPr>
      </p:pic>
      <p:sp>
        <p:nvSpPr>
          <p:cNvPr id="6" name="Title 1">
            <a:extLst>
              <a:ext uri="{FF2B5EF4-FFF2-40B4-BE49-F238E27FC236}">
                <a16:creationId xmlns:a16="http://schemas.microsoft.com/office/drawing/2014/main" id="{2D23B921-3ACE-B060-C2F9-6C6D8EE02D45}"/>
              </a:ext>
            </a:extLst>
          </p:cNvPr>
          <p:cNvSpPr txBox="1">
            <a:spLocks/>
          </p:cNvSpPr>
          <p:nvPr/>
        </p:nvSpPr>
        <p:spPr>
          <a:xfrm>
            <a:off x="3124200" y="2950457"/>
            <a:ext cx="6629400" cy="291596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742950" marR="0" lvl="1" indent="-285750" algn="just">
              <a:lnSpc>
                <a:spcPct val="115000"/>
              </a:lnSpc>
              <a:spcBef>
                <a:spcPts val="0"/>
              </a:spcBef>
              <a:spcAft>
                <a:spcPts val="1000"/>
              </a:spcAft>
              <a:buFont typeface="Arial" panose="020B0604020202020204" pitchFamily="34" charset="0"/>
              <a:buChar char="•"/>
            </a:pPr>
            <a:r>
              <a:rPr lang="en-US" kern="1400" dirty="0">
                <a:solidFill>
                  <a:srgbClr val="000000"/>
                </a:solidFill>
                <a:latin typeface="Book Antiqua" panose="02040602050305030304" pitchFamily="18" charset="0"/>
                <a:ea typeface="Times New Roman" panose="02020603050405020304" pitchFamily="18" charset="0"/>
                <a:cs typeface="Times New Roman" panose="02020603050405020304" pitchFamily="18" charset="0"/>
              </a:rPr>
              <a:t>The purpose of the SQF Code is not only to achieve certification, but also to ensure the constant and continuous validation and review of a site's SQF System to verify its validity and integrity.
Module 2: SQF System Elements for Food Manufacturing
Module 11: Good Manufacturing Practices for Food Processing
Module 17: Manufacture of Dietary Supplements.</a:t>
            </a:r>
            <a:endParaRPr lang="en-US" sz="2400" dirty="0">
              <a:latin typeface="Book Antiqua" panose="02040602050305030304" pitchFamily="18" charset="0"/>
            </a:endParaRPr>
          </a:p>
        </p:txBody>
      </p:sp>
      <p:sp>
        <p:nvSpPr>
          <p:cNvPr id="3" name="TextBox 2">
            <a:extLst>
              <a:ext uri="{FF2B5EF4-FFF2-40B4-BE49-F238E27FC236}">
                <a16:creationId xmlns:a16="http://schemas.microsoft.com/office/drawing/2014/main" id="{D25A1B93-A495-B9EC-EBF8-E65746EE05D8}"/>
              </a:ext>
            </a:extLst>
          </p:cNvPr>
          <p:cNvSpPr txBox="1"/>
          <p:nvPr/>
        </p:nvSpPr>
        <p:spPr>
          <a:xfrm>
            <a:off x="6172200" y="304800"/>
            <a:ext cx="2438400" cy="584775"/>
          </a:xfrm>
          <a:prstGeom prst="rect">
            <a:avLst/>
          </a:prstGeom>
          <a:noFill/>
        </p:spPr>
        <p:txBody>
          <a:bodyPr wrap="square" rtlCol="0">
            <a:spAutoFit/>
          </a:bodyPr>
          <a:lstStyle/>
          <a:p>
            <a:r>
              <a:rPr lang="en-US" sz="3200" dirty="0">
                <a:solidFill>
                  <a:schemeClr val="bg1"/>
                </a:solidFill>
              </a:rPr>
              <a:t>ALERGIAS</a:t>
            </a:r>
          </a:p>
        </p:txBody>
      </p:sp>
      <p:pic>
        <p:nvPicPr>
          <p:cNvPr id="7" name="Picture 6">
            <a:extLst>
              <a:ext uri="{FF2B5EF4-FFF2-40B4-BE49-F238E27FC236}">
                <a16:creationId xmlns:a16="http://schemas.microsoft.com/office/drawing/2014/main" id="{F2958478-35AA-1EBF-F12D-AE963498EA84}"/>
              </a:ext>
            </a:extLst>
          </p:cNvPr>
          <p:cNvPicPr>
            <a:picLocks noChangeAspect="1"/>
          </p:cNvPicPr>
          <p:nvPr/>
        </p:nvPicPr>
        <p:blipFill>
          <a:blip r:embed="rId3"/>
          <a:stretch>
            <a:fillRect/>
          </a:stretch>
        </p:blipFill>
        <p:spPr>
          <a:xfrm>
            <a:off x="11034916" y="5257800"/>
            <a:ext cx="936210" cy="1226959"/>
          </a:xfrm>
          <a:prstGeom prst="rect">
            <a:avLst/>
          </a:prstGeom>
        </p:spPr>
      </p:pic>
      <p:sp>
        <p:nvSpPr>
          <p:cNvPr id="9" name="Frame 8">
            <a:extLst>
              <a:ext uri="{FF2B5EF4-FFF2-40B4-BE49-F238E27FC236}">
                <a16:creationId xmlns:a16="http://schemas.microsoft.com/office/drawing/2014/main" id="{C87B51F2-E5BF-B6BF-910C-E3F4B245822D}"/>
              </a:ext>
            </a:extLst>
          </p:cNvPr>
          <p:cNvSpPr/>
          <p:nvPr/>
        </p:nvSpPr>
        <p:spPr>
          <a:xfrm>
            <a:off x="0" y="0"/>
            <a:ext cx="12192000" cy="6857999"/>
          </a:xfrm>
          <a:prstGeom prst="frame">
            <a:avLst>
              <a:gd name="adj1" fmla="val 3334"/>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1" name="Rectangle 10">
            <a:extLst>
              <a:ext uri="{FF2B5EF4-FFF2-40B4-BE49-F238E27FC236}">
                <a16:creationId xmlns:a16="http://schemas.microsoft.com/office/drawing/2014/main" id="{911ED7D1-1660-B8A9-2BA2-BDD4C0197324}"/>
              </a:ext>
            </a:extLst>
          </p:cNvPr>
          <p:cNvSpPr/>
          <p:nvPr/>
        </p:nvSpPr>
        <p:spPr>
          <a:xfrm>
            <a:off x="152400" y="76201"/>
            <a:ext cx="11887200" cy="670559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4" name="Picture 13">
            <a:extLst>
              <a:ext uri="{FF2B5EF4-FFF2-40B4-BE49-F238E27FC236}">
                <a16:creationId xmlns:a16="http://schemas.microsoft.com/office/drawing/2014/main" id="{681EE6EA-B357-1304-8352-92541D6E7CBE}"/>
              </a:ext>
            </a:extLst>
          </p:cNvPr>
          <p:cNvPicPr>
            <a:picLocks noChangeAspect="1"/>
          </p:cNvPicPr>
          <p:nvPr/>
        </p:nvPicPr>
        <p:blipFill>
          <a:blip r:embed="rId4"/>
          <a:stretch>
            <a:fillRect/>
          </a:stretch>
        </p:blipFill>
        <p:spPr>
          <a:xfrm>
            <a:off x="2636520" y="304800"/>
            <a:ext cx="7285351" cy="1486029"/>
          </a:xfrm>
          <a:prstGeom prst="rect">
            <a:avLst/>
          </a:prstGeom>
        </p:spPr>
      </p:pic>
    </p:spTree>
    <p:extLst>
      <p:ext uri="{BB962C8B-B14F-4D97-AF65-F5344CB8AC3E}">
        <p14:creationId xmlns:p14="http://schemas.microsoft.com/office/powerpoint/2010/main" val="17729694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red and white logo&#10;&#10;Description automatically generated with low confidence">
            <a:extLst>
              <a:ext uri="{FF2B5EF4-FFF2-40B4-BE49-F238E27FC236}">
                <a16:creationId xmlns:a16="http://schemas.microsoft.com/office/drawing/2014/main" id="{1A21F028-A720-BB41-E14A-31DAD15C1F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3400" y="169779"/>
            <a:ext cx="1828800" cy="1354221"/>
          </a:xfrm>
          <a:prstGeom prst="rect">
            <a:avLst/>
          </a:prstGeom>
        </p:spPr>
      </p:pic>
      <p:sp>
        <p:nvSpPr>
          <p:cNvPr id="8" name="Title 1">
            <a:extLst>
              <a:ext uri="{FF2B5EF4-FFF2-40B4-BE49-F238E27FC236}">
                <a16:creationId xmlns:a16="http://schemas.microsoft.com/office/drawing/2014/main" id="{CD37F0A6-A011-10B0-74C6-59F2830BBF02}"/>
              </a:ext>
            </a:extLst>
          </p:cNvPr>
          <p:cNvSpPr>
            <a:spLocks noGrp="1"/>
          </p:cNvSpPr>
          <p:nvPr>
            <p:ph type="title"/>
          </p:nvPr>
        </p:nvSpPr>
        <p:spPr>
          <a:xfrm>
            <a:off x="5181600" y="1784279"/>
            <a:ext cx="2971800" cy="993258"/>
          </a:xfrm>
        </p:spPr>
        <p:txBody>
          <a:bodyPr>
            <a:noAutofit/>
          </a:bodyPr>
          <a:lstStyle/>
          <a:p>
            <a:pPr marR="0" lvl="0" algn="just">
              <a:lnSpc>
                <a:spcPct val="115000"/>
              </a:lnSpc>
              <a:spcBef>
                <a:spcPts val="0"/>
              </a:spcBef>
              <a:spcAft>
                <a:spcPts val="1000"/>
              </a:spcAft>
            </a:pPr>
            <a:r>
              <a:rPr lang="es-ES" sz="2800" kern="1400" dirty="0">
                <a:solidFill>
                  <a:srgbClr val="000000"/>
                </a:solidFill>
                <a:latin typeface="Amasis MT Pro Black" panose="02040A04050005020304" pitchFamily="18" charset="0"/>
                <a:ea typeface="Times New Roman" panose="02020603050405020304" pitchFamily="18" charset="0"/>
                <a:cs typeface="Times New Roman" panose="02020603050405020304" pitchFamily="18" charset="0"/>
              </a:rPr>
              <a:t>Rule
</a:t>
            </a:r>
            <a:endParaRPr lang="en-US" sz="2800" dirty="0">
              <a:effectLst/>
              <a:latin typeface="Amasis MT Pro Black" panose="02040A04050005020304" pitchFamily="18" charset="0"/>
              <a:ea typeface="MS Mincho" panose="02020609040205080304" pitchFamily="49" charset="-128"/>
            </a:endParaRPr>
          </a:p>
        </p:txBody>
      </p:sp>
      <p:sp>
        <p:nvSpPr>
          <p:cNvPr id="9" name="Title 1">
            <a:extLst>
              <a:ext uri="{FF2B5EF4-FFF2-40B4-BE49-F238E27FC236}">
                <a16:creationId xmlns:a16="http://schemas.microsoft.com/office/drawing/2014/main" id="{ED73F320-B4E1-EA72-6E67-40D5A32F77F5}"/>
              </a:ext>
            </a:extLst>
          </p:cNvPr>
          <p:cNvSpPr txBox="1">
            <a:spLocks/>
          </p:cNvSpPr>
          <p:nvPr/>
        </p:nvSpPr>
        <p:spPr>
          <a:xfrm>
            <a:off x="3352800" y="2809217"/>
            <a:ext cx="6629400" cy="291596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628650" marR="0" lvl="1" indent="-171450" algn="just">
              <a:lnSpc>
                <a:spcPct val="115000"/>
              </a:lnSpc>
              <a:spcBef>
                <a:spcPts val="0"/>
              </a:spcBef>
              <a:spcAft>
                <a:spcPts val="1000"/>
              </a:spcAft>
              <a:buFont typeface="Arial" panose="020B0604020202020204" pitchFamily="34" charset="0"/>
              <a:buChar char="•"/>
            </a:pPr>
            <a:r>
              <a:rPr lang="en-US" sz="2000" kern="1400" dirty="0">
                <a:solidFill>
                  <a:srgbClr val="000000"/>
                </a:solidFill>
                <a:latin typeface="Book Antiqua" panose="02040602050305030304" pitchFamily="18" charset="0"/>
                <a:ea typeface="Times New Roman" panose="02020603050405020304" pitchFamily="18" charset="0"/>
                <a:cs typeface="Times New Roman" panose="02020603050405020304" pitchFamily="18" charset="0"/>
              </a:rPr>
              <a:t>Document the SQF System (Say What you do) –
Policies
Procedures
Instructions and work specifications.
Implement the SQF System (Do what You Say)
	 Implement Policies, procedures, work instructions and specifications
Provide logs (demonstrate)
	 Keep records to demonstrate compliance.</a:t>
            </a:r>
            <a:endParaRPr lang="en-US" sz="2000" dirty="0">
              <a:effectLst/>
              <a:latin typeface="Book Antiqua" panose="02040602050305030304" pitchFamily="18" charset="0"/>
              <a:ea typeface="MS Mincho" panose="02020609040205080304" pitchFamily="49" charset="-128"/>
            </a:endParaRPr>
          </a:p>
        </p:txBody>
      </p:sp>
      <p:pic>
        <p:nvPicPr>
          <p:cNvPr id="2" name="Picture 1">
            <a:extLst>
              <a:ext uri="{FF2B5EF4-FFF2-40B4-BE49-F238E27FC236}">
                <a16:creationId xmlns:a16="http://schemas.microsoft.com/office/drawing/2014/main" id="{97F2B307-2A42-7E07-8A7B-519A12224206}"/>
              </a:ext>
            </a:extLst>
          </p:cNvPr>
          <p:cNvPicPr>
            <a:picLocks noChangeAspect="1"/>
          </p:cNvPicPr>
          <p:nvPr/>
        </p:nvPicPr>
        <p:blipFill>
          <a:blip r:embed="rId3"/>
          <a:stretch>
            <a:fillRect/>
          </a:stretch>
        </p:blipFill>
        <p:spPr>
          <a:xfrm>
            <a:off x="10976772" y="5181600"/>
            <a:ext cx="994353" cy="1303159"/>
          </a:xfrm>
          <a:prstGeom prst="rect">
            <a:avLst/>
          </a:prstGeom>
        </p:spPr>
      </p:pic>
      <p:sp>
        <p:nvSpPr>
          <p:cNvPr id="5" name="Frame 4">
            <a:extLst>
              <a:ext uri="{FF2B5EF4-FFF2-40B4-BE49-F238E27FC236}">
                <a16:creationId xmlns:a16="http://schemas.microsoft.com/office/drawing/2014/main" id="{992298F8-B245-FFE5-48C4-0223F1A55489}"/>
              </a:ext>
            </a:extLst>
          </p:cNvPr>
          <p:cNvSpPr/>
          <p:nvPr/>
        </p:nvSpPr>
        <p:spPr>
          <a:xfrm>
            <a:off x="0" y="0"/>
            <a:ext cx="12192000" cy="6857999"/>
          </a:xfrm>
          <a:prstGeom prst="frame">
            <a:avLst>
              <a:gd name="adj1" fmla="val 3334"/>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7" name="Rectangle 6">
            <a:extLst>
              <a:ext uri="{FF2B5EF4-FFF2-40B4-BE49-F238E27FC236}">
                <a16:creationId xmlns:a16="http://schemas.microsoft.com/office/drawing/2014/main" id="{AD2B2C36-B503-38C6-2947-B489A1DC4C05}"/>
              </a:ext>
            </a:extLst>
          </p:cNvPr>
          <p:cNvSpPr/>
          <p:nvPr/>
        </p:nvSpPr>
        <p:spPr>
          <a:xfrm>
            <a:off x="152400" y="76201"/>
            <a:ext cx="11887200" cy="670559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Picture 11">
            <a:extLst>
              <a:ext uri="{FF2B5EF4-FFF2-40B4-BE49-F238E27FC236}">
                <a16:creationId xmlns:a16="http://schemas.microsoft.com/office/drawing/2014/main" id="{EFFF5843-809B-8BA3-78B8-160B390820AC}"/>
              </a:ext>
            </a:extLst>
          </p:cNvPr>
          <p:cNvPicPr>
            <a:picLocks noChangeAspect="1"/>
          </p:cNvPicPr>
          <p:nvPr/>
        </p:nvPicPr>
        <p:blipFill>
          <a:blip r:embed="rId4"/>
          <a:stretch>
            <a:fillRect/>
          </a:stretch>
        </p:blipFill>
        <p:spPr>
          <a:xfrm>
            <a:off x="2807024" y="494851"/>
            <a:ext cx="7285351" cy="1257749"/>
          </a:xfrm>
          <a:prstGeom prst="rect">
            <a:avLst/>
          </a:prstGeom>
        </p:spPr>
      </p:pic>
    </p:spTree>
    <p:extLst>
      <p:ext uri="{BB962C8B-B14F-4D97-AF65-F5344CB8AC3E}">
        <p14:creationId xmlns:p14="http://schemas.microsoft.com/office/powerpoint/2010/main" val="19286208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red and white logo&#10;&#10;Description automatically generated with low confidence">
            <a:extLst>
              <a:ext uri="{FF2B5EF4-FFF2-40B4-BE49-F238E27FC236}">
                <a16:creationId xmlns:a16="http://schemas.microsoft.com/office/drawing/2014/main" id="{4AB1B6FB-4CCC-35FF-B958-51DA92FCD3F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3400" y="169779"/>
            <a:ext cx="1828800" cy="1354221"/>
          </a:xfrm>
          <a:prstGeom prst="rect">
            <a:avLst/>
          </a:prstGeom>
        </p:spPr>
      </p:pic>
      <p:sp>
        <p:nvSpPr>
          <p:cNvPr id="12" name="Title 1">
            <a:extLst>
              <a:ext uri="{FF2B5EF4-FFF2-40B4-BE49-F238E27FC236}">
                <a16:creationId xmlns:a16="http://schemas.microsoft.com/office/drawing/2014/main" id="{1B5B5725-DAE5-91D8-202D-CA5429F8F482}"/>
              </a:ext>
            </a:extLst>
          </p:cNvPr>
          <p:cNvSpPr>
            <a:spLocks noGrp="1"/>
          </p:cNvSpPr>
          <p:nvPr>
            <p:ph type="title"/>
          </p:nvPr>
        </p:nvSpPr>
        <p:spPr>
          <a:xfrm>
            <a:off x="4800600" y="1583197"/>
            <a:ext cx="4191000" cy="445521"/>
          </a:xfrm>
        </p:spPr>
        <p:txBody>
          <a:bodyPr>
            <a:normAutofit fontScale="90000"/>
          </a:bodyPr>
          <a:lstStyle/>
          <a:p>
            <a:r>
              <a:rPr lang="es-ES" sz="3100" kern="1400" dirty="0">
                <a:solidFill>
                  <a:srgbClr val="000000"/>
                </a:solidFill>
                <a:latin typeface="Amasis MT Pro Black" panose="02040A04050005020304" pitchFamily="18" charset="0"/>
                <a:ea typeface="Times New Roman" panose="02020603050405020304" pitchFamily="18" charset="0"/>
                <a:cs typeface="Times New Roman" panose="02020603050405020304" pitchFamily="18" charset="0"/>
              </a:rPr>
              <a:t>Module 2 </a:t>
            </a:r>
            <a:r>
              <a:rPr lang="es-ES" sz="3100" kern="1400" dirty="0" err="1">
                <a:solidFill>
                  <a:srgbClr val="000000"/>
                </a:solidFill>
                <a:latin typeface="Amasis MT Pro Black" panose="02040A04050005020304" pitchFamily="18" charset="0"/>
                <a:ea typeface="Times New Roman" panose="02020603050405020304" pitchFamily="18" charset="0"/>
                <a:cs typeface="Times New Roman" panose="02020603050405020304" pitchFamily="18" charset="0"/>
              </a:rPr>
              <a:t>Elements</a:t>
            </a:r>
            <a:br>
              <a:rPr lang="en-US" sz="1800" dirty="0">
                <a:effectLst/>
                <a:latin typeface="Arial" panose="020B0604020202020204" pitchFamily="34" charset="0"/>
                <a:ea typeface="MS Mincho" panose="02020609040205080304" pitchFamily="49" charset="-128"/>
              </a:rPr>
            </a:br>
            <a:endParaRPr lang="en-US" sz="3200" dirty="0">
              <a:latin typeface="Amasis MT Pro Medium" panose="02040604050005020304" pitchFamily="18" charset="0"/>
            </a:endParaRPr>
          </a:p>
        </p:txBody>
      </p:sp>
      <p:pic>
        <p:nvPicPr>
          <p:cNvPr id="2" name="Picture 1">
            <a:extLst>
              <a:ext uri="{FF2B5EF4-FFF2-40B4-BE49-F238E27FC236}">
                <a16:creationId xmlns:a16="http://schemas.microsoft.com/office/drawing/2014/main" id="{19D67D6A-6AE5-1A98-60F9-11E155F9E53D}"/>
              </a:ext>
            </a:extLst>
          </p:cNvPr>
          <p:cNvPicPr>
            <a:picLocks noChangeAspect="1"/>
          </p:cNvPicPr>
          <p:nvPr/>
        </p:nvPicPr>
        <p:blipFill>
          <a:blip r:embed="rId4"/>
          <a:stretch>
            <a:fillRect/>
          </a:stretch>
        </p:blipFill>
        <p:spPr>
          <a:xfrm>
            <a:off x="10744200" y="4876800"/>
            <a:ext cx="1226926" cy="1607959"/>
          </a:xfrm>
          <a:prstGeom prst="rect">
            <a:avLst/>
          </a:prstGeom>
        </p:spPr>
      </p:pic>
      <p:sp>
        <p:nvSpPr>
          <p:cNvPr id="7" name="Title 1">
            <a:extLst>
              <a:ext uri="{FF2B5EF4-FFF2-40B4-BE49-F238E27FC236}">
                <a16:creationId xmlns:a16="http://schemas.microsoft.com/office/drawing/2014/main" id="{1A8EA4DE-4BCF-3052-47B3-4B04B929E69E}"/>
              </a:ext>
            </a:extLst>
          </p:cNvPr>
          <p:cNvSpPr txBox="1">
            <a:spLocks/>
          </p:cNvSpPr>
          <p:nvPr/>
        </p:nvSpPr>
        <p:spPr>
          <a:xfrm>
            <a:off x="4876800" y="3755142"/>
            <a:ext cx="3276600" cy="148978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628650" marR="0" lvl="1" indent="-171450" algn="just">
              <a:lnSpc>
                <a:spcPct val="115000"/>
              </a:lnSpc>
              <a:spcBef>
                <a:spcPts val="0"/>
              </a:spcBef>
              <a:spcAft>
                <a:spcPts val="1000"/>
              </a:spcAft>
              <a:buFont typeface="Arial" panose="020B0604020202020204" pitchFamily="34" charset="0"/>
              <a:buChar char="•"/>
            </a:pPr>
            <a:r>
              <a:rPr lang="en-US" sz="1400" kern="1400" dirty="0">
                <a:solidFill>
                  <a:srgbClr val="000000"/>
                </a:solidFill>
                <a:latin typeface="Book Antiqua" panose="02040602050305030304" pitchFamily="18" charset="0"/>
                <a:ea typeface="Times New Roman" panose="02020603050405020304" pitchFamily="18" charset="0"/>
                <a:cs typeface="Times New Roman" panose="02020603050405020304" pitchFamily="18" charset="0"/>
              </a:rPr>
              <a:t>Management commitment
Liability (mandatory)
Review (Required)
Claims Management (Mandatory)
Control of Documents and Records
Food Safety Management System (Mandatory)
Document Control (Required)
Registrations (required).</a:t>
            </a:r>
            <a:endParaRPr lang="en-US" sz="2800" dirty="0"/>
          </a:p>
          <a:p>
            <a:endParaRPr lang="en-US" sz="2800" dirty="0"/>
          </a:p>
        </p:txBody>
      </p:sp>
      <p:sp>
        <p:nvSpPr>
          <p:cNvPr id="3" name="Frame 2">
            <a:extLst>
              <a:ext uri="{FF2B5EF4-FFF2-40B4-BE49-F238E27FC236}">
                <a16:creationId xmlns:a16="http://schemas.microsoft.com/office/drawing/2014/main" id="{738BFEAD-A9A8-7A03-B714-87C0348E5CAC}"/>
              </a:ext>
            </a:extLst>
          </p:cNvPr>
          <p:cNvSpPr/>
          <p:nvPr/>
        </p:nvSpPr>
        <p:spPr>
          <a:xfrm>
            <a:off x="0" y="0"/>
            <a:ext cx="12192000" cy="6857999"/>
          </a:xfrm>
          <a:prstGeom prst="frame">
            <a:avLst>
              <a:gd name="adj1" fmla="val 3334"/>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0" name="Rectangle 9">
            <a:extLst>
              <a:ext uri="{FF2B5EF4-FFF2-40B4-BE49-F238E27FC236}">
                <a16:creationId xmlns:a16="http://schemas.microsoft.com/office/drawing/2014/main" id="{FF25EF0F-1C6A-678B-DF68-E8ACF6F1654A}"/>
              </a:ext>
            </a:extLst>
          </p:cNvPr>
          <p:cNvSpPr/>
          <p:nvPr/>
        </p:nvSpPr>
        <p:spPr>
          <a:xfrm>
            <a:off x="152400" y="76201"/>
            <a:ext cx="11887200" cy="670559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3" name="Picture 12">
            <a:extLst>
              <a:ext uri="{FF2B5EF4-FFF2-40B4-BE49-F238E27FC236}">
                <a16:creationId xmlns:a16="http://schemas.microsoft.com/office/drawing/2014/main" id="{797E3678-8514-F7DE-9863-5ACAF7099373}"/>
              </a:ext>
            </a:extLst>
          </p:cNvPr>
          <p:cNvPicPr>
            <a:picLocks noChangeAspect="1"/>
          </p:cNvPicPr>
          <p:nvPr/>
        </p:nvPicPr>
        <p:blipFill>
          <a:blip r:embed="rId5"/>
          <a:stretch>
            <a:fillRect/>
          </a:stretch>
        </p:blipFill>
        <p:spPr>
          <a:xfrm>
            <a:off x="2590800" y="357242"/>
            <a:ext cx="7285351" cy="944914"/>
          </a:xfrm>
          <a:prstGeom prst="rect">
            <a:avLst/>
          </a:prstGeom>
        </p:spPr>
      </p:pic>
    </p:spTree>
    <p:extLst>
      <p:ext uri="{BB962C8B-B14F-4D97-AF65-F5344CB8AC3E}">
        <p14:creationId xmlns:p14="http://schemas.microsoft.com/office/powerpoint/2010/main" val="27386277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A red and white logo&#10;&#10;Description automatically generated with low confidence">
            <a:extLst>
              <a:ext uri="{FF2B5EF4-FFF2-40B4-BE49-F238E27FC236}">
                <a16:creationId xmlns:a16="http://schemas.microsoft.com/office/drawing/2014/main" id="{BC800529-A197-C732-72E4-B3465075D67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3400" y="169779"/>
            <a:ext cx="1828800" cy="1354221"/>
          </a:xfrm>
          <a:prstGeom prst="rect">
            <a:avLst/>
          </a:prstGeom>
        </p:spPr>
      </p:pic>
      <p:sp>
        <p:nvSpPr>
          <p:cNvPr id="14" name="Title 1">
            <a:extLst>
              <a:ext uri="{FF2B5EF4-FFF2-40B4-BE49-F238E27FC236}">
                <a16:creationId xmlns:a16="http://schemas.microsoft.com/office/drawing/2014/main" id="{160C7273-3C37-803C-747D-2B45A8E1E98A}"/>
              </a:ext>
            </a:extLst>
          </p:cNvPr>
          <p:cNvSpPr txBox="1">
            <a:spLocks/>
          </p:cNvSpPr>
          <p:nvPr/>
        </p:nvSpPr>
        <p:spPr>
          <a:xfrm>
            <a:off x="4914902" y="2942952"/>
            <a:ext cx="6629400" cy="291596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sz="2800" dirty="0"/>
          </a:p>
        </p:txBody>
      </p:sp>
      <p:sp>
        <p:nvSpPr>
          <p:cNvPr id="4" name="TextBox 3">
            <a:extLst>
              <a:ext uri="{FF2B5EF4-FFF2-40B4-BE49-F238E27FC236}">
                <a16:creationId xmlns:a16="http://schemas.microsoft.com/office/drawing/2014/main" id="{F0DC9B77-6EF2-87A5-79AB-0BF67484D358}"/>
              </a:ext>
            </a:extLst>
          </p:cNvPr>
          <p:cNvSpPr txBox="1"/>
          <p:nvPr/>
        </p:nvSpPr>
        <p:spPr>
          <a:xfrm>
            <a:off x="4076702" y="1510079"/>
            <a:ext cx="6096000" cy="4721421"/>
          </a:xfrm>
          <a:prstGeom prst="rect">
            <a:avLst/>
          </a:prstGeom>
          <a:noFill/>
        </p:spPr>
        <p:txBody>
          <a:bodyPr wrap="square">
            <a:spAutoFit/>
          </a:bodyPr>
          <a:lstStyle/>
          <a:p>
            <a:pPr marL="628650" marR="0" lvl="1" indent="-171450" algn="just">
              <a:lnSpc>
                <a:spcPct val="115000"/>
              </a:lnSpc>
              <a:spcBef>
                <a:spcPts val="0"/>
              </a:spcBef>
              <a:spcAft>
                <a:spcPts val="1000"/>
              </a:spcAft>
              <a:buFont typeface="Arial" panose="020B0604020202020204" pitchFamily="34" charset="0"/>
              <a:buChar char="•"/>
            </a:pPr>
            <a:r>
              <a:rPr lang="en-US" sz="1200" dirty="0">
                <a:solidFill>
                  <a:srgbClr val="000000"/>
                </a:solidFill>
                <a:latin typeface="Book Antiqua" panose="02040602050305030304" pitchFamily="18" charset="0"/>
                <a:ea typeface="MS Mincho" panose="02020609040205080304" pitchFamily="49" charset="-128"/>
              </a:rPr>
              <a:t>Specification, formulations, realization and supplier approval
Formulation and realization of products
Specifications (Raw Material, Packaging, Finished Product and Services)
Contract manufacturer
Approved Vendor Program (Required)
Food Safety System
Food Law (mandatory)
Good Manufacturing Practices (Mandatory)
Food Security Plan (mandatory)
Product sampling, inspection and analysis
Non-conforming materials and products
Product rework
Product launch (required)
Environmental monitoring.</a:t>
            </a:r>
            <a:endParaRPr lang="en-US" sz="1200" dirty="0">
              <a:effectLst/>
              <a:latin typeface="Book Antiqua" panose="02040602050305030304" pitchFamily="18" charset="0"/>
              <a:ea typeface="MS Mincho" panose="02020609040205080304" pitchFamily="49" charset="-128"/>
            </a:endParaRPr>
          </a:p>
        </p:txBody>
      </p:sp>
      <p:pic>
        <p:nvPicPr>
          <p:cNvPr id="2" name="Picture 1">
            <a:extLst>
              <a:ext uri="{FF2B5EF4-FFF2-40B4-BE49-F238E27FC236}">
                <a16:creationId xmlns:a16="http://schemas.microsoft.com/office/drawing/2014/main" id="{B71E8008-7D45-05E2-DBB1-6BB0CD0B3765}"/>
              </a:ext>
            </a:extLst>
          </p:cNvPr>
          <p:cNvPicPr>
            <a:picLocks noChangeAspect="1"/>
          </p:cNvPicPr>
          <p:nvPr/>
        </p:nvPicPr>
        <p:blipFill>
          <a:blip r:embed="rId3"/>
          <a:stretch>
            <a:fillRect/>
          </a:stretch>
        </p:blipFill>
        <p:spPr>
          <a:xfrm>
            <a:off x="10744200" y="4876800"/>
            <a:ext cx="1226926" cy="1607959"/>
          </a:xfrm>
          <a:prstGeom prst="rect">
            <a:avLst/>
          </a:prstGeom>
        </p:spPr>
      </p:pic>
      <p:sp>
        <p:nvSpPr>
          <p:cNvPr id="6" name="Frame 5">
            <a:extLst>
              <a:ext uri="{FF2B5EF4-FFF2-40B4-BE49-F238E27FC236}">
                <a16:creationId xmlns:a16="http://schemas.microsoft.com/office/drawing/2014/main" id="{4907FA47-4B3B-1ECF-8F31-BDF2E3B37993}"/>
              </a:ext>
            </a:extLst>
          </p:cNvPr>
          <p:cNvSpPr/>
          <p:nvPr/>
        </p:nvSpPr>
        <p:spPr>
          <a:xfrm>
            <a:off x="0" y="0"/>
            <a:ext cx="12192000" cy="6857999"/>
          </a:xfrm>
          <a:prstGeom prst="frame">
            <a:avLst>
              <a:gd name="adj1" fmla="val 3334"/>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7" name="Rectangle 6">
            <a:extLst>
              <a:ext uri="{FF2B5EF4-FFF2-40B4-BE49-F238E27FC236}">
                <a16:creationId xmlns:a16="http://schemas.microsoft.com/office/drawing/2014/main" id="{155BDDA1-0E2D-DE92-E71C-4094D1188924}"/>
              </a:ext>
            </a:extLst>
          </p:cNvPr>
          <p:cNvSpPr/>
          <p:nvPr/>
        </p:nvSpPr>
        <p:spPr>
          <a:xfrm>
            <a:off x="152400" y="76201"/>
            <a:ext cx="11887200" cy="670559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a:extLst>
              <a:ext uri="{FF2B5EF4-FFF2-40B4-BE49-F238E27FC236}">
                <a16:creationId xmlns:a16="http://schemas.microsoft.com/office/drawing/2014/main" id="{7FA5D0A9-A665-BD23-6232-5848B9632922}"/>
              </a:ext>
            </a:extLst>
          </p:cNvPr>
          <p:cNvPicPr>
            <a:picLocks noChangeAspect="1"/>
          </p:cNvPicPr>
          <p:nvPr/>
        </p:nvPicPr>
        <p:blipFill>
          <a:blip r:embed="rId4"/>
          <a:stretch>
            <a:fillRect/>
          </a:stretch>
        </p:blipFill>
        <p:spPr>
          <a:xfrm>
            <a:off x="2971800" y="389608"/>
            <a:ext cx="7285351" cy="1124015"/>
          </a:xfrm>
          <a:prstGeom prst="rect">
            <a:avLst/>
          </a:prstGeom>
        </p:spPr>
      </p:pic>
    </p:spTree>
    <p:extLst>
      <p:ext uri="{BB962C8B-B14F-4D97-AF65-F5344CB8AC3E}">
        <p14:creationId xmlns:p14="http://schemas.microsoft.com/office/powerpoint/2010/main" val="39488263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red and white logo&#10;&#10;Description automatically generated with low confidence">
            <a:extLst>
              <a:ext uri="{FF2B5EF4-FFF2-40B4-BE49-F238E27FC236}">
                <a16:creationId xmlns:a16="http://schemas.microsoft.com/office/drawing/2014/main" id="{EC8957D5-A412-4ADC-1810-B4CA2D1A4D0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3400" y="169779"/>
            <a:ext cx="1828800" cy="1354221"/>
          </a:xfrm>
          <a:prstGeom prst="rect">
            <a:avLst/>
          </a:prstGeom>
        </p:spPr>
      </p:pic>
      <p:pic>
        <p:nvPicPr>
          <p:cNvPr id="2" name="Picture 1">
            <a:extLst>
              <a:ext uri="{FF2B5EF4-FFF2-40B4-BE49-F238E27FC236}">
                <a16:creationId xmlns:a16="http://schemas.microsoft.com/office/drawing/2014/main" id="{14934B50-58A3-3DBE-B183-3AE457AEEF9E}"/>
              </a:ext>
            </a:extLst>
          </p:cNvPr>
          <p:cNvPicPr>
            <a:picLocks noChangeAspect="1"/>
          </p:cNvPicPr>
          <p:nvPr/>
        </p:nvPicPr>
        <p:blipFill>
          <a:blip r:embed="rId3"/>
          <a:stretch>
            <a:fillRect/>
          </a:stretch>
        </p:blipFill>
        <p:spPr>
          <a:xfrm>
            <a:off x="11209344" y="5486400"/>
            <a:ext cx="761781" cy="998359"/>
          </a:xfrm>
          <a:prstGeom prst="rect">
            <a:avLst/>
          </a:prstGeom>
        </p:spPr>
      </p:pic>
      <p:sp>
        <p:nvSpPr>
          <p:cNvPr id="7" name="TextBox 6">
            <a:extLst>
              <a:ext uri="{FF2B5EF4-FFF2-40B4-BE49-F238E27FC236}">
                <a16:creationId xmlns:a16="http://schemas.microsoft.com/office/drawing/2014/main" id="{F3F39014-EAE2-BD18-5946-86F8CFCC62F5}"/>
              </a:ext>
            </a:extLst>
          </p:cNvPr>
          <p:cNvSpPr txBox="1"/>
          <p:nvPr/>
        </p:nvSpPr>
        <p:spPr>
          <a:xfrm>
            <a:off x="3733800" y="1905000"/>
            <a:ext cx="6096000" cy="4087081"/>
          </a:xfrm>
          <a:prstGeom prst="rect">
            <a:avLst/>
          </a:prstGeom>
          <a:noFill/>
        </p:spPr>
        <p:txBody>
          <a:bodyPr wrap="square">
            <a:spAutoFit/>
          </a:bodyPr>
          <a:lstStyle/>
          <a:p>
            <a:pPr marL="628650" marR="0" lvl="1" indent="-171450" algn="just">
              <a:lnSpc>
                <a:spcPct val="115000"/>
              </a:lnSpc>
              <a:spcBef>
                <a:spcPts val="0"/>
              </a:spcBef>
              <a:spcAft>
                <a:spcPts val="1000"/>
              </a:spcAft>
              <a:buFont typeface="Arial" panose="020B0604020202020204" pitchFamily="34" charset="0"/>
              <a:buChar char="•"/>
            </a:pPr>
            <a:r>
              <a:rPr lang="en-US" sz="1400" kern="1400" dirty="0">
                <a:solidFill>
                  <a:srgbClr val="000000"/>
                </a:solidFill>
                <a:latin typeface="Book Antiqua" panose="02040602050305030304" pitchFamily="18" charset="0"/>
                <a:ea typeface="Times New Roman" panose="02020603050405020304" pitchFamily="18" charset="0"/>
                <a:cs typeface="Times New Roman" panose="02020603050405020304" pitchFamily="18" charset="0"/>
              </a:rPr>
              <a:t>SQF System Verification
Validation and Effectiveness (Required)
Verification Activities (Mandatory)
Corrective and Preventive Action (Mandatory)
Product sampling, inspection and analysis
Internal Audits and Inspections (Mandatory)
Product traceability and crisis management
Product Identification (Required)
Product tracking (required)
Product recall and recall (required)
Crisis management planning.</a:t>
            </a:r>
            <a:endParaRPr lang="en-US" sz="1400" dirty="0">
              <a:effectLst/>
              <a:latin typeface="Book Antiqua" panose="02040602050305030304" pitchFamily="18" charset="0"/>
              <a:ea typeface="MS Mincho" panose="02020609040205080304" pitchFamily="49" charset="-128"/>
            </a:endParaRPr>
          </a:p>
        </p:txBody>
      </p:sp>
      <p:sp>
        <p:nvSpPr>
          <p:cNvPr id="9" name="Frame 8">
            <a:extLst>
              <a:ext uri="{FF2B5EF4-FFF2-40B4-BE49-F238E27FC236}">
                <a16:creationId xmlns:a16="http://schemas.microsoft.com/office/drawing/2014/main" id="{6172B7CD-E2AA-BFD7-9C1B-63341343947F}"/>
              </a:ext>
            </a:extLst>
          </p:cNvPr>
          <p:cNvSpPr/>
          <p:nvPr/>
        </p:nvSpPr>
        <p:spPr>
          <a:xfrm>
            <a:off x="0" y="0"/>
            <a:ext cx="12192000" cy="6857999"/>
          </a:xfrm>
          <a:prstGeom prst="frame">
            <a:avLst>
              <a:gd name="adj1" fmla="val 3334"/>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0" name="Rectangle 9">
            <a:extLst>
              <a:ext uri="{FF2B5EF4-FFF2-40B4-BE49-F238E27FC236}">
                <a16:creationId xmlns:a16="http://schemas.microsoft.com/office/drawing/2014/main" id="{DB1DE4C4-36FB-8B4D-A4B3-FD916832DDE0}"/>
              </a:ext>
            </a:extLst>
          </p:cNvPr>
          <p:cNvSpPr/>
          <p:nvPr/>
        </p:nvSpPr>
        <p:spPr>
          <a:xfrm>
            <a:off x="152400" y="76201"/>
            <a:ext cx="11887200" cy="670559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Picture 11">
            <a:extLst>
              <a:ext uri="{FF2B5EF4-FFF2-40B4-BE49-F238E27FC236}">
                <a16:creationId xmlns:a16="http://schemas.microsoft.com/office/drawing/2014/main" id="{A6236851-F434-B94D-747D-3295DF35B3BA}"/>
              </a:ext>
            </a:extLst>
          </p:cNvPr>
          <p:cNvPicPr>
            <a:picLocks noChangeAspect="1"/>
          </p:cNvPicPr>
          <p:nvPr/>
        </p:nvPicPr>
        <p:blipFill>
          <a:blip r:embed="rId4"/>
          <a:stretch>
            <a:fillRect/>
          </a:stretch>
        </p:blipFill>
        <p:spPr>
          <a:xfrm>
            <a:off x="2667000" y="454515"/>
            <a:ext cx="7285351" cy="1200215"/>
          </a:xfrm>
          <a:prstGeom prst="rect">
            <a:avLst/>
          </a:prstGeom>
        </p:spPr>
      </p:pic>
    </p:spTree>
    <p:extLst>
      <p:ext uri="{BB962C8B-B14F-4D97-AF65-F5344CB8AC3E}">
        <p14:creationId xmlns:p14="http://schemas.microsoft.com/office/powerpoint/2010/main" val="35377184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red and white logo&#10;&#10;Description automatically generated with low confidence">
            <a:extLst>
              <a:ext uri="{FF2B5EF4-FFF2-40B4-BE49-F238E27FC236}">
                <a16:creationId xmlns:a16="http://schemas.microsoft.com/office/drawing/2014/main" id="{238EB954-4CE6-4D5B-94CE-069D84038B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3400" y="169779"/>
            <a:ext cx="1828800" cy="1354221"/>
          </a:xfrm>
          <a:prstGeom prst="rect">
            <a:avLst/>
          </a:prstGeom>
        </p:spPr>
      </p:pic>
      <p:sp>
        <p:nvSpPr>
          <p:cNvPr id="7" name="Title 1">
            <a:extLst>
              <a:ext uri="{FF2B5EF4-FFF2-40B4-BE49-F238E27FC236}">
                <a16:creationId xmlns:a16="http://schemas.microsoft.com/office/drawing/2014/main" id="{D5F66E22-DD7C-8EBB-FE24-D91C71795556}"/>
              </a:ext>
            </a:extLst>
          </p:cNvPr>
          <p:cNvSpPr txBox="1">
            <a:spLocks/>
          </p:cNvSpPr>
          <p:nvPr/>
        </p:nvSpPr>
        <p:spPr>
          <a:xfrm>
            <a:off x="3886200" y="2259328"/>
            <a:ext cx="6629400" cy="233934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a:buFont typeface="Arial" panose="020B0604020202020204" pitchFamily="34" charset="0"/>
              <a:buChar char="•"/>
            </a:pPr>
            <a:endParaRPr lang="en-US" sz="2000" dirty="0">
              <a:latin typeface="Book Antiqua" panose="02040602050305030304" pitchFamily="18" charset="0"/>
            </a:endParaRPr>
          </a:p>
          <a:p>
            <a:pPr marL="628650" marR="0" lvl="1" indent="-171450" algn="just">
              <a:lnSpc>
                <a:spcPct val="115000"/>
              </a:lnSpc>
              <a:spcBef>
                <a:spcPts val="0"/>
              </a:spcBef>
              <a:spcAft>
                <a:spcPts val="1000"/>
              </a:spcAft>
              <a:buFont typeface="Arial" panose="020B0604020202020204" pitchFamily="34" charset="0"/>
              <a:buChar char="•"/>
            </a:pPr>
            <a:r>
              <a:rPr lang="en-US" kern="1400" dirty="0">
                <a:solidFill>
                  <a:srgbClr val="000000"/>
                </a:solidFill>
                <a:latin typeface="Book Antiqua" panose="02040602050305030304" pitchFamily="18" charset="0"/>
                <a:ea typeface="Times New Roman" panose="02020603050405020304" pitchFamily="18" charset="0"/>
                <a:cs typeface="Times New Roman" panose="02020603050405020304" pitchFamily="18" charset="0"/>
              </a:rPr>
              <a:t>Food defense and food fraud
Food Defense Plan (Mandatory)
Food fraud (mandatory)
Allergen management
Allergen Management (Required)
Training.
Training Requirements
Training Program (Mandatory</a:t>
            </a:r>
            <a:r>
              <a:rPr lang="es-ES" kern="1400" dirty="0">
                <a:solidFill>
                  <a:srgbClr val="000000"/>
                </a:solidFill>
                <a:effectLst/>
                <a:latin typeface="Book Antiqua" panose="02040602050305030304" pitchFamily="18" charset="0"/>
                <a:ea typeface="Times New Roman" panose="02020603050405020304" pitchFamily="18" charset="0"/>
                <a:cs typeface="Times New Roman" panose="02020603050405020304" pitchFamily="18" charset="0"/>
              </a:rPr>
              <a:t>).</a:t>
            </a:r>
            <a:endParaRPr lang="en-US" dirty="0">
              <a:effectLst/>
              <a:latin typeface="Book Antiqua" panose="02040602050305030304" pitchFamily="18" charset="0"/>
              <a:ea typeface="MS Mincho" panose="02020609040205080304" pitchFamily="49" charset="-128"/>
            </a:endParaRPr>
          </a:p>
        </p:txBody>
      </p:sp>
      <p:pic>
        <p:nvPicPr>
          <p:cNvPr id="2" name="Picture 1">
            <a:extLst>
              <a:ext uri="{FF2B5EF4-FFF2-40B4-BE49-F238E27FC236}">
                <a16:creationId xmlns:a16="http://schemas.microsoft.com/office/drawing/2014/main" id="{5792BBC8-E4FB-FD53-B0DF-F2D36CFB46BE}"/>
              </a:ext>
            </a:extLst>
          </p:cNvPr>
          <p:cNvPicPr>
            <a:picLocks noChangeAspect="1"/>
          </p:cNvPicPr>
          <p:nvPr/>
        </p:nvPicPr>
        <p:blipFill>
          <a:blip r:embed="rId3"/>
          <a:stretch>
            <a:fillRect/>
          </a:stretch>
        </p:blipFill>
        <p:spPr>
          <a:xfrm>
            <a:off x="10797540" y="4946706"/>
            <a:ext cx="1173586" cy="1538054"/>
          </a:xfrm>
          <a:prstGeom prst="rect">
            <a:avLst/>
          </a:prstGeom>
        </p:spPr>
      </p:pic>
      <p:sp>
        <p:nvSpPr>
          <p:cNvPr id="9" name="Frame 8">
            <a:extLst>
              <a:ext uri="{FF2B5EF4-FFF2-40B4-BE49-F238E27FC236}">
                <a16:creationId xmlns:a16="http://schemas.microsoft.com/office/drawing/2014/main" id="{B2D525F2-461E-E376-7FB0-F7BAA01F5BE5}"/>
              </a:ext>
            </a:extLst>
          </p:cNvPr>
          <p:cNvSpPr/>
          <p:nvPr/>
        </p:nvSpPr>
        <p:spPr>
          <a:xfrm>
            <a:off x="0" y="0"/>
            <a:ext cx="12192000" cy="6857999"/>
          </a:xfrm>
          <a:prstGeom prst="frame">
            <a:avLst>
              <a:gd name="adj1" fmla="val 3334"/>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0" name="Rectangle 9">
            <a:extLst>
              <a:ext uri="{FF2B5EF4-FFF2-40B4-BE49-F238E27FC236}">
                <a16:creationId xmlns:a16="http://schemas.microsoft.com/office/drawing/2014/main" id="{9AD0B80F-715A-CE4B-1BEE-D54F0185C49A}"/>
              </a:ext>
            </a:extLst>
          </p:cNvPr>
          <p:cNvSpPr/>
          <p:nvPr/>
        </p:nvSpPr>
        <p:spPr>
          <a:xfrm>
            <a:off x="152400" y="76201"/>
            <a:ext cx="11887200" cy="670559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Picture 11">
            <a:extLst>
              <a:ext uri="{FF2B5EF4-FFF2-40B4-BE49-F238E27FC236}">
                <a16:creationId xmlns:a16="http://schemas.microsoft.com/office/drawing/2014/main" id="{58DF1605-CEF7-3384-A24F-FA0D9CEE8550}"/>
              </a:ext>
            </a:extLst>
          </p:cNvPr>
          <p:cNvPicPr>
            <a:picLocks noChangeAspect="1"/>
          </p:cNvPicPr>
          <p:nvPr/>
        </p:nvPicPr>
        <p:blipFill>
          <a:blip r:embed="rId4"/>
          <a:stretch>
            <a:fillRect/>
          </a:stretch>
        </p:blipFill>
        <p:spPr>
          <a:xfrm>
            <a:off x="2895600" y="622690"/>
            <a:ext cx="7285351" cy="1124015"/>
          </a:xfrm>
          <a:prstGeom prst="rect">
            <a:avLst/>
          </a:prstGeom>
        </p:spPr>
      </p:pic>
    </p:spTree>
    <p:extLst>
      <p:ext uri="{BB962C8B-B14F-4D97-AF65-F5344CB8AC3E}">
        <p14:creationId xmlns:p14="http://schemas.microsoft.com/office/powerpoint/2010/main" val="1632624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A red and white logo&#10;&#10;Description automatically generated with low confidence">
            <a:extLst>
              <a:ext uri="{FF2B5EF4-FFF2-40B4-BE49-F238E27FC236}">
                <a16:creationId xmlns:a16="http://schemas.microsoft.com/office/drawing/2014/main" id="{84565EB8-3006-D562-E6B6-60BB14D53F9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3400" y="169779"/>
            <a:ext cx="1828800" cy="1354221"/>
          </a:xfrm>
          <a:prstGeom prst="rect">
            <a:avLst/>
          </a:prstGeom>
        </p:spPr>
      </p:pic>
      <p:sp>
        <p:nvSpPr>
          <p:cNvPr id="12" name="Title 1">
            <a:extLst>
              <a:ext uri="{FF2B5EF4-FFF2-40B4-BE49-F238E27FC236}">
                <a16:creationId xmlns:a16="http://schemas.microsoft.com/office/drawing/2014/main" id="{1AD81611-D45C-EB71-793A-7D659FAFEA4C}"/>
              </a:ext>
            </a:extLst>
          </p:cNvPr>
          <p:cNvSpPr txBox="1">
            <a:spLocks/>
          </p:cNvSpPr>
          <p:nvPr/>
        </p:nvSpPr>
        <p:spPr>
          <a:xfrm>
            <a:off x="3429000" y="3428999"/>
            <a:ext cx="6629400" cy="197763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628650" marR="0" lvl="1" indent="-171450" algn="just">
              <a:lnSpc>
                <a:spcPct val="115000"/>
              </a:lnSpc>
              <a:spcBef>
                <a:spcPts val="0"/>
              </a:spcBef>
              <a:spcAft>
                <a:spcPts val="0"/>
              </a:spcAft>
              <a:buFont typeface="Arial" panose="020B0604020202020204" pitchFamily="34" charset="0"/>
              <a:buChar char="•"/>
            </a:pPr>
            <a:r>
              <a:rPr lang="en-US" sz="1600" dirty="0">
                <a:solidFill>
                  <a:srgbClr val="000000"/>
                </a:solidFill>
                <a:latin typeface="Book Antiqua" panose="02040602050305030304" pitchFamily="18" charset="0"/>
                <a:ea typeface="MS Mincho" panose="02020609040205080304" pitchFamily="49" charset="-128"/>
              </a:rPr>
              <a:t>Site location and premises
Location and approval of facilities
Building materials
Lighting and lighting fixtures
Inspection / Quality Control Area
Dust, insect and pest proof
Ventilation
Equipment and Utensils
Land and Roads Site Operation
Repairs and maintenance
Maintenance Personnel and Contractors
Calibration
Pest prevention
Cleaning and Sanitation.</a:t>
            </a:r>
            <a:endParaRPr lang="en-US" sz="1100" dirty="0">
              <a:effectLst/>
              <a:latin typeface="Arial" panose="020B0604020202020204" pitchFamily="34" charset="0"/>
              <a:ea typeface="MS Mincho" panose="02020609040205080304" pitchFamily="49" charset="-128"/>
            </a:endParaRPr>
          </a:p>
        </p:txBody>
      </p:sp>
      <p:pic>
        <p:nvPicPr>
          <p:cNvPr id="2" name="Picture 1">
            <a:extLst>
              <a:ext uri="{FF2B5EF4-FFF2-40B4-BE49-F238E27FC236}">
                <a16:creationId xmlns:a16="http://schemas.microsoft.com/office/drawing/2014/main" id="{E32B5F24-5BAD-5EF1-8ECA-3C054D300EE7}"/>
              </a:ext>
            </a:extLst>
          </p:cNvPr>
          <p:cNvPicPr>
            <a:picLocks noChangeAspect="1"/>
          </p:cNvPicPr>
          <p:nvPr/>
        </p:nvPicPr>
        <p:blipFill>
          <a:blip r:embed="rId4"/>
          <a:stretch>
            <a:fillRect/>
          </a:stretch>
        </p:blipFill>
        <p:spPr>
          <a:xfrm>
            <a:off x="10744200" y="4876800"/>
            <a:ext cx="1226926" cy="1607959"/>
          </a:xfrm>
          <a:prstGeom prst="rect">
            <a:avLst/>
          </a:prstGeom>
        </p:spPr>
      </p:pic>
      <p:sp>
        <p:nvSpPr>
          <p:cNvPr id="6" name="Frame 5">
            <a:extLst>
              <a:ext uri="{FF2B5EF4-FFF2-40B4-BE49-F238E27FC236}">
                <a16:creationId xmlns:a16="http://schemas.microsoft.com/office/drawing/2014/main" id="{50A0BA92-5D71-5F1F-97C6-C3AAA6B71869}"/>
              </a:ext>
            </a:extLst>
          </p:cNvPr>
          <p:cNvSpPr/>
          <p:nvPr/>
        </p:nvSpPr>
        <p:spPr>
          <a:xfrm>
            <a:off x="0" y="0"/>
            <a:ext cx="12192000" cy="6857999"/>
          </a:xfrm>
          <a:prstGeom prst="frame">
            <a:avLst>
              <a:gd name="adj1" fmla="val 3334"/>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7" name="Rectangle 6">
            <a:extLst>
              <a:ext uri="{FF2B5EF4-FFF2-40B4-BE49-F238E27FC236}">
                <a16:creationId xmlns:a16="http://schemas.microsoft.com/office/drawing/2014/main" id="{30643D90-6E46-9AC1-F0BC-7C8A55A2B7E6}"/>
              </a:ext>
            </a:extLst>
          </p:cNvPr>
          <p:cNvSpPr/>
          <p:nvPr/>
        </p:nvSpPr>
        <p:spPr>
          <a:xfrm>
            <a:off x="152400" y="76201"/>
            <a:ext cx="11887200" cy="670559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1">
            <a:extLst>
              <a:ext uri="{FF2B5EF4-FFF2-40B4-BE49-F238E27FC236}">
                <a16:creationId xmlns:a16="http://schemas.microsoft.com/office/drawing/2014/main" id="{31532100-80D9-BD7B-B0B7-C0DFEDE9F202}"/>
              </a:ext>
            </a:extLst>
          </p:cNvPr>
          <p:cNvSpPr txBox="1">
            <a:spLocks/>
          </p:cNvSpPr>
          <p:nvPr/>
        </p:nvSpPr>
        <p:spPr>
          <a:xfrm>
            <a:off x="1905000" y="1942951"/>
            <a:ext cx="8763000" cy="701051"/>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R="0" lvl="0" algn="just">
              <a:lnSpc>
                <a:spcPct val="115000"/>
              </a:lnSpc>
              <a:spcBef>
                <a:spcPts val="0"/>
              </a:spcBef>
              <a:spcAft>
                <a:spcPts val="0"/>
              </a:spcAft>
            </a:pPr>
            <a:r>
              <a:rPr lang="en-US" sz="2800" kern="1400" dirty="0">
                <a:solidFill>
                  <a:srgbClr val="000000"/>
                </a:solidFill>
                <a:latin typeface="Amasis MT Pro Black" panose="02040A04050005020304" pitchFamily="18" charset="0"/>
                <a:ea typeface="Times New Roman" panose="02020603050405020304" pitchFamily="18" charset="0"/>
                <a:cs typeface="Times New Roman" panose="02020603050405020304" pitchFamily="18" charset="0"/>
              </a:rPr>
              <a:t>Module 11 Elements and Module 17 Elements
</a:t>
            </a:r>
            <a:endParaRPr lang="en-US" sz="2800" dirty="0">
              <a:effectLst/>
              <a:latin typeface="Amasis MT Pro Black" panose="02040A04050005020304" pitchFamily="18" charset="0"/>
              <a:ea typeface="MS Mincho" panose="02020609040205080304" pitchFamily="49" charset="-128"/>
            </a:endParaRPr>
          </a:p>
        </p:txBody>
      </p:sp>
      <p:pic>
        <p:nvPicPr>
          <p:cNvPr id="13" name="Picture 12">
            <a:extLst>
              <a:ext uri="{FF2B5EF4-FFF2-40B4-BE49-F238E27FC236}">
                <a16:creationId xmlns:a16="http://schemas.microsoft.com/office/drawing/2014/main" id="{7DDB0894-9AF5-FAEA-45A2-D594A21EE398}"/>
              </a:ext>
            </a:extLst>
          </p:cNvPr>
          <p:cNvPicPr>
            <a:picLocks noChangeAspect="1"/>
          </p:cNvPicPr>
          <p:nvPr/>
        </p:nvPicPr>
        <p:blipFill>
          <a:blip r:embed="rId5"/>
          <a:stretch>
            <a:fillRect/>
          </a:stretch>
        </p:blipFill>
        <p:spPr>
          <a:xfrm>
            <a:off x="2743200" y="461482"/>
            <a:ext cx="7285351" cy="1200215"/>
          </a:xfrm>
          <a:prstGeom prst="rect">
            <a:avLst/>
          </a:prstGeom>
        </p:spPr>
      </p:pic>
    </p:spTree>
    <p:extLst>
      <p:ext uri="{BB962C8B-B14F-4D97-AF65-F5344CB8AC3E}">
        <p14:creationId xmlns:p14="http://schemas.microsoft.com/office/powerpoint/2010/main" val="2637673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red and white logo&#10;&#10;Description automatically generated with low confidence">
            <a:extLst>
              <a:ext uri="{FF2B5EF4-FFF2-40B4-BE49-F238E27FC236}">
                <a16:creationId xmlns:a16="http://schemas.microsoft.com/office/drawing/2014/main" id="{900FF3E4-0D64-A5D6-3075-95005C7ED90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3400" y="169779"/>
            <a:ext cx="1828800" cy="1354221"/>
          </a:xfrm>
          <a:prstGeom prst="rect">
            <a:avLst/>
          </a:prstGeom>
        </p:spPr>
      </p:pic>
      <p:sp>
        <p:nvSpPr>
          <p:cNvPr id="8" name="Title 1">
            <a:extLst>
              <a:ext uri="{FF2B5EF4-FFF2-40B4-BE49-F238E27FC236}">
                <a16:creationId xmlns:a16="http://schemas.microsoft.com/office/drawing/2014/main" id="{54E7C168-E471-98CF-C3EC-7F5F3EC8D5E2}"/>
              </a:ext>
            </a:extLst>
          </p:cNvPr>
          <p:cNvSpPr txBox="1">
            <a:spLocks/>
          </p:cNvSpPr>
          <p:nvPr/>
        </p:nvSpPr>
        <p:spPr>
          <a:xfrm>
            <a:off x="3810000" y="2971800"/>
            <a:ext cx="6629400" cy="197763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628650" marR="0" lvl="1" indent="-171450" algn="just">
              <a:lnSpc>
                <a:spcPct val="115000"/>
              </a:lnSpc>
              <a:spcBef>
                <a:spcPts val="0"/>
              </a:spcBef>
              <a:spcAft>
                <a:spcPts val="0"/>
              </a:spcAft>
              <a:buFont typeface="Arial" panose="020B0604020202020204" pitchFamily="34" charset="0"/>
              <a:buChar char="•"/>
            </a:pPr>
            <a:r>
              <a:rPr lang="en-US" sz="1400" kern="1400" dirty="0">
                <a:solidFill>
                  <a:srgbClr val="000000"/>
                </a:solidFill>
                <a:latin typeface="Book Antiqua" panose="02040602050305030304" pitchFamily="18" charset="0"/>
                <a:ea typeface="Times New Roman" panose="02020603050405020304" pitchFamily="18" charset="0"/>
                <a:cs typeface="Times New Roman" panose="02020603050405020304" pitchFamily="18" charset="0"/>
              </a:rPr>
              <a:t>Staff Hygiene and Wellness
Staff Well-being
Hand washing
Clothing and Personal Effects
Visitors
Staff services (changing rooms, bathrooms, break rooms) Personnel processing practices
Personnel involved in food handling and processing operations
Water, ice and air supply
Water supply
Water treatment
Water quality
Ice supply
Air .</a:t>
            </a:r>
            <a:endParaRPr lang="en-US" sz="1100" dirty="0">
              <a:effectLst/>
              <a:latin typeface="Arial" panose="020B0604020202020204" pitchFamily="34" charset="0"/>
              <a:ea typeface="MS Mincho" panose="02020609040205080304" pitchFamily="49" charset="-128"/>
            </a:endParaRPr>
          </a:p>
        </p:txBody>
      </p:sp>
      <p:pic>
        <p:nvPicPr>
          <p:cNvPr id="2" name="Picture 1">
            <a:extLst>
              <a:ext uri="{FF2B5EF4-FFF2-40B4-BE49-F238E27FC236}">
                <a16:creationId xmlns:a16="http://schemas.microsoft.com/office/drawing/2014/main" id="{51CE48F1-64F8-9A3E-341F-A2C582EB8AE9}"/>
              </a:ext>
            </a:extLst>
          </p:cNvPr>
          <p:cNvPicPr>
            <a:picLocks noChangeAspect="1"/>
          </p:cNvPicPr>
          <p:nvPr/>
        </p:nvPicPr>
        <p:blipFill>
          <a:blip r:embed="rId3"/>
          <a:stretch>
            <a:fillRect/>
          </a:stretch>
        </p:blipFill>
        <p:spPr>
          <a:xfrm>
            <a:off x="10972800" y="5176394"/>
            <a:ext cx="998326" cy="1308365"/>
          </a:xfrm>
          <a:prstGeom prst="rect">
            <a:avLst/>
          </a:prstGeom>
        </p:spPr>
      </p:pic>
      <p:sp>
        <p:nvSpPr>
          <p:cNvPr id="9" name="Frame 8">
            <a:extLst>
              <a:ext uri="{FF2B5EF4-FFF2-40B4-BE49-F238E27FC236}">
                <a16:creationId xmlns:a16="http://schemas.microsoft.com/office/drawing/2014/main" id="{72BCEF1B-B249-0E82-6FE2-0F7309F403A0}"/>
              </a:ext>
            </a:extLst>
          </p:cNvPr>
          <p:cNvSpPr/>
          <p:nvPr/>
        </p:nvSpPr>
        <p:spPr>
          <a:xfrm>
            <a:off x="0" y="0"/>
            <a:ext cx="12192000" cy="6857999"/>
          </a:xfrm>
          <a:prstGeom prst="frame">
            <a:avLst>
              <a:gd name="adj1" fmla="val 3334"/>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0" name="Rectangle 9">
            <a:extLst>
              <a:ext uri="{FF2B5EF4-FFF2-40B4-BE49-F238E27FC236}">
                <a16:creationId xmlns:a16="http://schemas.microsoft.com/office/drawing/2014/main" id="{4145CA9A-5ABE-685B-9A19-6EFC35C3D6A5}"/>
              </a:ext>
            </a:extLst>
          </p:cNvPr>
          <p:cNvSpPr/>
          <p:nvPr/>
        </p:nvSpPr>
        <p:spPr>
          <a:xfrm>
            <a:off x="152400" y="76201"/>
            <a:ext cx="11887200" cy="670559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Picture 11">
            <a:extLst>
              <a:ext uri="{FF2B5EF4-FFF2-40B4-BE49-F238E27FC236}">
                <a16:creationId xmlns:a16="http://schemas.microsoft.com/office/drawing/2014/main" id="{25A846C7-B041-1262-A586-76BC44872C8F}"/>
              </a:ext>
            </a:extLst>
          </p:cNvPr>
          <p:cNvPicPr>
            <a:picLocks noChangeAspect="1"/>
          </p:cNvPicPr>
          <p:nvPr/>
        </p:nvPicPr>
        <p:blipFill>
          <a:blip r:embed="rId4"/>
          <a:stretch>
            <a:fillRect/>
          </a:stretch>
        </p:blipFill>
        <p:spPr>
          <a:xfrm>
            <a:off x="2743200" y="304800"/>
            <a:ext cx="7285351" cy="1352615"/>
          </a:xfrm>
          <a:prstGeom prst="rect">
            <a:avLst/>
          </a:prstGeom>
        </p:spPr>
      </p:pic>
    </p:spTree>
    <p:extLst>
      <p:ext uri="{BB962C8B-B14F-4D97-AF65-F5344CB8AC3E}">
        <p14:creationId xmlns:p14="http://schemas.microsoft.com/office/powerpoint/2010/main" val="5471006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red and white logo&#10;&#10;Description automatically generated with low confidence">
            <a:extLst>
              <a:ext uri="{FF2B5EF4-FFF2-40B4-BE49-F238E27FC236}">
                <a16:creationId xmlns:a16="http://schemas.microsoft.com/office/drawing/2014/main" id="{402890C0-3213-A2EA-7D01-6EA895173A9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3400" y="169779"/>
            <a:ext cx="1828800" cy="1354221"/>
          </a:xfrm>
          <a:prstGeom prst="rect">
            <a:avLst/>
          </a:prstGeom>
        </p:spPr>
      </p:pic>
      <p:sp>
        <p:nvSpPr>
          <p:cNvPr id="5" name="Title 1">
            <a:extLst>
              <a:ext uri="{FF2B5EF4-FFF2-40B4-BE49-F238E27FC236}">
                <a16:creationId xmlns:a16="http://schemas.microsoft.com/office/drawing/2014/main" id="{C34643CE-4DC1-7A75-D652-5045286907F0}"/>
              </a:ext>
            </a:extLst>
          </p:cNvPr>
          <p:cNvSpPr txBox="1">
            <a:spLocks/>
          </p:cNvSpPr>
          <p:nvPr/>
        </p:nvSpPr>
        <p:spPr>
          <a:xfrm>
            <a:off x="3733800" y="2819400"/>
            <a:ext cx="6629400" cy="197763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628650" marR="0" lvl="1" indent="-171450" algn="just">
              <a:lnSpc>
                <a:spcPct val="115000"/>
              </a:lnSpc>
              <a:spcBef>
                <a:spcPts val="0"/>
              </a:spcBef>
              <a:spcAft>
                <a:spcPts val="0"/>
              </a:spcAft>
              <a:buFont typeface="Arial" panose="020B0604020202020204" pitchFamily="34" charset="0"/>
              <a:buChar char="•"/>
            </a:pPr>
            <a:r>
              <a:rPr lang="en-US" sz="1400" kern="1400" dirty="0">
                <a:solidFill>
                  <a:srgbClr val="000000"/>
                </a:solidFill>
                <a:latin typeface="Book Antiqua" panose="02040602050305030304" pitchFamily="18" charset="0"/>
                <a:ea typeface="Times New Roman" panose="02020603050405020304" pitchFamily="18" charset="0"/>
                <a:cs typeface="Times New Roman" panose="02020603050405020304" pitchFamily="18" charset="0"/>
              </a:rPr>
              <a:t>Reception, storage and transport
Reception, Storage and Handling of Goods
Cold storage, freezing and cooling of food
Storage of dry ingredients, packaging and non-perishable packaged products
Storage of hazardous chemicals and toxic substances
Loading, transport and unloading practices Separation of Duties
High Risk Processes
Defrosting food
Foreign matter contamination control
Foreign object detection
Garbage deposit
Participants applicable to be trained
       Food Safety Team Leader
Member of the food safety team
Senior Site Manager.</a:t>
            </a:r>
            <a:endParaRPr lang="en-US" sz="1100" dirty="0">
              <a:effectLst/>
              <a:latin typeface="Arial" panose="020B0604020202020204" pitchFamily="34" charset="0"/>
              <a:ea typeface="MS Mincho" panose="02020609040205080304" pitchFamily="49" charset="-128"/>
            </a:endParaRPr>
          </a:p>
        </p:txBody>
      </p:sp>
      <p:pic>
        <p:nvPicPr>
          <p:cNvPr id="3" name="Picture 2">
            <a:extLst>
              <a:ext uri="{FF2B5EF4-FFF2-40B4-BE49-F238E27FC236}">
                <a16:creationId xmlns:a16="http://schemas.microsoft.com/office/drawing/2014/main" id="{C53FEAFE-C099-81E9-EE2B-FEC0058DD642}"/>
              </a:ext>
            </a:extLst>
          </p:cNvPr>
          <p:cNvPicPr>
            <a:picLocks noChangeAspect="1"/>
          </p:cNvPicPr>
          <p:nvPr/>
        </p:nvPicPr>
        <p:blipFill>
          <a:blip r:embed="rId3"/>
          <a:stretch>
            <a:fillRect/>
          </a:stretch>
        </p:blipFill>
        <p:spPr>
          <a:xfrm>
            <a:off x="10918628" y="5105400"/>
            <a:ext cx="1052497" cy="1379359"/>
          </a:xfrm>
          <a:prstGeom prst="rect">
            <a:avLst/>
          </a:prstGeom>
        </p:spPr>
      </p:pic>
      <p:sp>
        <p:nvSpPr>
          <p:cNvPr id="7" name="Frame 6">
            <a:extLst>
              <a:ext uri="{FF2B5EF4-FFF2-40B4-BE49-F238E27FC236}">
                <a16:creationId xmlns:a16="http://schemas.microsoft.com/office/drawing/2014/main" id="{474EDD8A-CD46-FEF2-0121-1DC48186C529}"/>
              </a:ext>
            </a:extLst>
          </p:cNvPr>
          <p:cNvSpPr/>
          <p:nvPr/>
        </p:nvSpPr>
        <p:spPr>
          <a:xfrm>
            <a:off x="0" y="0"/>
            <a:ext cx="12192000" cy="6857999"/>
          </a:xfrm>
          <a:prstGeom prst="frame">
            <a:avLst>
              <a:gd name="adj1" fmla="val 3334"/>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9" name="Rectangle 8">
            <a:extLst>
              <a:ext uri="{FF2B5EF4-FFF2-40B4-BE49-F238E27FC236}">
                <a16:creationId xmlns:a16="http://schemas.microsoft.com/office/drawing/2014/main" id="{3F7077CF-E1E8-9CEE-D020-3575037D02E2}"/>
              </a:ext>
            </a:extLst>
          </p:cNvPr>
          <p:cNvSpPr/>
          <p:nvPr/>
        </p:nvSpPr>
        <p:spPr>
          <a:xfrm>
            <a:off x="152400" y="76201"/>
            <a:ext cx="11887200" cy="670559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Picture 11">
            <a:extLst>
              <a:ext uri="{FF2B5EF4-FFF2-40B4-BE49-F238E27FC236}">
                <a16:creationId xmlns:a16="http://schemas.microsoft.com/office/drawing/2014/main" id="{730761DE-FB26-94CD-0793-B6AA57CF1458}"/>
              </a:ext>
            </a:extLst>
          </p:cNvPr>
          <p:cNvPicPr>
            <a:picLocks noChangeAspect="1"/>
          </p:cNvPicPr>
          <p:nvPr/>
        </p:nvPicPr>
        <p:blipFill>
          <a:blip r:embed="rId4"/>
          <a:stretch>
            <a:fillRect/>
          </a:stretch>
        </p:blipFill>
        <p:spPr>
          <a:xfrm>
            <a:off x="2819400" y="357652"/>
            <a:ext cx="7285351" cy="1200215"/>
          </a:xfrm>
          <a:prstGeom prst="rect">
            <a:avLst/>
          </a:prstGeom>
        </p:spPr>
      </p:pic>
    </p:spTree>
    <p:extLst>
      <p:ext uri="{BB962C8B-B14F-4D97-AF65-F5344CB8AC3E}">
        <p14:creationId xmlns:p14="http://schemas.microsoft.com/office/powerpoint/2010/main" val="1001865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MedicalHealth">
      <a:dk1>
        <a:sysClr val="windowText" lastClr="000000"/>
      </a:dk1>
      <a:lt1>
        <a:sysClr val="window" lastClr="FFFFFF"/>
      </a:lt1>
      <a:dk2>
        <a:srgbClr val="656367"/>
      </a:dk2>
      <a:lt2>
        <a:srgbClr val="F2F2F2"/>
      </a:lt2>
      <a:accent1>
        <a:srgbClr val="B82D2F"/>
      </a:accent1>
      <a:accent2>
        <a:srgbClr val="333333"/>
      </a:accent2>
      <a:accent3>
        <a:srgbClr val="2B4A63"/>
      </a:accent3>
      <a:accent4>
        <a:srgbClr val="445E45"/>
      </a:accent4>
      <a:accent5>
        <a:srgbClr val="5A3A64"/>
      </a:accent5>
      <a:accent6>
        <a:srgbClr val="DB8526"/>
      </a:accent6>
      <a:hlink>
        <a:srgbClr val="164E6E"/>
      </a:hlink>
      <a:folHlink>
        <a:srgbClr val="667F6D"/>
      </a:folHlink>
    </a:clrScheme>
    <a:fontScheme name="Franklin Gothic Medium">
      <a:maj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MedicalHealth">
      <a:dk1>
        <a:sysClr val="windowText" lastClr="000000"/>
      </a:dk1>
      <a:lt1>
        <a:sysClr val="window" lastClr="FFFFFF"/>
      </a:lt1>
      <a:dk2>
        <a:srgbClr val="656367"/>
      </a:dk2>
      <a:lt2>
        <a:srgbClr val="F2F2F2"/>
      </a:lt2>
      <a:accent1>
        <a:srgbClr val="B82D2F"/>
      </a:accent1>
      <a:accent2>
        <a:srgbClr val="333333"/>
      </a:accent2>
      <a:accent3>
        <a:srgbClr val="2B4A63"/>
      </a:accent3>
      <a:accent4>
        <a:srgbClr val="445E45"/>
      </a:accent4>
      <a:accent5>
        <a:srgbClr val="5A3A64"/>
      </a:accent5>
      <a:accent6>
        <a:srgbClr val="DB8526"/>
      </a:accent6>
      <a:hlink>
        <a:srgbClr val="164E6E"/>
      </a:hlink>
      <a:folHlink>
        <a:srgbClr val="667F6D"/>
      </a:folHlink>
    </a:clrScheme>
    <a:fontScheme name="Franklin Gothic Medium">
      <a:maj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923</TotalTime>
  <Words>612</Words>
  <Application>Microsoft Office PowerPoint</Application>
  <PresentationFormat>Widescreen</PresentationFormat>
  <Paragraphs>19</Paragraphs>
  <Slides>10</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10</vt:i4>
      </vt:variant>
    </vt:vector>
  </HeadingPairs>
  <TitlesOfParts>
    <vt:vector size="19" baseType="lpstr">
      <vt:lpstr>Algerian</vt:lpstr>
      <vt:lpstr>Amasis MT Pro Black</vt:lpstr>
      <vt:lpstr>Amasis MT Pro Medium</vt:lpstr>
      <vt:lpstr>Arial</vt:lpstr>
      <vt:lpstr>Book Antiqua</vt:lpstr>
      <vt:lpstr>Calibri</vt:lpstr>
      <vt:lpstr>Calibri Light</vt:lpstr>
      <vt:lpstr>Franklin Gothic Medium</vt:lpstr>
      <vt:lpstr>Office Theme</vt:lpstr>
      <vt:lpstr> SQF Module 2, 11 and 17 Lesson</vt:lpstr>
      <vt:lpstr> Quality Management System</vt:lpstr>
      <vt:lpstr>Rule
</vt:lpstr>
      <vt:lpstr>Module 2 Elements </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Buenas Practicas de Manufactura BPM</dc:title>
  <dc:creator>Quality Assurance</dc:creator>
  <cp:lastModifiedBy>Quality Assurance</cp:lastModifiedBy>
  <cp:revision>5</cp:revision>
  <dcterms:created xsi:type="dcterms:W3CDTF">2023-03-20T04:16:19Z</dcterms:created>
  <dcterms:modified xsi:type="dcterms:W3CDTF">2023-03-27T15:05:51Z</dcterms:modified>
</cp:coreProperties>
</file>