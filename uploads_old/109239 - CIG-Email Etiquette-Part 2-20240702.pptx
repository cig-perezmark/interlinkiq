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7"/>
  </p:notesMasterIdLst>
  <p:sldIdLst>
    <p:sldId id="256" r:id="rId2"/>
    <p:sldId id="261" r:id="rId3"/>
    <p:sldId id="357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2" r:id="rId15"/>
    <p:sldId id="353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7BBE2-F8AB-4FFC-AB9A-B3BEF387CB69}">
  <a:tblStyle styleId="{7287BBE2-F8AB-4FFC-AB9A-B3BEF387CB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978" autoAdjust="0"/>
  </p:normalViewPr>
  <p:slideViewPr>
    <p:cSldViewPr snapToGrid="0">
      <p:cViewPr varScale="1">
        <p:scale>
          <a:sx n="80" d="100"/>
          <a:sy n="80" d="100"/>
        </p:scale>
        <p:origin x="11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99731c8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099731c8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521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Avoid using personal email addresses like "coolguy123@gmail.com" for professional correspondence.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 professional email address should ideally include your name.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4096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4181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3.a. </a:t>
            </a:r>
            <a:r>
              <a:rPr lang="en-US" sz="1100" b="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Relevance: 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Responding to everyone may clutter inboxes unnecessarily.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3.b. Confidentiality: Be mindful of sensitive information. 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626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443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6930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the person's name exactly as it's shown in their email signature line.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Don't assume someone named Jennifer goes by Jen unless you've seen them sign their emails that way.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673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392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8.a. Potential Misinterpretation: What one person finds funny, another might not, leading to misunderstandings or offense.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8.b. Risk of Offense or Inappropriateness: Workplace environments vary, and what may be acceptable among close colleagues in person might not translate well in written form.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7659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9.a. Check for errors: Sender may consider inputting the recipient's email address last.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This prevents them from accidentally sending an email before finishing it.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The email will not send because there's no address.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6958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10.a. Respond within 24 hours: If unintentionally passed this timeframe, apologize and politely explain the delay.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Also, sender may provide a gentle reminder about time sensitivities so that the recipient members will reply quickly.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2198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11.c. Links: When sharing a website, use a link shortener to shorten the link or hyperlink text within the email.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Including links in this way can help the email appear clean. A short link is also easier to copy and paste into a web browser.</a:t>
            </a: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2884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866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4339">
            <a:off x="-2572063" y="3352662"/>
            <a:ext cx="5960266" cy="4112640"/>
          </a:xfrm>
          <a:custGeom>
            <a:avLst/>
            <a:gdLst/>
            <a:ahLst/>
            <a:cxnLst/>
            <a:rect l="l" t="t" r="r" b="b"/>
            <a:pathLst>
              <a:path w="11928886" h="8231043" extrusionOk="0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 rot="137437" flipH="1">
            <a:off x="7650251" y="197886"/>
            <a:ext cx="3367394" cy="2736773"/>
          </a:xfrm>
          <a:custGeom>
            <a:avLst/>
            <a:gdLst/>
            <a:ahLst/>
            <a:cxnLst/>
            <a:rect l="l" t="t" r="r" b="b"/>
            <a:pathLst>
              <a:path w="6729406" h="5469172" extrusionOk="0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1604300" y="532125"/>
            <a:ext cx="82179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highlight>
                <a:srgbClr val="00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4549" y="2571749"/>
            <a:ext cx="4615175" cy="1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5250" y="532126"/>
            <a:ext cx="5144146" cy="17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2463994" y="2146350"/>
            <a:ext cx="3677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2500"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7004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1384177"/>
            <a:ext cx="7957031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endParaRPr lang="en-US" sz="2000" b="0" i="0" u="none" strike="noStrike" cap="none" dirty="0">
              <a:solidFill>
                <a:schemeClr val="accent1">
                  <a:lumMod val="60000"/>
                  <a:lumOff val="4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Key Components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2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PH" sz="3200" b="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69567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a professional email address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the official company email address for all work-related 	communications to maintain professionalism and ensure that the 	email is recognized by recipients.</a:t>
            </a: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Example: "john.doe@company.com."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7491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2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Include a clear subject line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clear and specific: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the subject line accurately reflects the 	content of the email.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Avoid all caps: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Using all caps can be perceived as shouting.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keywords: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Include keywords, if possible, that will make the 	email easy to find later, both for the sender and the recipient. 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1169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3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cautious with “Reply All”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Relevance: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Before using "Reply All," consider whether all recipients 	need to see the response.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Confidentiality: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Using "Reply All" might inadvertently share 	confidential details with unintended recipients.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6043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6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4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cautious with message forwarding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Permission: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permission to forward the email and that 	forwarding aligns with the organization's policies.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Recipient awareness: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Inform the original sender if planning to 	forward their email to others, especially if the information could 	impact them or requires their awareness.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Explain purpose: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provide context or a brief explanation of why you 	are forwarding the message to help recipients understand its 	relevance.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692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5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standard formatting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fonts (Sans Serif, Times New Roman or Arial), colors and 	sizes are appropriate for business emails.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Copying and pasting text: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clear the formatting before sending the 	email to avoid appearing different from the rest of the text.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4166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6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proper salutations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Formal greetings: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Start with "Dear [Name]" or "Hello [Name]", 	especially when writing to someone for the first time or in a higher 	position.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"Hi [Name]" or "Good morning/afternoon [Name]" can be used for 	colleagues or regular contacts.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9740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6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7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Writing the email body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concise: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Get to the point quickly.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Maintain a professional tone: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Avoid slang or overly casual language.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Use formal language like "I would appreciate" instead of "I'd love.“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polite and courteous: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polite phrases such as "please," "thank 	you," and "could you.“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Provide context: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Make sure the recipient has enough context to 	understand the message, especially if they are not familiar with the 	subject matter.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74248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8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Refrain from using humor </a:t>
            </a:r>
          </a:p>
          <a:p>
            <a:pPr marL="6350" lvl="1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Potential misinterpretation: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Humor can be subjective and culturally 	specific.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Risk of offense or inappropriateness: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Jokes or sarcasm in emails 	can inadvertently offend recipients.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Avoid using emojis: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Even if the recipient has used emojis when 	communicating, resist the temptation to use them. Express emotion 	with words and tone.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90928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0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9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Proofreading and Editing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Check for errors: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Proofread your email for spelling and grammar 	mistakes.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Double-check the spelling of the recipient's name and email address.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clarity: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Make sure your message is clear and unambiguous. 	Avoid complex language that might confuse the recipient.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69010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1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Responding Promptly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Respond within 24 hours: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Aim to respond to emails promptly, 	ideally within one business day.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Acknowledge Receipt: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If you need more time to provide a full 	response, acknowledge receipt and indicate when you will get back.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Example, "I have received your email and will respond by [specific 	date]."	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69888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11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Handling Attachments and Links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Mention attachments: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Clearly mention any attachments in the body 	of the email.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Example, "Please find attached the report for your review.“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Check file size: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attachments are not too large.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Verify links: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Make sure any links you include are correct and 	relevant. Double-check for any typos.	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8795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12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Observing Appropriate Email Times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Respect Work Hours: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Avoid sending emails outside of normal work 	hours, unless it's urgent.</a:t>
            </a:r>
            <a:endParaRPr lang="en-US" sz="16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Consider Time Zones: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 mindful of time zones when emailing 	colleagues in different regions.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 startAt="13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your message is mobile friendly</a:t>
            </a:r>
          </a:p>
          <a:p>
            <a:pPr marL="6350" lvl="2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Ensure email is easy to read on a phone or tablet. </a:t>
            </a:r>
          </a:p>
          <a:p>
            <a:pPr marL="6350" lvl="2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Keep the message brief.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47588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1115</Words>
  <Application>Microsoft Office PowerPoint</Application>
  <PresentationFormat>On-screen Show (16:9)</PresentationFormat>
  <Paragraphs>109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Consultare Inc. Group</dc:creator>
  <cp:lastModifiedBy>HP</cp:lastModifiedBy>
  <cp:revision>20</cp:revision>
  <dcterms:modified xsi:type="dcterms:W3CDTF">2024-07-05T02:24:58Z</dcterms:modified>
</cp:coreProperties>
</file>