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2" r:id="rId4"/>
  </p:sldMasterIdLst>
  <p:notesMasterIdLst>
    <p:notesMasterId r:id="rId15"/>
  </p:notesMasterIdLst>
  <p:sldIdLst>
    <p:sldId id="273" r:id="rId5"/>
    <p:sldId id="288" r:id="rId6"/>
    <p:sldId id="311" r:id="rId7"/>
    <p:sldId id="290" r:id="rId8"/>
    <p:sldId id="315" r:id="rId9"/>
    <p:sldId id="316" r:id="rId10"/>
    <p:sldId id="291" r:id="rId11"/>
    <p:sldId id="294" r:id="rId12"/>
    <p:sldId id="295" r:id="rId13"/>
    <p:sldId id="29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44" autoAdjust="0"/>
    <p:restoredTop sz="94291" autoAdjust="0"/>
  </p:normalViewPr>
  <p:slideViewPr>
    <p:cSldViewPr snapToGrid="0">
      <p:cViewPr varScale="1">
        <p:scale>
          <a:sx n="86" d="100"/>
          <a:sy n="86" d="100"/>
        </p:scale>
        <p:origin x="9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22FCD9-CCE4-4F1C-BE09-4B1814264E66}" type="doc">
      <dgm:prSet loTypeId="urn:microsoft.com/office/officeart/2005/8/layout/orgChart1" loCatId="hierarchy" qsTypeId="urn:microsoft.com/office/officeart/2005/8/quickstyle/3d4" qsCatId="3D" csTypeId="urn:microsoft.com/office/officeart/2005/8/colors/colorful4" csCatId="colorful" phldr="1"/>
      <dgm:spPr/>
      <dgm:t>
        <a:bodyPr/>
        <a:lstStyle/>
        <a:p>
          <a:endParaRPr lang="en-PH"/>
        </a:p>
      </dgm:t>
    </dgm:pt>
    <dgm:pt modelId="{2F2CBF28-38E0-4209-AB11-D189F1628E57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CEO</a:t>
          </a:r>
        </a:p>
      </dgm:t>
    </dgm:pt>
    <dgm:pt modelId="{DCFB82A6-9EE0-4FC8-9B21-9637511A5513}" type="parTrans" cxnId="{EF05C7C0-FD4A-4823-932D-DF432507B14F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706830E3-9881-4778-B816-14FF69D562BB}" type="sibTrans" cxnId="{EF05C7C0-FD4A-4823-932D-DF432507B14F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407ED16E-A7D3-4979-BA1E-A0D95CDDC113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IT TEAM</a:t>
          </a:r>
        </a:p>
      </dgm:t>
    </dgm:pt>
    <dgm:pt modelId="{F8F63A88-594B-4A93-8515-2AAA804962C4}" type="parTrans" cxnId="{ED31582E-0BAF-4CBE-BE79-CBB29F9C4F58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7AF34259-6CE6-494D-97D3-AEC38B6C7376}" type="sibTrans" cxnId="{ED31582E-0BAF-4CBE-BE79-CBB29F9C4F58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6DCF9C19-F38C-4C06-9A7D-8F7B7697F73E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COMPLIANCE TEAM-QMS</a:t>
          </a:r>
        </a:p>
      </dgm:t>
    </dgm:pt>
    <dgm:pt modelId="{5C33FE88-538A-4C22-87C8-FB048C99BBF0}" type="parTrans" cxnId="{EEB08950-123D-4E5D-AE5E-F28B197B023E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ABA09BAA-D8D6-4EA5-8ED9-9716EA2CA16C}" type="sibTrans" cxnId="{EEB08950-123D-4E5D-AE5E-F28B197B023E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D9634D46-F05A-47F9-8AFC-CA5D50502583}">
      <dgm:prSet phldrT="[Text]" custT="1"/>
      <dgm:spPr/>
      <dgm:t>
        <a:bodyPr/>
        <a:lstStyle/>
        <a:p>
          <a:r>
            <a:rPr lang="en-PH" sz="1400" b="0">
              <a:solidFill>
                <a:schemeClr val="tx1"/>
              </a:solidFill>
            </a:rPr>
            <a:t>HR AND ACCOUNTING</a:t>
          </a:r>
          <a:endParaRPr lang="en-PH" sz="1400" b="0" dirty="0">
            <a:solidFill>
              <a:schemeClr val="tx1"/>
            </a:solidFill>
          </a:endParaRPr>
        </a:p>
      </dgm:t>
    </dgm:pt>
    <dgm:pt modelId="{A5F10BEA-696E-4C0B-A424-E8E42FE19B89}" type="parTrans" cxnId="{285BD064-0EA4-4CB7-8C54-4CD5513CE548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C1E12EE6-E918-4582-B921-868E8CA2F8E7}" type="sibTrans" cxnId="{285BD064-0EA4-4CB7-8C54-4CD5513CE548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07D0017E-EEB0-4336-8862-08309138DB42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Internal Training School</a:t>
          </a:r>
        </a:p>
      </dgm:t>
    </dgm:pt>
    <dgm:pt modelId="{15C96544-370E-43A1-A4DF-1C428C44B6FB}" type="parTrans" cxnId="{18FF00FC-7C6D-48AF-9BD9-A041A6AC1FD1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A9DB1F4E-AA79-4083-99E0-039C3E10916B}" type="sibTrans" cxnId="{18FF00FC-7C6D-48AF-9BD9-A041A6AC1FD1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49781FE2-4E45-4CE3-86ED-A60E1CE5DA41}">
      <dgm:prSet phldrT="[Text]" custT="1"/>
      <dgm:spPr/>
      <dgm:t>
        <a:bodyPr/>
        <a:lstStyle/>
        <a:p>
          <a:r>
            <a:rPr lang="en-PH" sz="1400" b="0">
              <a:solidFill>
                <a:schemeClr val="tx1"/>
              </a:solidFill>
            </a:rPr>
            <a:t>Sales and Business Dev</a:t>
          </a:r>
          <a:endParaRPr lang="en-PH" sz="1400" b="0" dirty="0">
            <a:solidFill>
              <a:schemeClr val="tx1"/>
            </a:solidFill>
          </a:endParaRPr>
        </a:p>
      </dgm:t>
    </dgm:pt>
    <dgm:pt modelId="{FB49C1AE-AAB9-4A11-8B63-5AC8453CA908}" type="parTrans" cxnId="{55EF1E1A-0CAB-4737-9FAF-81430C28B02C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252F82F0-7D23-4386-93A5-8181208DDDD0}" type="sibTrans" cxnId="{55EF1E1A-0CAB-4737-9FAF-81430C28B02C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D1474B00-CB88-4797-A6D8-F4B68D2AE58F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CAMP – Corrective Action Maintenance Program</a:t>
          </a:r>
        </a:p>
      </dgm:t>
    </dgm:pt>
    <dgm:pt modelId="{2B6CF071-970C-4D19-92E0-68AF8333CBF1}" type="parTrans" cxnId="{CC3795A0-7BBE-4528-9C8E-EAF0250870BC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78F82C21-7732-4098-A088-DB6A77D7188E}" type="sibTrans" cxnId="{CC3795A0-7BBE-4528-9C8E-EAF0250870BC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7A5953BA-3A18-4F1B-9508-5C2280042776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Account Coordinators</a:t>
          </a:r>
        </a:p>
      </dgm:t>
    </dgm:pt>
    <dgm:pt modelId="{4B71D032-5B34-4C4C-9A74-266E8D964C97}" type="parTrans" cxnId="{B8ABED18-FA91-4A03-9B19-ED9A2EC71526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A9D9252C-7207-4A2E-90A9-88F50F3A14D8}" type="sibTrans" cxnId="{B8ABED18-FA91-4A03-9B19-ED9A2EC71526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57D9D0ED-68B3-414E-B40C-BAF4EC079933}">
      <dgm:prSet phldrT="[Text]" custT="1"/>
      <dgm:spPr/>
      <dgm:t>
        <a:bodyPr/>
        <a:lstStyle/>
        <a:p>
          <a:r>
            <a:rPr lang="en-PH" sz="1400" b="0">
              <a:solidFill>
                <a:schemeClr val="tx1"/>
              </a:solidFill>
            </a:rPr>
            <a:t>ETRR – Employee Training Record Report</a:t>
          </a:r>
          <a:endParaRPr lang="en-PH" sz="1400" b="0" dirty="0">
            <a:solidFill>
              <a:schemeClr val="tx1"/>
            </a:solidFill>
          </a:endParaRPr>
        </a:p>
      </dgm:t>
    </dgm:pt>
    <dgm:pt modelId="{E5E11A5A-46C4-4451-A9DF-D231BF0ABE6B}" type="parTrans" cxnId="{A8AE88A6-24B8-45AA-8203-FA8386A33168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FFF880AF-66BB-4556-A183-83CAC52DEBFB}" type="sibTrans" cxnId="{A8AE88A6-24B8-45AA-8203-FA8386A33168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168DB444-79B3-4453-A25B-AF769FD84F80}">
      <dgm:prSet phldrT="[Text]" custT="1"/>
      <dgm:spPr/>
      <dgm:t>
        <a:bodyPr/>
        <a:lstStyle/>
        <a:p>
          <a:r>
            <a:rPr lang="en-PH" sz="1400" b="0">
              <a:solidFill>
                <a:schemeClr val="tx1"/>
              </a:solidFill>
            </a:rPr>
            <a:t>LMS – Learning Management System</a:t>
          </a:r>
          <a:endParaRPr lang="en-PH" sz="1400" b="0" dirty="0">
            <a:solidFill>
              <a:schemeClr val="tx1"/>
            </a:solidFill>
          </a:endParaRPr>
        </a:p>
      </dgm:t>
    </dgm:pt>
    <dgm:pt modelId="{0A140557-EB47-4CCA-9134-62AD56731AAD}" type="parTrans" cxnId="{D20BFC3D-1184-449E-BD38-33E93F8609C4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055E5E74-8179-482D-A258-0D34621414D8}" type="sibTrans" cxnId="{D20BFC3D-1184-449E-BD38-33E93F8609C4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CAF7EC32-0D9E-4208-AF1D-3E87F50E379C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Payroll and Invoicing</a:t>
          </a:r>
        </a:p>
      </dgm:t>
    </dgm:pt>
    <dgm:pt modelId="{826B0540-7FC9-4A19-9698-9C6CE8851B21}" type="parTrans" cxnId="{B1EFE288-913A-4D21-8D93-6B61305F81B8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2D2BDD96-A131-4666-851C-6204B8712F31}" type="sibTrans" cxnId="{B1EFE288-913A-4D21-8D93-6B61305F81B8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247AE7A8-2379-494E-8BAB-E21D7CE4E7EC}">
      <dgm:prSet phldrT="[Text]" custT="1"/>
      <dgm:spPr/>
      <dgm:t>
        <a:bodyPr/>
        <a:lstStyle/>
        <a:p>
          <a:r>
            <a:rPr lang="en-PH" sz="1400" b="0">
              <a:solidFill>
                <a:schemeClr val="tx1"/>
              </a:solidFill>
            </a:rPr>
            <a:t>Internal Training and Coaching</a:t>
          </a:r>
          <a:endParaRPr lang="en-PH" sz="1400" b="0" dirty="0">
            <a:solidFill>
              <a:schemeClr val="tx1"/>
            </a:solidFill>
          </a:endParaRPr>
        </a:p>
      </dgm:t>
    </dgm:pt>
    <dgm:pt modelId="{AC3B530A-307E-45EA-89F9-FBBEA88E76D4}" type="parTrans" cxnId="{5FF193BE-3774-4DCC-9CCE-95B410F37657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55B08A42-6B87-40D1-9DAB-489B5C589AD9}" type="sibTrans" cxnId="{5FF193BE-3774-4DCC-9CCE-95B410F37657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78B4E01A-7655-4E09-936A-E45B23D724D4}">
      <dgm:prSet phldrT="[Text]" custT="1"/>
      <dgm:spPr/>
      <dgm:t>
        <a:bodyPr/>
        <a:lstStyle/>
        <a:p>
          <a:r>
            <a:rPr lang="en-PH" sz="1400" b="0">
              <a:solidFill>
                <a:schemeClr val="tx1"/>
              </a:solidFill>
            </a:rPr>
            <a:t>90 days Training Period</a:t>
          </a:r>
          <a:endParaRPr lang="en-PH" sz="1400" b="0" dirty="0">
            <a:solidFill>
              <a:schemeClr val="tx1"/>
            </a:solidFill>
          </a:endParaRPr>
        </a:p>
      </dgm:t>
    </dgm:pt>
    <dgm:pt modelId="{51C196A2-C0AC-4ED8-8051-AFFC11A306D3}" type="parTrans" cxnId="{A5294927-221A-4FD1-B64D-A3EF00B513A5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F1D9DB34-527A-4144-BCCF-0A50DF04066E}" type="sibTrans" cxnId="{A5294927-221A-4FD1-B64D-A3EF00B513A5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D199FC80-EDAF-4C73-AE38-90381ECF5DA6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Marketing</a:t>
          </a:r>
        </a:p>
      </dgm:t>
    </dgm:pt>
    <dgm:pt modelId="{F0950CDC-75FB-46EF-8E6B-C8A29179F29D}" type="parTrans" cxnId="{0B2F99AA-B8DF-46EB-B5CE-606059D5BB64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C64058D0-E414-47CD-89AA-CD90060219A1}" type="sibTrans" cxnId="{0B2F99AA-B8DF-46EB-B5CE-606059D5BB64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117601D3-0D8F-4A7A-B3BA-4D5617AFA924}">
      <dgm:prSet phldrT="[Text]" custT="1"/>
      <dgm:spPr/>
      <dgm:t>
        <a:bodyPr/>
        <a:lstStyle/>
        <a:p>
          <a:r>
            <a:rPr lang="en-PH" sz="1400" b="0">
              <a:solidFill>
                <a:schemeClr val="tx1"/>
              </a:solidFill>
            </a:rPr>
            <a:t>Client Demo</a:t>
          </a:r>
          <a:endParaRPr lang="en-PH" sz="1400" b="0" dirty="0">
            <a:solidFill>
              <a:schemeClr val="tx1"/>
            </a:solidFill>
          </a:endParaRPr>
        </a:p>
      </dgm:t>
    </dgm:pt>
    <dgm:pt modelId="{F24C6C32-E4FB-456C-A330-4BF68B961A9A}" type="parTrans" cxnId="{6F072670-8462-483C-989F-0AA2F085E543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5830C15B-4C5A-4167-8289-49CA6051ABF8}" type="sibTrans" cxnId="{6F072670-8462-483C-989F-0AA2F085E543}">
      <dgm:prSet/>
      <dgm:spPr/>
      <dgm:t>
        <a:bodyPr/>
        <a:lstStyle/>
        <a:p>
          <a:endParaRPr lang="en-PH" sz="1800" b="0">
            <a:solidFill>
              <a:schemeClr val="tx1"/>
            </a:solidFill>
          </a:endParaRPr>
        </a:p>
      </dgm:t>
    </dgm:pt>
    <dgm:pt modelId="{95012CF1-FB88-495B-9154-207D84A98D68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REGULATORY- CANNABIS</a:t>
          </a:r>
        </a:p>
      </dgm:t>
    </dgm:pt>
    <dgm:pt modelId="{90B95371-E1AD-427F-A056-85391243CC03}" type="parTrans" cxnId="{B7C716E6-02EE-46E0-844E-A4CC6F4C1393}">
      <dgm:prSet/>
      <dgm:spPr/>
      <dgm:t>
        <a:bodyPr/>
        <a:lstStyle/>
        <a:p>
          <a:endParaRPr lang="en-PH"/>
        </a:p>
      </dgm:t>
    </dgm:pt>
    <dgm:pt modelId="{88FF4368-E6BA-44FF-881D-E28699AF7229}" type="sibTrans" cxnId="{B7C716E6-02EE-46E0-844E-A4CC6F4C1393}">
      <dgm:prSet/>
      <dgm:spPr/>
      <dgm:t>
        <a:bodyPr/>
        <a:lstStyle/>
        <a:p>
          <a:endParaRPr lang="en-PH"/>
        </a:p>
      </dgm:t>
    </dgm:pt>
    <dgm:pt modelId="{8242B75F-EFCB-40C3-A5EB-16B103342744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IT Services</a:t>
          </a:r>
        </a:p>
      </dgm:t>
    </dgm:pt>
    <dgm:pt modelId="{85CB0D18-7077-4A03-A820-4E104B0CCA8F}" type="parTrans" cxnId="{F30762D5-625D-4607-8449-25BAF96C8EC2}">
      <dgm:prSet/>
      <dgm:spPr/>
      <dgm:t>
        <a:bodyPr/>
        <a:lstStyle/>
        <a:p>
          <a:endParaRPr lang="en-PH"/>
        </a:p>
      </dgm:t>
    </dgm:pt>
    <dgm:pt modelId="{0ECBC225-3B17-4206-9AFD-204AE601763B}" type="sibTrans" cxnId="{F30762D5-625D-4607-8449-25BAF96C8EC2}">
      <dgm:prSet/>
      <dgm:spPr/>
      <dgm:t>
        <a:bodyPr/>
        <a:lstStyle/>
        <a:p>
          <a:endParaRPr lang="en-PH"/>
        </a:p>
      </dgm:t>
    </dgm:pt>
    <dgm:pt modelId="{66883307-D4DD-4763-8E8C-AFBA5FA0A6F0}">
      <dgm:prSet phldrT="[Text]" custT="1"/>
      <dgm:spPr/>
      <dgm:t>
        <a:bodyPr/>
        <a:lstStyle/>
        <a:p>
          <a:r>
            <a:rPr lang="en-PH" sz="1400" b="0" dirty="0">
              <a:solidFill>
                <a:schemeClr val="tx1"/>
              </a:solidFill>
            </a:rPr>
            <a:t>FFVA</a:t>
          </a:r>
        </a:p>
      </dgm:t>
    </dgm:pt>
    <dgm:pt modelId="{7B94DB57-2EEE-4879-AC53-86C14D2CD78F}" type="parTrans" cxnId="{4AA3A76D-A427-4760-8218-5328419B3171}">
      <dgm:prSet/>
      <dgm:spPr/>
      <dgm:t>
        <a:bodyPr/>
        <a:lstStyle/>
        <a:p>
          <a:endParaRPr lang="en-PH"/>
        </a:p>
      </dgm:t>
    </dgm:pt>
    <dgm:pt modelId="{3DE1B81C-413A-4E04-B7D0-B56BCEBF48E4}" type="sibTrans" cxnId="{4AA3A76D-A427-4760-8218-5328419B3171}">
      <dgm:prSet/>
      <dgm:spPr/>
      <dgm:t>
        <a:bodyPr/>
        <a:lstStyle/>
        <a:p>
          <a:endParaRPr lang="en-PH"/>
        </a:p>
      </dgm:t>
    </dgm:pt>
    <dgm:pt modelId="{411458A2-3530-4E79-BA94-B49B6EFDDFAF}">
      <dgm:prSet phldrT="[Text]" custT="1"/>
      <dgm:spPr/>
      <dgm:t>
        <a:bodyPr/>
        <a:lstStyle/>
        <a:p>
          <a:r>
            <a:rPr lang="en-PH" sz="1400" b="0">
              <a:solidFill>
                <a:schemeClr val="tx1"/>
              </a:solidFill>
            </a:rPr>
            <a:t>SAP – Supplier Approval Program</a:t>
          </a:r>
          <a:endParaRPr lang="en-PH" sz="1400" b="0" dirty="0">
            <a:solidFill>
              <a:schemeClr val="tx1"/>
            </a:solidFill>
          </a:endParaRPr>
        </a:p>
      </dgm:t>
    </dgm:pt>
    <dgm:pt modelId="{D1DEF96F-9CB0-4372-90B4-14C0460523C3}" type="parTrans" cxnId="{96C1615E-41B1-458E-9CC0-DCDDC32F7497}">
      <dgm:prSet/>
      <dgm:spPr/>
      <dgm:t>
        <a:bodyPr/>
        <a:lstStyle/>
        <a:p>
          <a:endParaRPr lang="en-PH"/>
        </a:p>
      </dgm:t>
    </dgm:pt>
    <dgm:pt modelId="{CF5602E0-AB51-4413-961C-F2549C366A11}" type="sibTrans" cxnId="{96C1615E-41B1-458E-9CC0-DCDDC32F7497}">
      <dgm:prSet/>
      <dgm:spPr/>
      <dgm:t>
        <a:bodyPr/>
        <a:lstStyle/>
        <a:p>
          <a:endParaRPr lang="en-PH"/>
        </a:p>
      </dgm:t>
    </dgm:pt>
    <dgm:pt modelId="{39F390E1-C819-485D-A7D4-0FAE19BD8912}">
      <dgm:prSet phldrT="[Text]" custT="1"/>
      <dgm:spPr/>
      <dgm:t>
        <a:bodyPr/>
        <a:lstStyle/>
        <a:p>
          <a:r>
            <a:rPr lang="en-US" sz="1400" b="0" dirty="0">
              <a:solidFill>
                <a:schemeClr val="tx1"/>
              </a:solidFill>
            </a:rPr>
            <a:t>Label review</a:t>
          </a:r>
          <a:endParaRPr lang="en-PH" sz="1400" b="0" dirty="0">
            <a:solidFill>
              <a:schemeClr val="tx1"/>
            </a:solidFill>
          </a:endParaRPr>
        </a:p>
      </dgm:t>
    </dgm:pt>
    <dgm:pt modelId="{E2624039-F921-4B19-9D2E-64B2F78E6E2D}" type="parTrans" cxnId="{85E39C17-545E-4AC6-9CFE-5EFE65CF1EFE}">
      <dgm:prSet/>
      <dgm:spPr/>
      <dgm:t>
        <a:bodyPr/>
        <a:lstStyle/>
        <a:p>
          <a:endParaRPr lang="en-PH"/>
        </a:p>
      </dgm:t>
    </dgm:pt>
    <dgm:pt modelId="{43BF578E-7ABB-42E4-ACD5-D6521316BF27}" type="sibTrans" cxnId="{85E39C17-545E-4AC6-9CFE-5EFE65CF1EFE}">
      <dgm:prSet/>
      <dgm:spPr/>
      <dgm:t>
        <a:bodyPr/>
        <a:lstStyle/>
        <a:p>
          <a:endParaRPr lang="en-PH"/>
        </a:p>
      </dgm:t>
    </dgm:pt>
    <dgm:pt modelId="{1166B959-CAFF-4D74-B118-C80422370330}">
      <dgm:prSet phldrT="[Text]" custT="1"/>
      <dgm:spPr/>
      <dgm:t>
        <a:bodyPr/>
        <a:lstStyle/>
        <a:p>
          <a:r>
            <a:rPr lang="en-US" sz="1400" b="0" dirty="0">
              <a:solidFill>
                <a:schemeClr val="tx1"/>
              </a:solidFill>
            </a:rPr>
            <a:t>Client Projects</a:t>
          </a:r>
          <a:endParaRPr lang="en-PH" sz="1400" b="0" dirty="0">
            <a:solidFill>
              <a:schemeClr val="tx1"/>
            </a:solidFill>
          </a:endParaRPr>
        </a:p>
      </dgm:t>
    </dgm:pt>
    <dgm:pt modelId="{D009C030-C8A3-4558-AAED-6D531E8EDC4D}" type="parTrans" cxnId="{5E3756C7-E868-4684-BC98-2AD89C1A8633}">
      <dgm:prSet/>
      <dgm:spPr/>
      <dgm:t>
        <a:bodyPr/>
        <a:lstStyle/>
        <a:p>
          <a:endParaRPr lang="en-PH"/>
        </a:p>
      </dgm:t>
    </dgm:pt>
    <dgm:pt modelId="{60D57745-9387-46D0-97F7-01A1629EA5BB}" type="sibTrans" cxnId="{5E3756C7-E868-4684-BC98-2AD89C1A8633}">
      <dgm:prSet/>
      <dgm:spPr/>
      <dgm:t>
        <a:bodyPr/>
        <a:lstStyle/>
        <a:p>
          <a:endParaRPr lang="en-PH"/>
        </a:p>
      </dgm:t>
    </dgm:pt>
    <dgm:pt modelId="{F028911D-796D-44D9-99AF-EDD0B2692076}">
      <dgm:prSet phldrT="[Text]" custT="1"/>
      <dgm:spPr/>
      <dgm:t>
        <a:bodyPr/>
        <a:lstStyle/>
        <a:p>
          <a:r>
            <a:rPr lang="en-US" sz="1400" b="0" dirty="0">
              <a:solidFill>
                <a:schemeClr val="tx1"/>
              </a:solidFill>
            </a:rPr>
            <a:t>FSQA</a:t>
          </a:r>
          <a:endParaRPr lang="en-PH" sz="1400" b="0" dirty="0">
            <a:solidFill>
              <a:schemeClr val="tx1"/>
            </a:solidFill>
          </a:endParaRPr>
        </a:p>
      </dgm:t>
    </dgm:pt>
    <dgm:pt modelId="{BB36294A-521E-4177-89ED-CD5EBC7FAABD}" type="parTrans" cxnId="{10B984B3-9982-4569-908F-CA152029544B}">
      <dgm:prSet/>
      <dgm:spPr/>
      <dgm:t>
        <a:bodyPr/>
        <a:lstStyle/>
        <a:p>
          <a:endParaRPr lang="en-PH"/>
        </a:p>
      </dgm:t>
    </dgm:pt>
    <dgm:pt modelId="{A58DE176-EEC0-4366-8086-691BE74FFC86}" type="sibTrans" cxnId="{10B984B3-9982-4569-908F-CA152029544B}">
      <dgm:prSet/>
      <dgm:spPr/>
      <dgm:t>
        <a:bodyPr/>
        <a:lstStyle/>
        <a:p>
          <a:endParaRPr lang="en-PH"/>
        </a:p>
      </dgm:t>
    </dgm:pt>
    <dgm:pt modelId="{F2A2C0D4-B115-4275-95A3-73C03EC2A90B}" type="pres">
      <dgm:prSet presAssocID="{2C22FCD9-CCE4-4F1C-BE09-4B1814264E6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6AF9FC2-0563-4573-95E4-F013145BD75A}" type="pres">
      <dgm:prSet presAssocID="{2F2CBF28-38E0-4209-AB11-D189F1628E57}" presName="hierRoot1" presStyleCnt="0">
        <dgm:presLayoutVars>
          <dgm:hierBranch val="init"/>
        </dgm:presLayoutVars>
      </dgm:prSet>
      <dgm:spPr/>
    </dgm:pt>
    <dgm:pt modelId="{F8136ED5-4285-4F5B-8642-6CD481DEE334}" type="pres">
      <dgm:prSet presAssocID="{2F2CBF28-38E0-4209-AB11-D189F1628E57}" presName="rootComposite1" presStyleCnt="0"/>
      <dgm:spPr/>
    </dgm:pt>
    <dgm:pt modelId="{BE956487-B100-4668-9CC9-020E6B3D4441}" type="pres">
      <dgm:prSet presAssocID="{2F2CBF28-38E0-4209-AB11-D189F1628E57}" presName="rootText1" presStyleLbl="node0" presStyleIdx="0" presStyleCnt="1">
        <dgm:presLayoutVars>
          <dgm:chPref val="3"/>
        </dgm:presLayoutVars>
      </dgm:prSet>
      <dgm:spPr/>
    </dgm:pt>
    <dgm:pt modelId="{8D41132D-7B6B-4D2C-8E16-00AF3296E5B9}" type="pres">
      <dgm:prSet presAssocID="{2F2CBF28-38E0-4209-AB11-D189F1628E57}" presName="rootConnector1" presStyleLbl="node1" presStyleIdx="0" presStyleCnt="0"/>
      <dgm:spPr/>
    </dgm:pt>
    <dgm:pt modelId="{4CEDCD63-95DA-4DAE-B355-699D732AFD80}" type="pres">
      <dgm:prSet presAssocID="{2F2CBF28-38E0-4209-AB11-D189F1628E57}" presName="hierChild2" presStyleCnt="0"/>
      <dgm:spPr/>
    </dgm:pt>
    <dgm:pt modelId="{6B81D649-010C-4297-9B24-517561AE9F25}" type="pres">
      <dgm:prSet presAssocID="{F8F63A88-594B-4A93-8515-2AAA804962C4}" presName="Name37" presStyleLbl="parChTrans1D2" presStyleIdx="0" presStyleCnt="6"/>
      <dgm:spPr/>
    </dgm:pt>
    <dgm:pt modelId="{24284741-1A75-421E-8732-C13D87C253B2}" type="pres">
      <dgm:prSet presAssocID="{407ED16E-A7D3-4979-BA1E-A0D95CDDC113}" presName="hierRoot2" presStyleCnt="0">
        <dgm:presLayoutVars>
          <dgm:hierBranch val="init"/>
        </dgm:presLayoutVars>
      </dgm:prSet>
      <dgm:spPr/>
    </dgm:pt>
    <dgm:pt modelId="{23AECCA4-B03D-4B91-AB68-F62A0FE46E83}" type="pres">
      <dgm:prSet presAssocID="{407ED16E-A7D3-4979-BA1E-A0D95CDDC113}" presName="rootComposite" presStyleCnt="0"/>
      <dgm:spPr/>
    </dgm:pt>
    <dgm:pt modelId="{C91FC268-230F-47F8-AD00-A8791E1B0939}" type="pres">
      <dgm:prSet presAssocID="{407ED16E-A7D3-4979-BA1E-A0D95CDDC113}" presName="rootText" presStyleLbl="node2" presStyleIdx="0" presStyleCnt="6">
        <dgm:presLayoutVars>
          <dgm:chPref val="3"/>
        </dgm:presLayoutVars>
      </dgm:prSet>
      <dgm:spPr/>
    </dgm:pt>
    <dgm:pt modelId="{D652D475-1645-4822-8677-EA53D0FC6736}" type="pres">
      <dgm:prSet presAssocID="{407ED16E-A7D3-4979-BA1E-A0D95CDDC113}" presName="rootConnector" presStyleLbl="node2" presStyleIdx="0" presStyleCnt="6"/>
      <dgm:spPr/>
    </dgm:pt>
    <dgm:pt modelId="{0C1326BA-A435-4E2B-9320-E6E07A11054B}" type="pres">
      <dgm:prSet presAssocID="{407ED16E-A7D3-4979-BA1E-A0D95CDDC113}" presName="hierChild4" presStyleCnt="0"/>
      <dgm:spPr/>
    </dgm:pt>
    <dgm:pt modelId="{ADFD9BB8-5D30-4457-8F38-E5C5BD55DEF5}" type="pres">
      <dgm:prSet presAssocID="{85CB0D18-7077-4A03-A820-4E104B0CCA8F}" presName="Name37" presStyleLbl="parChTrans1D3" presStyleIdx="0" presStyleCnt="15"/>
      <dgm:spPr/>
    </dgm:pt>
    <dgm:pt modelId="{CD7A1B91-4640-4C58-90D7-E358EFBCDD48}" type="pres">
      <dgm:prSet presAssocID="{8242B75F-EFCB-40C3-A5EB-16B103342744}" presName="hierRoot2" presStyleCnt="0">
        <dgm:presLayoutVars>
          <dgm:hierBranch val="init"/>
        </dgm:presLayoutVars>
      </dgm:prSet>
      <dgm:spPr/>
    </dgm:pt>
    <dgm:pt modelId="{819EEE58-4FF2-4E89-834A-88B0E596A8B6}" type="pres">
      <dgm:prSet presAssocID="{8242B75F-EFCB-40C3-A5EB-16B103342744}" presName="rootComposite" presStyleCnt="0"/>
      <dgm:spPr/>
    </dgm:pt>
    <dgm:pt modelId="{D5F02E3B-091C-4A8F-95EB-554079AFFEF4}" type="pres">
      <dgm:prSet presAssocID="{8242B75F-EFCB-40C3-A5EB-16B103342744}" presName="rootText" presStyleLbl="node3" presStyleIdx="0" presStyleCnt="15">
        <dgm:presLayoutVars>
          <dgm:chPref val="3"/>
        </dgm:presLayoutVars>
      </dgm:prSet>
      <dgm:spPr/>
    </dgm:pt>
    <dgm:pt modelId="{02AB22D2-F69C-4CE3-8805-2238A33465C3}" type="pres">
      <dgm:prSet presAssocID="{8242B75F-EFCB-40C3-A5EB-16B103342744}" presName="rootConnector" presStyleLbl="node3" presStyleIdx="0" presStyleCnt="15"/>
      <dgm:spPr/>
    </dgm:pt>
    <dgm:pt modelId="{0E896A99-A01E-4CD8-AEE9-BF0EED38363A}" type="pres">
      <dgm:prSet presAssocID="{8242B75F-EFCB-40C3-A5EB-16B103342744}" presName="hierChild4" presStyleCnt="0"/>
      <dgm:spPr/>
    </dgm:pt>
    <dgm:pt modelId="{608EA849-4861-44E1-8FE8-6802C0F5EAE3}" type="pres">
      <dgm:prSet presAssocID="{8242B75F-EFCB-40C3-A5EB-16B103342744}" presName="hierChild5" presStyleCnt="0"/>
      <dgm:spPr/>
    </dgm:pt>
    <dgm:pt modelId="{0468D836-3038-4417-AD6B-D8BB12555C72}" type="pres">
      <dgm:prSet presAssocID="{D009C030-C8A3-4558-AAED-6D531E8EDC4D}" presName="Name37" presStyleLbl="parChTrans1D3" presStyleIdx="1" presStyleCnt="15"/>
      <dgm:spPr/>
    </dgm:pt>
    <dgm:pt modelId="{5A819611-96DA-4567-B1E9-0BB0A87246E0}" type="pres">
      <dgm:prSet presAssocID="{1166B959-CAFF-4D74-B118-C80422370330}" presName="hierRoot2" presStyleCnt="0">
        <dgm:presLayoutVars>
          <dgm:hierBranch val="init"/>
        </dgm:presLayoutVars>
      </dgm:prSet>
      <dgm:spPr/>
    </dgm:pt>
    <dgm:pt modelId="{5CBBF089-8D67-4691-B4CE-EEC74DCE22E4}" type="pres">
      <dgm:prSet presAssocID="{1166B959-CAFF-4D74-B118-C80422370330}" presName="rootComposite" presStyleCnt="0"/>
      <dgm:spPr/>
    </dgm:pt>
    <dgm:pt modelId="{132BAF16-9B8F-4B36-8363-FA44107964CB}" type="pres">
      <dgm:prSet presAssocID="{1166B959-CAFF-4D74-B118-C80422370330}" presName="rootText" presStyleLbl="node3" presStyleIdx="1" presStyleCnt="15">
        <dgm:presLayoutVars>
          <dgm:chPref val="3"/>
        </dgm:presLayoutVars>
      </dgm:prSet>
      <dgm:spPr/>
    </dgm:pt>
    <dgm:pt modelId="{FE959097-7BF5-48ED-8900-EAF256C254E2}" type="pres">
      <dgm:prSet presAssocID="{1166B959-CAFF-4D74-B118-C80422370330}" presName="rootConnector" presStyleLbl="node3" presStyleIdx="1" presStyleCnt="15"/>
      <dgm:spPr/>
    </dgm:pt>
    <dgm:pt modelId="{E1AE85A8-9917-47C4-946D-F0320279FDA0}" type="pres">
      <dgm:prSet presAssocID="{1166B959-CAFF-4D74-B118-C80422370330}" presName="hierChild4" presStyleCnt="0"/>
      <dgm:spPr/>
    </dgm:pt>
    <dgm:pt modelId="{91357CC7-1005-42CF-8480-D72DE423B159}" type="pres">
      <dgm:prSet presAssocID="{1166B959-CAFF-4D74-B118-C80422370330}" presName="hierChild5" presStyleCnt="0"/>
      <dgm:spPr/>
    </dgm:pt>
    <dgm:pt modelId="{BF79D28C-8AF8-45FA-A28C-838525C90035}" type="pres">
      <dgm:prSet presAssocID="{407ED16E-A7D3-4979-BA1E-A0D95CDDC113}" presName="hierChild5" presStyleCnt="0"/>
      <dgm:spPr/>
    </dgm:pt>
    <dgm:pt modelId="{0E3AC6AD-6FCA-41D4-B8BA-F3F354B1BEDB}" type="pres">
      <dgm:prSet presAssocID="{90B95371-E1AD-427F-A056-85391243CC03}" presName="Name37" presStyleLbl="parChTrans1D2" presStyleIdx="1" presStyleCnt="6"/>
      <dgm:spPr/>
    </dgm:pt>
    <dgm:pt modelId="{DE736F3F-8FF8-40B3-8664-1902B2BD2675}" type="pres">
      <dgm:prSet presAssocID="{95012CF1-FB88-495B-9154-207D84A98D68}" presName="hierRoot2" presStyleCnt="0">
        <dgm:presLayoutVars>
          <dgm:hierBranch val="init"/>
        </dgm:presLayoutVars>
      </dgm:prSet>
      <dgm:spPr/>
    </dgm:pt>
    <dgm:pt modelId="{26A2CE91-EE95-4D1D-A60B-C760A3D803E7}" type="pres">
      <dgm:prSet presAssocID="{95012CF1-FB88-495B-9154-207D84A98D68}" presName="rootComposite" presStyleCnt="0"/>
      <dgm:spPr/>
    </dgm:pt>
    <dgm:pt modelId="{67CE0C7C-24DF-40CD-9A8C-554EC3F832E7}" type="pres">
      <dgm:prSet presAssocID="{95012CF1-FB88-495B-9154-207D84A98D68}" presName="rootText" presStyleLbl="node2" presStyleIdx="1" presStyleCnt="6">
        <dgm:presLayoutVars>
          <dgm:chPref val="3"/>
        </dgm:presLayoutVars>
      </dgm:prSet>
      <dgm:spPr/>
    </dgm:pt>
    <dgm:pt modelId="{802A3328-2998-4EF5-A4A8-4860137FA9F3}" type="pres">
      <dgm:prSet presAssocID="{95012CF1-FB88-495B-9154-207D84A98D68}" presName="rootConnector" presStyleLbl="node2" presStyleIdx="1" presStyleCnt="6"/>
      <dgm:spPr/>
    </dgm:pt>
    <dgm:pt modelId="{BD81B1CD-C5E6-48C5-A5AF-C9C97229C086}" type="pres">
      <dgm:prSet presAssocID="{95012CF1-FB88-495B-9154-207D84A98D68}" presName="hierChild4" presStyleCnt="0"/>
      <dgm:spPr/>
    </dgm:pt>
    <dgm:pt modelId="{34148705-C1E8-4350-BE78-186E3A06856D}" type="pres">
      <dgm:prSet presAssocID="{7B94DB57-2EEE-4879-AC53-86C14D2CD78F}" presName="Name37" presStyleLbl="parChTrans1D3" presStyleIdx="2" presStyleCnt="15"/>
      <dgm:spPr/>
    </dgm:pt>
    <dgm:pt modelId="{C44BFA9E-B44C-425D-8243-619B6C16A198}" type="pres">
      <dgm:prSet presAssocID="{66883307-D4DD-4763-8E8C-AFBA5FA0A6F0}" presName="hierRoot2" presStyleCnt="0">
        <dgm:presLayoutVars>
          <dgm:hierBranch val="init"/>
        </dgm:presLayoutVars>
      </dgm:prSet>
      <dgm:spPr/>
    </dgm:pt>
    <dgm:pt modelId="{3E8ABAB8-5A1A-4428-8173-F433C5364E4A}" type="pres">
      <dgm:prSet presAssocID="{66883307-D4DD-4763-8E8C-AFBA5FA0A6F0}" presName="rootComposite" presStyleCnt="0"/>
      <dgm:spPr/>
    </dgm:pt>
    <dgm:pt modelId="{0A16C795-FF72-4DBE-8D96-11DAE9EE75BD}" type="pres">
      <dgm:prSet presAssocID="{66883307-D4DD-4763-8E8C-AFBA5FA0A6F0}" presName="rootText" presStyleLbl="node3" presStyleIdx="2" presStyleCnt="15">
        <dgm:presLayoutVars>
          <dgm:chPref val="3"/>
        </dgm:presLayoutVars>
      </dgm:prSet>
      <dgm:spPr/>
    </dgm:pt>
    <dgm:pt modelId="{FD24AAD6-D521-4484-AC1E-FE39C8A9044B}" type="pres">
      <dgm:prSet presAssocID="{66883307-D4DD-4763-8E8C-AFBA5FA0A6F0}" presName="rootConnector" presStyleLbl="node3" presStyleIdx="2" presStyleCnt="15"/>
      <dgm:spPr/>
    </dgm:pt>
    <dgm:pt modelId="{781285B1-C4E9-4AC0-811A-BCDCACC5D197}" type="pres">
      <dgm:prSet presAssocID="{66883307-D4DD-4763-8E8C-AFBA5FA0A6F0}" presName="hierChild4" presStyleCnt="0"/>
      <dgm:spPr/>
    </dgm:pt>
    <dgm:pt modelId="{F6B05422-304C-44A9-AA01-38903274AA61}" type="pres">
      <dgm:prSet presAssocID="{66883307-D4DD-4763-8E8C-AFBA5FA0A6F0}" presName="hierChild5" presStyleCnt="0"/>
      <dgm:spPr/>
    </dgm:pt>
    <dgm:pt modelId="{2D471B5F-3F43-44B5-BF2D-4368F11D3699}" type="pres">
      <dgm:prSet presAssocID="{D1DEF96F-9CB0-4372-90B4-14C0460523C3}" presName="Name37" presStyleLbl="parChTrans1D3" presStyleIdx="3" presStyleCnt="15"/>
      <dgm:spPr/>
    </dgm:pt>
    <dgm:pt modelId="{218DEEDD-6BF2-4125-8DA4-B1D5377E739C}" type="pres">
      <dgm:prSet presAssocID="{411458A2-3530-4E79-BA94-B49B6EFDDFAF}" presName="hierRoot2" presStyleCnt="0">
        <dgm:presLayoutVars>
          <dgm:hierBranch val="init"/>
        </dgm:presLayoutVars>
      </dgm:prSet>
      <dgm:spPr/>
    </dgm:pt>
    <dgm:pt modelId="{8D4FA55B-1288-4497-8051-5220FF07AB0D}" type="pres">
      <dgm:prSet presAssocID="{411458A2-3530-4E79-BA94-B49B6EFDDFAF}" presName="rootComposite" presStyleCnt="0"/>
      <dgm:spPr/>
    </dgm:pt>
    <dgm:pt modelId="{E2928895-8F23-4F34-A892-79EAA2B2D2BF}" type="pres">
      <dgm:prSet presAssocID="{411458A2-3530-4E79-BA94-B49B6EFDDFAF}" presName="rootText" presStyleLbl="node3" presStyleIdx="3" presStyleCnt="15">
        <dgm:presLayoutVars>
          <dgm:chPref val="3"/>
        </dgm:presLayoutVars>
      </dgm:prSet>
      <dgm:spPr/>
    </dgm:pt>
    <dgm:pt modelId="{7BB908CF-8ACA-4EF8-8120-8285736C8202}" type="pres">
      <dgm:prSet presAssocID="{411458A2-3530-4E79-BA94-B49B6EFDDFAF}" presName="rootConnector" presStyleLbl="node3" presStyleIdx="3" presStyleCnt="15"/>
      <dgm:spPr/>
    </dgm:pt>
    <dgm:pt modelId="{4298B010-5614-48FE-8BF9-7D2305460704}" type="pres">
      <dgm:prSet presAssocID="{411458A2-3530-4E79-BA94-B49B6EFDDFAF}" presName="hierChild4" presStyleCnt="0"/>
      <dgm:spPr/>
    </dgm:pt>
    <dgm:pt modelId="{F4984587-983C-42D9-B4BE-AE02975651C0}" type="pres">
      <dgm:prSet presAssocID="{411458A2-3530-4E79-BA94-B49B6EFDDFAF}" presName="hierChild5" presStyleCnt="0"/>
      <dgm:spPr/>
    </dgm:pt>
    <dgm:pt modelId="{E936AFD9-C01C-4A3D-A0E3-92F9533EA185}" type="pres">
      <dgm:prSet presAssocID="{E2624039-F921-4B19-9D2E-64B2F78E6E2D}" presName="Name37" presStyleLbl="parChTrans1D3" presStyleIdx="4" presStyleCnt="15"/>
      <dgm:spPr/>
    </dgm:pt>
    <dgm:pt modelId="{C506B400-4F85-482F-B51D-E886DB219C79}" type="pres">
      <dgm:prSet presAssocID="{39F390E1-C819-485D-A7D4-0FAE19BD8912}" presName="hierRoot2" presStyleCnt="0">
        <dgm:presLayoutVars>
          <dgm:hierBranch val="init"/>
        </dgm:presLayoutVars>
      </dgm:prSet>
      <dgm:spPr/>
    </dgm:pt>
    <dgm:pt modelId="{7D5DA773-9414-4827-9467-C5938209344D}" type="pres">
      <dgm:prSet presAssocID="{39F390E1-C819-485D-A7D4-0FAE19BD8912}" presName="rootComposite" presStyleCnt="0"/>
      <dgm:spPr/>
    </dgm:pt>
    <dgm:pt modelId="{E2F26A2D-1CA4-41AE-A805-FEE83BDAB3EA}" type="pres">
      <dgm:prSet presAssocID="{39F390E1-C819-485D-A7D4-0FAE19BD8912}" presName="rootText" presStyleLbl="node3" presStyleIdx="4" presStyleCnt="15">
        <dgm:presLayoutVars>
          <dgm:chPref val="3"/>
        </dgm:presLayoutVars>
      </dgm:prSet>
      <dgm:spPr/>
    </dgm:pt>
    <dgm:pt modelId="{0F6A87CE-2960-41A1-96F8-CB0C90DB57B0}" type="pres">
      <dgm:prSet presAssocID="{39F390E1-C819-485D-A7D4-0FAE19BD8912}" presName="rootConnector" presStyleLbl="node3" presStyleIdx="4" presStyleCnt="15"/>
      <dgm:spPr/>
    </dgm:pt>
    <dgm:pt modelId="{BD9852CE-1C39-4012-90F9-E698901EAE82}" type="pres">
      <dgm:prSet presAssocID="{39F390E1-C819-485D-A7D4-0FAE19BD8912}" presName="hierChild4" presStyleCnt="0"/>
      <dgm:spPr/>
    </dgm:pt>
    <dgm:pt modelId="{EA7F50DD-E91D-4D93-878F-92764C67BE6A}" type="pres">
      <dgm:prSet presAssocID="{39F390E1-C819-485D-A7D4-0FAE19BD8912}" presName="hierChild5" presStyleCnt="0"/>
      <dgm:spPr/>
    </dgm:pt>
    <dgm:pt modelId="{9BCF198E-0F9E-4B66-8BB5-893D14913E4E}" type="pres">
      <dgm:prSet presAssocID="{95012CF1-FB88-495B-9154-207D84A98D68}" presName="hierChild5" presStyleCnt="0"/>
      <dgm:spPr/>
    </dgm:pt>
    <dgm:pt modelId="{4036E218-87DE-41F2-8440-6A05A6E3E03A}" type="pres">
      <dgm:prSet presAssocID="{5C33FE88-538A-4C22-87C8-FB048C99BBF0}" presName="Name37" presStyleLbl="parChTrans1D2" presStyleIdx="2" presStyleCnt="6"/>
      <dgm:spPr/>
    </dgm:pt>
    <dgm:pt modelId="{4A9106E0-0287-48D8-93C7-7E2596B147CC}" type="pres">
      <dgm:prSet presAssocID="{6DCF9C19-F38C-4C06-9A7D-8F7B7697F73E}" presName="hierRoot2" presStyleCnt="0">
        <dgm:presLayoutVars>
          <dgm:hierBranch val="init"/>
        </dgm:presLayoutVars>
      </dgm:prSet>
      <dgm:spPr/>
    </dgm:pt>
    <dgm:pt modelId="{E114CE35-C03C-453B-915E-314F5B8DEA13}" type="pres">
      <dgm:prSet presAssocID="{6DCF9C19-F38C-4C06-9A7D-8F7B7697F73E}" presName="rootComposite" presStyleCnt="0"/>
      <dgm:spPr/>
    </dgm:pt>
    <dgm:pt modelId="{01E54F76-4B7A-4F8C-A34A-816F1E4639A5}" type="pres">
      <dgm:prSet presAssocID="{6DCF9C19-F38C-4C06-9A7D-8F7B7697F73E}" presName="rootText" presStyleLbl="node2" presStyleIdx="2" presStyleCnt="6">
        <dgm:presLayoutVars>
          <dgm:chPref val="3"/>
        </dgm:presLayoutVars>
      </dgm:prSet>
      <dgm:spPr/>
    </dgm:pt>
    <dgm:pt modelId="{D8344023-6AD5-4AC5-8653-06A888FC30B4}" type="pres">
      <dgm:prSet presAssocID="{6DCF9C19-F38C-4C06-9A7D-8F7B7697F73E}" presName="rootConnector" presStyleLbl="node2" presStyleIdx="2" presStyleCnt="6"/>
      <dgm:spPr/>
    </dgm:pt>
    <dgm:pt modelId="{74749DC7-31FB-4B5E-80A9-24C62B22CDA8}" type="pres">
      <dgm:prSet presAssocID="{6DCF9C19-F38C-4C06-9A7D-8F7B7697F73E}" presName="hierChild4" presStyleCnt="0"/>
      <dgm:spPr/>
    </dgm:pt>
    <dgm:pt modelId="{FA6D1058-F085-4CCA-8223-3DD0C9E722CD}" type="pres">
      <dgm:prSet presAssocID="{2B6CF071-970C-4D19-92E0-68AF8333CBF1}" presName="Name37" presStyleLbl="parChTrans1D3" presStyleIdx="5" presStyleCnt="15"/>
      <dgm:spPr/>
    </dgm:pt>
    <dgm:pt modelId="{563FED87-9B6D-4DCB-A8B3-80249A313253}" type="pres">
      <dgm:prSet presAssocID="{D1474B00-CB88-4797-A6D8-F4B68D2AE58F}" presName="hierRoot2" presStyleCnt="0">
        <dgm:presLayoutVars>
          <dgm:hierBranch val="init"/>
        </dgm:presLayoutVars>
      </dgm:prSet>
      <dgm:spPr/>
    </dgm:pt>
    <dgm:pt modelId="{BD6DA456-7767-4058-9E12-4B19F325C685}" type="pres">
      <dgm:prSet presAssocID="{D1474B00-CB88-4797-A6D8-F4B68D2AE58F}" presName="rootComposite" presStyleCnt="0"/>
      <dgm:spPr/>
    </dgm:pt>
    <dgm:pt modelId="{251F1D6B-9D48-4A49-AC07-791A7D81A269}" type="pres">
      <dgm:prSet presAssocID="{D1474B00-CB88-4797-A6D8-F4B68D2AE58F}" presName="rootText" presStyleLbl="node3" presStyleIdx="5" presStyleCnt="15" custScaleY="130132">
        <dgm:presLayoutVars>
          <dgm:chPref val="3"/>
        </dgm:presLayoutVars>
      </dgm:prSet>
      <dgm:spPr/>
    </dgm:pt>
    <dgm:pt modelId="{2F19A8AB-D89E-474D-B299-0DF131756EE5}" type="pres">
      <dgm:prSet presAssocID="{D1474B00-CB88-4797-A6D8-F4B68D2AE58F}" presName="rootConnector" presStyleLbl="node3" presStyleIdx="5" presStyleCnt="15"/>
      <dgm:spPr/>
    </dgm:pt>
    <dgm:pt modelId="{149876B8-F01E-4952-BDEB-716C673F4368}" type="pres">
      <dgm:prSet presAssocID="{D1474B00-CB88-4797-A6D8-F4B68D2AE58F}" presName="hierChild4" presStyleCnt="0"/>
      <dgm:spPr/>
    </dgm:pt>
    <dgm:pt modelId="{80FBBA28-7CCB-427B-92CD-9E0A1FA8C978}" type="pres">
      <dgm:prSet presAssocID="{D1474B00-CB88-4797-A6D8-F4B68D2AE58F}" presName="hierChild5" presStyleCnt="0"/>
      <dgm:spPr/>
    </dgm:pt>
    <dgm:pt modelId="{95D33A6B-19AD-44E5-B449-1FF47E57DD0A}" type="pres">
      <dgm:prSet presAssocID="{4B71D032-5B34-4C4C-9A74-266E8D964C97}" presName="Name37" presStyleLbl="parChTrans1D3" presStyleIdx="6" presStyleCnt="15"/>
      <dgm:spPr/>
    </dgm:pt>
    <dgm:pt modelId="{E5B3A70B-D9F1-4995-91D5-18F84FF55337}" type="pres">
      <dgm:prSet presAssocID="{7A5953BA-3A18-4F1B-9508-5C2280042776}" presName="hierRoot2" presStyleCnt="0">
        <dgm:presLayoutVars>
          <dgm:hierBranch val="init"/>
        </dgm:presLayoutVars>
      </dgm:prSet>
      <dgm:spPr/>
    </dgm:pt>
    <dgm:pt modelId="{4F91F9C7-48B5-421E-ADF6-74B42F1780B6}" type="pres">
      <dgm:prSet presAssocID="{7A5953BA-3A18-4F1B-9508-5C2280042776}" presName="rootComposite" presStyleCnt="0"/>
      <dgm:spPr/>
    </dgm:pt>
    <dgm:pt modelId="{281CCA7D-CCFE-482F-8EC0-8957C9DCCBC3}" type="pres">
      <dgm:prSet presAssocID="{7A5953BA-3A18-4F1B-9508-5C2280042776}" presName="rootText" presStyleLbl="node3" presStyleIdx="6" presStyleCnt="15">
        <dgm:presLayoutVars>
          <dgm:chPref val="3"/>
        </dgm:presLayoutVars>
      </dgm:prSet>
      <dgm:spPr/>
    </dgm:pt>
    <dgm:pt modelId="{5918BDEB-A979-44BE-AAC7-B7B5DD76CA18}" type="pres">
      <dgm:prSet presAssocID="{7A5953BA-3A18-4F1B-9508-5C2280042776}" presName="rootConnector" presStyleLbl="node3" presStyleIdx="6" presStyleCnt="15"/>
      <dgm:spPr/>
    </dgm:pt>
    <dgm:pt modelId="{7A449BE7-4335-47CC-B3FE-14D34332999C}" type="pres">
      <dgm:prSet presAssocID="{7A5953BA-3A18-4F1B-9508-5C2280042776}" presName="hierChild4" presStyleCnt="0"/>
      <dgm:spPr/>
    </dgm:pt>
    <dgm:pt modelId="{71495994-922D-4F8C-87F1-A0A1ACDA9DD7}" type="pres">
      <dgm:prSet presAssocID="{7A5953BA-3A18-4F1B-9508-5C2280042776}" presName="hierChild5" presStyleCnt="0"/>
      <dgm:spPr/>
    </dgm:pt>
    <dgm:pt modelId="{5954EB5E-13BF-4EC7-A084-1276074E4DC8}" type="pres">
      <dgm:prSet presAssocID="{BB36294A-521E-4177-89ED-CD5EBC7FAABD}" presName="Name37" presStyleLbl="parChTrans1D3" presStyleIdx="7" presStyleCnt="15"/>
      <dgm:spPr/>
    </dgm:pt>
    <dgm:pt modelId="{34A71444-1DA3-4A07-95DB-5EADFDFF0E20}" type="pres">
      <dgm:prSet presAssocID="{F028911D-796D-44D9-99AF-EDD0B2692076}" presName="hierRoot2" presStyleCnt="0">
        <dgm:presLayoutVars>
          <dgm:hierBranch val="init"/>
        </dgm:presLayoutVars>
      </dgm:prSet>
      <dgm:spPr/>
    </dgm:pt>
    <dgm:pt modelId="{575078C6-2885-49E3-99B6-8B3B799E677D}" type="pres">
      <dgm:prSet presAssocID="{F028911D-796D-44D9-99AF-EDD0B2692076}" presName="rootComposite" presStyleCnt="0"/>
      <dgm:spPr/>
    </dgm:pt>
    <dgm:pt modelId="{765E03EF-66BF-4E74-BC47-1749A39C08DF}" type="pres">
      <dgm:prSet presAssocID="{F028911D-796D-44D9-99AF-EDD0B2692076}" presName="rootText" presStyleLbl="node3" presStyleIdx="7" presStyleCnt="15">
        <dgm:presLayoutVars>
          <dgm:chPref val="3"/>
        </dgm:presLayoutVars>
      </dgm:prSet>
      <dgm:spPr/>
    </dgm:pt>
    <dgm:pt modelId="{E6DCDA9C-66E6-4251-AD27-94B79E71FF59}" type="pres">
      <dgm:prSet presAssocID="{F028911D-796D-44D9-99AF-EDD0B2692076}" presName="rootConnector" presStyleLbl="node3" presStyleIdx="7" presStyleCnt="15"/>
      <dgm:spPr/>
    </dgm:pt>
    <dgm:pt modelId="{5754EAAA-F444-464A-9B21-D7723552BF4D}" type="pres">
      <dgm:prSet presAssocID="{F028911D-796D-44D9-99AF-EDD0B2692076}" presName="hierChild4" presStyleCnt="0"/>
      <dgm:spPr/>
    </dgm:pt>
    <dgm:pt modelId="{CAB91C83-E03B-4C3F-94DF-53D200050D93}" type="pres">
      <dgm:prSet presAssocID="{F028911D-796D-44D9-99AF-EDD0B2692076}" presName="hierChild5" presStyleCnt="0"/>
      <dgm:spPr/>
    </dgm:pt>
    <dgm:pt modelId="{E6448B44-4163-424C-9D36-BA3287D23BDE}" type="pres">
      <dgm:prSet presAssocID="{6DCF9C19-F38C-4C06-9A7D-8F7B7697F73E}" presName="hierChild5" presStyleCnt="0"/>
      <dgm:spPr/>
    </dgm:pt>
    <dgm:pt modelId="{98575591-56B6-4D79-BCC7-559A58DDF691}" type="pres">
      <dgm:prSet presAssocID="{A5F10BEA-696E-4C0B-A424-E8E42FE19B89}" presName="Name37" presStyleLbl="parChTrans1D2" presStyleIdx="3" presStyleCnt="6"/>
      <dgm:spPr/>
    </dgm:pt>
    <dgm:pt modelId="{72F0D181-4DCE-44B2-B722-0788B44C5E18}" type="pres">
      <dgm:prSet presAssocID="{D9634D46-F05A-47F9-8AFC-CA5D50502583}" presName="hierRoot2" presStyleCnt="0">
        <dgm:presLayoutVars>
          <dgm:hierBranch val="init"/>
        </dgm:presLayoutVars>
      </dgm:prSet>
      <dgm:spPr/>
    </dgm:pt>
    <dgm:pt modelId="{8789E710-2783-4024-9361-DCFFD39023F6}" type="pres">
      <dgm:prSet presAssocID="{D9634D46-F05A-47F9-8AFC-CA5D50502583}" presName="rootComposite" presStyleCnt="0"/>
      <dgm:spPr/>
    </dgm:pt>
    <dgm:pt modelId="{56966035-32FB-4AE5-8831-A4017F98120F}" type="pres">
      <dgm:prSet presAssocID="{D9634D46-F05A-47F9-8AFC-CA5D50502583}" presName="rootText" presStyleLbl="node2" presStyleIdx="3" presStyleCnt="6">
        <dgm:presLayoutVars>
          <dgm:chPref val="3"/>
        </dgm:presLayoutVars>
      </dgm:prSet>
      <dgm:spPr/>
    </dgm:pt>
    <dgm:pt modelId="{FF5ED560-EDE1-4B56-8085-D4DB18078B4F}" type="pres">
      <dgm:prSet presAssocID="{D9634D46-F05A-47F9-8AFC-CA5D50502583}" presName="rootConnector" presStyleLbl="node2" presStyleIdx="3" presStyleCnt="6"/>
      <dgm:spPr/>
    </dgm:pt>
    <dgm:pt modelId="{B8ECD350-66FF-4ACE-9877-A02E78F4D3F8}" type="pres">
      <dgm:prSet presAssocID="{D9634D46-F05A-47F9-8AFC-CA5D50502583}" presName="hierChild4" presStyleCnt="0"/>
      <dgm:spPr/>
    </dgm:pt>
    <dgm:pt modelId="{58AD7F2B-9155-41AB-B603-DA541C0825E3}" type="pres">
      <dgm:prSet presAssocID="{E5E11A5A-46C4-4451-A9DF-D231BF0ABE6B}" presName="Name37" presStyleLbl="parChTrans1D3" presStyleIdx="8" presStyleCnt="15"/>
      <dgm:spPr/>
    </dgm:pt>
    <dgm:pt modelId="{A6C74D28-DF17-4D98-ABDA-5E2B2BBB7502}" type="pres">
      <dgm:prSet presAssocID="{57D9D0ED-68B3-414E-B40C-BAF4EC079933}" presName="hierRoot2" presStyleCnt="0">
        <dgm:presLayoutVars>
          <dgm:hierBranch val="init"/>
        </dgm:presLayoutVars>
      </dgm:prSet>
      <dgm:spPr/>
    </dgm:pt>
    <dgm:pt modelId="{FA45DF1A-F24B-4BD8-9E9B-AFD7CD881C41}" type="pres">
      <dgm:prSet presAssocID="{57D9D0ED-68B3-414E-B40C-BAF4EC079933}" presName="rootComposite" presStyleCnt="0"/>
      <dgm:spPr/>
    </dgm:pt>
    <dgm:pt modelId="{35D5627A-07CC-4BF0-A857-113672458FA3}" type="pres">
      <dgm:prSet presAssocID="{57D9D0ED-68B3-414E-B40C-BAF4EC079933}" presName="rootText" presStyleLbl="node3" presStyleIdx="8" presStyleCnt="15">
        <dgm:presLayoutVars>
          <dgm:chPref val="3"/>
        </dgm:presLayoutVars>
      </dgm:prSet>
      <dgm:spPr/>
    </dgm:pt>
    <dgm:pt modelId="{E0BE5C09-69FA-4408-8202-57C2465BEBDA}" type="pres">
      <dgm:prSet presAssocID="{57D9D0ED-68B3-414E-B40C-BAF4EC079933}" presName="rootConnector" presStyleLbl="node3" presStyleIdx="8" presStyleCnt="15"/>
      <dgm:spPr/>
    </dgm:pt>
    <dgm:pt modelId="{D4FFC70C-6750-4CC1-911F-ED6286C84E43}" type="pres">
      <dgm:prSet presAssocID="{57D9D0ED-68B3-414E-B40C-BAF4EC079933}" presName="hierChild4" presStyleCnt="0"/>
      <dgm:spPr/>
    </dgm:pt>
    <dgm:pt modelId="{FA657D4B-1F25-43DA-9432-3F55C5EA56B7}" type="pres">
      <dgm:prSet presAssocID="{57D9D0ED-68B3-414E-B40C-BAF4EC079933}" presName="hierChild5" presStyleCnt="0"/>
      <dgm:spPr/>
    </dgm:pt>
    <dgm:pt modelId="{488713B7-9DD3-4CF2-ABF9-46F65345D635}" type="pres">
      <dgm:prSet presAssocID="{0A140557-EB47-4CCA-9134-62AD56731AAD}" presName="Name37" presStyleLbl="parChTrans1D3" presStyleIdx="9" presStyleCnt="15"/>
      <dgm:spPr/>
    </dgm:pt>
    <dgm:pt modelId="{C1E385C9-B49B-4239-B630-4447831680BC}" type="pres">
      <dgm:prSet presAssocID="{168DB444-79B3-4453-A25B-AF769FD84F80}" presName="hierRoot2" presStyleCnt="0">
        <dgm:presLayoutVars>
          <dgm:hierBranch val="init"/>
        </dgm:presLayoutVars>
      </dgm:prSet>
      <dgm:spPr/>
    </dgm:pt>
    <dgm:pt modelId="{C67404A2-CDFD-4275-9907-E14955B5DED1}" type="pres">
      <dgm:prSet presAssocID="{168DB444-79B3-4453-A25B-AF769FD84F80}" presName="rootComposite" presStyleCnt="0"/>
      <dgm:spPr/>
    </dgm:pt>
    <dgm:pt modelId="{68A56F5B-8801-4728-A396-160396B7462B}" type="pres">
      <dgm:prSet presAssocID="{168DB444-79B3-4453-A25B-AF769FD84F80}" presName="rootText" presStyleLbl="node3" presStyleIdx="9" presStyleCnt="15">
        <dgm:presLayoutVars>
          <dgm:chPref val="3"/>
        </dgm:presLayoutVars>
      </dgm:prSet>
      <dgm:spPr/>
    </dgm:pt>
    <dgm:pt modelId="{5E3FEFA1-0A78-4E4D-9A27-6B8E058CE06A}" type="pres">
      <dgm:prSet presAssocID="{168DB444-79B3-4453-A25B-AF769FD84F80}" presName="rootConnector" presStyleLbl="node3" presStyleIdx="9" presStyleCnt="15"/>
      <dgm:spPr/>
    </dgm:pt>
    <dgm:pt modelId="{0E7FAF82-3933-431C-AF10-37AC937669AB}" type="pres">
      <dgm:prSet presAssocID="{168DB444-79B3-4453-A25B-AF769FD84F80}" presName="hierChild4" presStyleCnt="0"/>
      <dgm:spPr/>
    </dgm:pt>
    <dgm:pt modelId="{4B115A09-56AD-42CF-A184-12E1FF9FFFF2}" type="pres">
      <dgm:prSet presAssocID="{168DB444-79B3-4453-A25B-AF769FD84F80}" presName="hierChild5" presStyleCnt="0"/>
      <dgm:spPr/>
    </dgm:pt>
    <dgm:pt modelId="{18F6115B-A5EC-43E3-B57F-2D020170E843}" type="pres">
      <dgm:prSet presAssocID="{826B0540-7FC9-4A19-9698-9C6CE8851B21}" presName="Name37" presStyleLbl="parChTrans1D3" presStyleIdx="10" presStyleCnt="15"/>
      <dgm:spPr/>
    </dgm:pt>
    <dgm:pt modelId="{5C20C548-69CF-42F2-9CBC-3AC9B131D69C}" type="pres">
      <dgm:prSet presAssocID="{CAF7EC32-0D9E-4208-AF1D-3E87F50E379C}" presName="hierRoot2" presStyleCnt="0">
        <dgm:presLayoutVars>
          <dgm:hierBranch val="init"/>
        </dgm:presLayoutVars>
      </dgm:prSet>
      <dgm:spPr/>
    </dgm:pt>
    <dgm:pt modelId="{EA15DA71-7337-49EA-86A1-C7407ED5E579}" type="pres">
      <dgm:prSet presAssocID="{CAF7EC32-0D9E-4208-AF1D-3E87F50E379C}" presName="rootComposite" presStyleCnt="0"/>
      <dgm:spPr/>
    </dgm:pt>
    <dgm:pt modelId="{A27E4E78-7804-445E-A9C2-4F808073FB29}" type="pres">
      <dgm:prSet presAssocID="{CAF7EC32-0D9E-4208-AF1D-3E87F50E379C}" presName="rootText" presStyleLbl="node3" presStyleIdx="10" presStyleCnt="15">
        <dgm:presLayoutVars>
          <dgm:chPref val="3"/>
        </dgm:presLayoutVars>
      </dgm:prSet>
      <dgm:spPr/>
    </dgm:pt>
    <dgm:pt modelId="{39CAA432-E9A8-4DCD-A25E-AE8C3C838683}" type="pres">
      <dgm:prSet presAssocID="{CAF7EC32-0D9E-4208-AF1D-3E87F50E379C}" presName="rootConnector" presStyleLbl="node3" presStyleIdx="10" presStyleCnt="15"/>
      <dgm:spPr/>
    </dgm:pt>
    <dgm:pt modelId="{572E0947-A2F4-4EB8-A3E4-5969EF50E453}" type="pres">
      <dgm:prSet presAssocID="{CAF7EC32-0D9E-4208-AF1D-3E87F50E379C}" presName="hierChild4" presStyleCnt="0"/>
      <dgm:spPr/>
    </dgm:pt>
    <dgm:pt modelId="{9B40B814-0320-4871-B747-02091DD44668}" type="pres">
      <dgm:prSet presAssocID="{CAF7EC32-0D9E-4208-AF1D-3E87F50E379C}" presName="hierChild5" presStyleCnt="0"/>
      <dgm:spPr/>
    </dgm:pt>
    <dgm:pt modelId="{B97B345B-1BCF-4651-A681-09DF52B26321}" type="pres">
      <dgm:prSet presAssocID="{D9634D46-F05A-47F9-8AFC-CA5D50502583}" presName="hierChild5" presStyleCnt="0"/>
      <dgm:spPr/>
    </dgm:pt>
    <dgm:pt modelId="{E9D3A4A6-12F0-4C58-A5C7-AB61C29DC93E}" type="pres">
      <dgm:prSet presAssocID="{15C96544-370E-43A1-A4DF-1C428C44B6FB}" presName="Name37" presStyleLbl="parChTrans1D2" presStyleIdx="4" presStyleCnt="6"/>
      <dgm:spPr/>
    </dgm:pt>
    <dgm:pt modelId="{E6B68237-4A4D-47EF-A17E-4B3457BDD801}" type="pres">
      <dgm:prSet presAssocID="{07D0017E-EEB0-4336-8862-08309138DB42}" presName="hierRoot2" presStyleCnt="0">
        <dgm:presLayoutVars>
          <dgm:hierBranch val="init"/>
        </dgm:presLayoutVars>
      </dgm:prSet>
      <dgm:spPr/>
    </dgm:pt>
    <dgm:pt modelId="{F41C1DB5-826B-458F-BD3F-549C26D5AF4D}" type="pres">
      <dgm:prSet presAssocID="{07D0017E-EEB0-4336-8862-08309138DB42}" presName="rootComposite" presStyleCnt="0"/>
      <dgm:spPr/>
    </dgm:pt>
    <dgm:pt modelId="{F1371548-E1A6-4B56-AEBD-222F05F35B20}" type="pres">
      <dgm:prSet presAssocID="{07D0017E-EEB0-4336-8862-08309138DB42}" presName="rootText" presStyleLbl="node2" presStyleIdx="4" presStyleCnt="6">
        <dgm:presLayoutVars>
          <dgm:chPref val="3"/>
        </dgm:presLayoutVars>
      </dgm:prSet>
      <dgm:spPr/>
    </dgm:pt>
    <dgm:pt modelId="{77811460-B400-4275-837C-FBE3CB261921}" type="pres">
      <dgm:prSet presAssocID="{07D0017E-EEB0-4336-8862-08309138DB42}" presName="rootConnector" presStyleLbl="node2" presStyleIdx="4" presStyleCnt="6"/>
      <dgm:spPr/>
    </dgm:pt>
    <dgm:pt modelId="{FC3C4041-FC2D-42F0-AC56-0D18289B32C6}" type="pres">
      <dgm:prSet presAssocID="{07D0017E-EEB0-4336-8862-08309138DB42}" presName="hierChild4" presStyleCnt="0"/>
      <dgm:spPr/>
    </dgm:pt>
    <dgm:pt modelId="{60E4C03C-FB1E-4D57-B7E9-247653649073}" type="pres">
      <dgm:prSet presAssocID="{AC3B530A-307E-45EA-89F9-FBBEA88E76D4}" presName="Name37" presStyleLbl="parChTrans1D3" presStyleIdx="11" presStyleCnt="15"/>
      <dgm:spPr/>
    </dgm:pt>
    <dgm:pt modelId="{12844F25-A455-4384-A217-64928936CEB0}" type="pres">
      <dgm:prSet presAssocID="{247AE7A8-2379-494E-8BAB-E21D7CE4E7EC}" presName="hierRoot2" presStyleCnt="0">
        <dgm:presLayoutVars>
          <dgm:hierBranch val="init"/>
        </dgm:presLayoutVars>
      </dgm:prSet>
      <dgm:spPr/>
    </dgm:pt>
    <dgm:pt modelId="{6FF07724-BA99-46AF-BA88-D445CC5FB958}" type="pres">
      <dgm:prSet presAssocID="{247AE7A8-2379-494E-8BAB-E21D7CE4E7EC}" presName="rootComposite" presStyleCnt="0"/>
      <dgm:spPr/>
    </dgm:pt>
    <dgm:pt modelId="{DCF09852-E628-48A5-84FF-61F5F9897ABA}" type="pres">
      <dgm:prSet presAssocID="{247AE7A8-2379-494E-8BAB-E21D7CE4E7EC}" presName="rootText" presStyleLbl="node3" presStyleIdx="11" presStyleCnt="15">
        <dgm:presLayoutVars>
          <dgm:chPref val="3"/>
        </dgm:presLayoutVars>
      </dgm:prSet>
      <dgm:spPr/>
    </dgm:pt>
    <dgm:pt modelId="{D127015F-A692-459E-8B73-CAF6C8FAE16E}" type="pres">
      <dgm:prSet presAssocID="{247AE7A8-2379-494E-8BAB-E21D7CE4E7EC}" presName="rootConnector" presStyleLbl="node3" presStyleIdx="11" presStyleCnt="15"/>
      <dgm:spPr/>
    </dgm:pt>
    <dgm:pt modelId="{FB2E4FB5-A826-43E6-BD3B-E0DB66802FE8}" type="pres">
      <dgm:prSet presAssocID="{247AE7A8-2379-494E-8BAB-E21D7CE4E7EC}" presName="hierChild4" presStyleCnt="0"/>
      <dgm:spPr/>
    </dgm:pt>
    <dgm:pt modelId="{F38267F8-32F8-4CEA-A21D-CFAE61456E3B}" type="pres">
      <dgm:prSet presAssocID="{247AE7A8-2379-494E-8BAB-E21D7CE4E7EC}" presName="hierChild5" presStyleCnt="0"/>
      <dgm:spPr/>
    </dgm:pt>
    <dgm:pt modelId="{C4FE56EA-746D-40F7-9FA3-39933017B6B8}" type="pres">
      <dgm:prSet presAssocID="{51C196A2-C0AC-4ED8-8051-AFFC11A306D3}" presName="Name37" presStyleLbl="parChTrans1D3" presStyleIdx="12" presStyleCnt="15"/>
      <dgm:spPr/>
    </dgm:pt>
    <dgm:pt modelId="{28ACF1ED-BE37-4BA8-B787-465E1E10BBAF}" type="pres">
      <dgm:prSet presAssocID="{78B4E01A-7655-4E09-936A-E45B23D724D4}" presName="hierRoot2" presStyleCnt="0">
        <dgm:presLayoutVars>
          <dgm:hierBranch val="init"/>
        </dgm:presLayoutVars>
      </dgm:prSet>
      <dgm:spPr/>
    </dgm:pt>
    <dgm:pt modelId="{6ADA0038-FCBF-442F-8FE5-048A5728908E}" type="pres">
      <dgm:prSet presAssocID="{78B4E01A-7655-4E09-936A-E45B23D724D4}" presName="rootComposite" presStyleCnt="0"/>
      <dgm:spPr/>
    </dgm:pt>
    <dgm:pt modelId="{819F82AC-EB5F-4CA6-BBF7-F4A21194D13B}" type="pres">
      <dgm:prSet presAssocID="{78B4E01A-7655-4E09-936A-E45B23D724D4}" presName="rootText" presStyleLbl="node3" presStyleIdx="12" presStyleCnt="15">
        <dgm:presLayoutVars>
          <dgm:chPref val="3"/>
        </dgm:presLayoutVars>
      </dgm:prSet>
      <dgm:spPr/>
    </dgm:pt>
    <dgm:pt modelId="{1DAF2568-D18E-49E2-BFC3-A1605BCF3806}" type="pres">
      <dgm:prSet presAssocID="{78B4E01A-7655-4E09-936A-E45B23D724D4}" presName="rootConnector" presStyleLbl="node3" presStyleIdx="12" presStyleCnt="15"/>
      <dgm:spPr/>
    </dgm:pt>
    <dgm:pt modelId="{31D2AA33-88A3-440A-95F8-07357DBFC29F}" type="pres">
      <dgm:prSet presAssocID="{78B4E01A-7655-4E09-936A-E45B23D724D4}" presName="hierChild4" presStyleCnt="0"/>
      <dgm:spPr/>
    </dgm:pt>
    <dgm:pt modelId="{20C38167-CC08-4D7D-A6C7-17AABE83E499}" type="pres">
      <dgm:prSet presAssocID="{78B4E01A-7655-4E09-936A-E45B23D724D4}" presName="hierChild5" presStyleCnt="0"/>
      <dgm:spPr/>
    </dgm:pt>
    <dgm:pt modelId="{213E7685-AC26-4B5C-A594-EE45BD46ED4E}" type="pres">
      <dgm:prSet presAssocID="{07D0017E-EEB0-4336-8862-08309138DB42}" presName="hierChild5" presStyleCnt="0"/>
      <dgm:spPr/>
    </dgm:pt>
    <dgm:pt modelId="{C7F26F3A-5D02-4D9B-B604-53987F792C5F}" type="pres">
      <dgm:prSet presAssocID="{FB49C1AE-AAB9-4A11-8B63-5AC8453CA908}" presName="Name37" presStyleLbl="parChTrans1D2" presStyleIdx="5" presStyleCnt="6"/>
      <dgm:spPr/>
    </dgm:pt>
    <dgm:pt modelId="{4009C26E-FEBE-4FB0-B728-DA7BAF5FFDE5}" type="pres">
      <dgm:prSet presAssocID="{49781FE2-4E45-4CE3-86ED-A60E1CE5DA41}" presName="hierRoot2" presStyleCnt="0">
        <dgm:presLayoutVars>
          <dgm:hierBranch val="init"/>
        </dgm:presLayoutVars>
      </dgm:prSet>
      <dgm:spPr/>
    </dgm:pt>
    <dgm:pt modelId="{9BBA754F-8107-4BFF-B43C-454DAC23FB94}" type="pres">
      <dgm:prSet presAssocID="{49781FE2-4E45-4CE3-86ED-A60E1CE5DA41}" presName="rootComposite" presStyleCnt="0"/>
      <dgm:spPr/>
    </dgm:pt>
    <dgm:pt modelId="{485D8C2B-7A5B-45D9-9B67-66B05E642165}" type="pres">
      <dgm:prSet presAssocID="{49781FE2-4E45-4CE3-86ED-A60E1CE5DA41}" presName="rootText" presStyleLbl="node2" presStyleIdx="5" presStyleCnt="6">
        <dgm:presLayoutVars>
          <dgm:chPref val="3"/>
        </dgm:presLayoutVars>
      </dgm:prSet>
      <dgm:spPr/>
    </dgm:pt>
    <dgm:pt modelId="{B58D7626-F19B-427D-BCF5-E6C104B68E7A}" type="pres">
      <dgm:prSet presAssocID="{49781FE2-4E45-4CE3-86ED-A60E1CE5DA41}" presName="rootConnector" presStyleLbl="node2" presStyleIdx="5" presStyleCnt="6"/>
      <dgm:spPr/>
    </dgm:pt>
    <dgm:pt modelId="{6B7200C4-15CC-4123-8DDB-4E988C391ED3}" type="pres">
      <dgm:prSet presAssocID="{49781FE2-4E45-4CE3-86ED-A60E1CE5DA41}" presName="hierChild4" presStyleCnt="0"/>
      <dgm:spPr/>
    </dgm:pt>
    <dgm:pt modelId="{E8B79D60-69DF-4AE9-A006-A2EA6E34AAE8}" type="pres">
      <dgm:prSet presAssocID="{F0950CDC-75FB-46EF-8E6B-C8A29179F29D}" presName="Name37" presStyleLbl="parChTrans1D3" presStyleIdx="13" presStyleCnt="15"/>
      <dgm:spPr/>
    </dgm:pt>
    <dgm:pt modelId="{494605BA-5E4C-459C-A6E3-3177D0BA7991}" type="pres">
      <dgm:prSet presAssocID="{D199FC80-EDAF-4C73-AE38-90381ECF5DA6}" presName="hierRoot2" presStyleCnt="0">
        <dgm:presLayoutVars>
          <dgm:hierBranch val="init"/>
        </dgm:presLayoutVars>
      </dgm:prSet>
      <dgm:spPr/>
    </dgm:pt>
    <dgm:pt modelId="{D1F68007-3636-482E-8832-F5F32E4281DB}" type="pres">
      <dgm:prSet presAssocID="{D199FC80-EDAF-4C73-AE38-90381ECF5DA6}" presName="rootComposite" presStyleCnt="0"/>
      <dgm:spPr/>
    </dgm:pt>
    <dgm:pt modelId="{B09E349E-51D5-4064-8E73-DC671394BF17}" type="pres">
      <dgm:prSet presAssocID="{D199FC80-EDAF-4C73-AE38-90381ECF5DA6}" presName="rootText" presStyleLbl="node3" presStyleIdx="13" presStyleCnt="15">
        <dgm:presLayoutVars>
          <dgm:chPref val="3"/>
        </dgm:presLayoutVars>
      </dgm:prSet>
      <dgm:spPr/>
    </dgm:pt>
    <dgm:pt modelId="{6A2F88B0-DEE4-44FF-BA70-2F726F7F7EE7}" type="pres">
      <dgm:prSet presAssocID="{D199FC80-EDAF-4C73-AE38-90381ECF5DA6}" presName="rootConnector" presStyleLbl="node3" presStyleIdx="13" presStyleCnt="15"/>
      <dgm:spPr/>
    </dgm:pt>
    <dgm:pt modelId="{9E931B1A-CE8F-45A8-B25C-0C800E4A89CB}" type="pres">
      <dgm:prSet presAssocID="{D199FC80-EDAF-4C73-AE38-90381ECF5DA6}" presName="hierChild4" presStyleCnt="0"/>
      <dgm:spPr/>
    </dgm:pt>
    <dgm:pt modelId="{86F2D199-B3A9-4C33-8AD1-9B9AE0083C88}" type="pres">
      <dgm:prSet presAssocID="{D199FC80-EDAF-4C73-AE38-90381ECF5DA6}" presName="hierChild5" presStyleCnt="0"/>
      <dgm:spPr/>
    </dgm:pt>
    <dgm:pt modelId="{75375484-26B2-4F97-83ED-FB974341B5D0}" type="pres">
      <dgm:prSet presAssocID="{F24C6C32-E4FB-456C-A330-4BF68B961A9A}" presName="Name37" presStyleLbl="parChTrans1D3" presStyleIdx="14" presStyleCnt="15"/>
      <dgm:spPr/>
    </dgm:pt>
    <dgm:pt modelId="{0E5A5B97-CC31-4B67-8AFB-5E2F617DB333}" type="pres">
      <dgm:prSet presAssocID="{117601D3-0D8F-4A7A-B3BA-4D5617AFA924}" presName="hierRoot2" presStyleCnt="0">
        <dgm:presLayoutVars>
          <dgm:hierBranch val="init"/>
        </dgm:presLayoutVars>
      </dgm:prSet>
      <dgm:spPr/>
    </dgm:pt>
    <dgm:pt modelId="{45B4135F-34E1-4094-A613-FB9A7DF4545C}" type="pres">
      <dgm:prSet presAssocID="{117601D3-0D8F-4A7A-B3BA-4D5617AFA924}" presName="rootComposite" presStyleCnt="0"/>
      <dgm:spPr/>
    </dgm:pt>
    <dgm:pt modelId="{45376A88-1702-4267-A63E-8B4B6C47418E}" type="pres">
      <dgm:prSet presAssocID="{117601D3-0D8F-4A7A-B3BA-4D5617AFA924}" presName="rootText" presStyleLbl="node3" presStyleIdx="14" presStyleCnt="15">
        <dgm:presLayoutVars>
          <dgm:chPref val="3"/>
        </dgm:presLayoutVars>
      </dgm:prSet>
      <dgm:spPr/>
    </dgm:pt>
    <dgm:pt modelId="{0C44C2B9-2DB9-4716-B95A-0639C7C413C5}" type="pres">
      <dgm:prSet presAssocID="{117601D3-0D8F-4A7A-B3BA-4D5617AFA924}" presName="rootConnector" presStyleLbl="node3" presStyleIdx="14" presStyleCnt="15"/>
      <dgm:spPr/>
    </dgm:pt>
    <dgm:pt modelId="{2CEA8329-12DF-42A8-AFF7-2C88CA962586}" type="pres">
      <dgm:prSet presAssocID="{117601D3-0D8F-4A7A-B3BA-4D5617AFA924}" presName="hierChild4" presStyleCnt="0"/>
      <dgm:spPr/>
    </dgm:pt>
    <dgm:pt modelId="{58A5E447-ACF0-40C1-9C7A-01BC5A48133D}" type="pres">
      <dgm:prSet presAssocID="{117601D3-0D8F-4A7A-B3BA-4D5617AFA924}" presName="hierChild5" presStyleCnt="0"/>
      <dgm:spPr/>
    </dgm:pt>
    <dgm:pt modelId="{ADA9F0A6-1CCD-406B-BB5A-DAEA7A113A87}" type="pres">
      <dgm:prSet presAssocID="{49781FE2-4E45-4CE3-86ED-A60E1CE5DA41}" presName="hierChild5" presStyleCnt="0"/>
      <dgm:spPr/>
    </dgm:pt>
    <dgm:pt modelId="{7014644B-823C-4173-9DE1-7545250CA58B}" type="pres">
      <dgm:prSet presAssocID="{2F2CBF28-38E0-4209-AB11-D189F1628E57}" presName="hierChild3" presStyleCnt="0"/>
      <dgm:spPr/>
    </dgm:pt>
  </dgm:ptLst>
  <dgm:cxnLst>
    <dgm:cxn modelId="{7CAE2900-53FF-4DC8-AC5F-10CAF650C439}" type="presOf" srcId="{1166B959-CAFF-4D74-B118-C80422370330}" destId="{132BAF16-9B8F-4B36-8363-FA44107964CB}" srcOrd="0" destOrd="0" presId="urn:microsoft.com/office/officeart/2005/8/layout/orgChart1"/>
    <dgm:cxn modelId="{ACF38A02-0837-405A-B4AD-6C0A42618495}" type="presOf" srcId="{D9634D46-F05A-47F9-8AFC-CA5D50502583}" destId="{FF5ED560-EDE1-4B56-8085-D4DB18078B4F}" srcOrd="1" destOrd="0" presId="urn:microsoft.com/office/officeart/2005/8/layout/orgChart1"/>
    <dgm:cxn modelId="{71EBB109-13C1-4638-8893-18CA2DFCB0BF}" type="presOf" srcId="{407ED16E-A7D3-4979-BA1E-A0D95CDDC113}" destId="{D652D475-1645-4822-8677-EA53D0FC6736}" srcOrd="1" destOrd="0" presId="urn:microsoft.com/office/officeart/2005/8/layout/orgChart1"/>
    <dgm:cxn modelId="{02A2DF0B-7447-44A0-AF96-C0A9242AA041}" type="presOf" srcId="{FB49C1AE-AAB9-4A11-8B63-5AC8453CA908}" destId="{C7F26F3A-5D02-4D9B-B604-53987F792C5F}" srcOrd="0" destOrd="0" presId="urn:microsoft.com/office/officeart/2005/8/layout/orgChart1"/>
    <dgm:cxn modelId="{8CDFB30F-285F-4D93-82A6-E2431AAFAB70}" type="presOf" srcId="{D199FC80-EDAF-4C73-AE38-90381ECF5DA6}" destId="{6A2F88B0-DEE4-44FF-BA70-2F726F7F7EE7}" srcOrd="1" destOrd="0" presId="urn:microsoft.com/office/officeart/2005/8/layout/orgChart1"/>
    <dgm:cxn modelId="{AA060812-E5C6-453E-969B-F78F4C6A5C69}" type="presOf" srcId="{51C196A2-C0AC-4ED8-8051-AFFC11A306D3}" destId="{C4FE56EA-746D-40F7-9FA3-39933017B6B8}" srcOrd="0" destOrd="0" presId="urn:microsoft.com/office/officeart/2005/8/layout/orgChart1"/>
    <dgm:cxn modelId="{CCB43A16-7700-4D7D-A86B-B59BF022ACE8}" type="presOf" srcId="{117601D3-0D8F-4A7A-B3BA-4D5617AFA924}" destId="{45376A88-1702-4267-A63E-8B4B6C47418E}" srcOrd="0" destOrd="0" presId="urn:microsoft.com/office/officeart/2005/8/layout/orgChart1"/>
    <dgm:cxn modelId="{85E39C17-545E-4AC6-9CFE-5EFE65CF1EFE}" srcId="{95012CF1-FB88-495B-9154-207D84A98D68}" destId="{39F390E1-C819-485D-A7D4-0FAE19BD8912}" srcOrd="2" destOrd="0" parTransId="{E2624039-F921-4B19-9D2E-64B2F78E6E2D}" sibTransId="{43BF578E-7ABB-42E4-ACD5-D6521316BF27}"/>
    <dgm:cxn modelId="{EF3BE917-8280-4946-BDF5-871BB68D7F0D}" type="presOf" srcId="{2F2CBF28-38E0-4209-AB11-D189F1628E57}" destId="{8D41132D-7B6B-4D2C-8E16-00AF3296E5B9}" srcOrd="1" destOrd="0" presId="urn:microsoft.com/office/officeart/2005/8/layout/orgChart1"/>
    <dgm:cxn modelId="{6C513818-129E-40CE-91D3-608C536186F3}" type="presOf" srcId="{7A5953BA-3A18-4F1B-9508-5C2280042776}" destId="{281CCA7D-CCFE-482F-8EC0-8957C9DCCBC3}" srcOrd="0" destOrd="0" presId="urn:microsoft.com/office/officeart/2005/8/layout/orgChart1"/>
    <dgm:cxn modelId="{B8ABED18-FA91-4A03-9B19-ED9A2EC71526}" srcId="{6DCF9C19-F38C-4C06-9A7D-8F7B7697F73E}" destId="{7A5953BA-3A18-4F1B-9508-5C2280042776}" srcOrd="1" destOrd="0" parTransId="{4B71D032-5B34-4C4C-9A74-266E8D964C97}" sibTransId="{A9D9252C-7207-4A2E-90A9-88F50F3A14D8}"/>
    <dgm:cxn modelId="{9E474F19-B483-430B-873A-C0449EEF42BA}" type="presOf" srcId="{15C96544-370E-43A1-A4DF-1C428C44B6FB}" destId="{E9D3A4A6-12F0-4C58-A5C7-AB61C29DC93E}" srcOrd="0" destOrd="0" presId="urn:microsoft.com/office/officeart/2005/8/layout/orgChart1"/>
    <dgm:cxn modelId="{55EF1E1A-0CAB-4737-9FAF-81430C28B02C}" srcId="{2F2CBF28-38E0-4209-AB11-D189F1628E57}" destId="{49781FE2-4E45-4CE3-86ED-A60E1CE5DA41}" srcOrd="5" destOrd="0" parTransId="{FB49C1AE-AAB9-4A11-8B63-5AC8453CA908}" sibTransId="{252F82F0-7D23-4386-93A5-8181208DDDD0}"/>
    <dgm:cxn modelId="{621D941B-7471-46BE-BAAB-906081839961}" type="presOf" srcId="{6DCF9C19-F38C-4C06-9A7D-8F7B7697F73E}" destId="{01E54F76-4B7A-4F8C-A34A-816F1E4639A5}" srcOrd="0" destOrd="0" presId="urn:microsoft.com/office/officeart/2005/8/layout/orgChart1"/>
    <dgm:cxn modelId="{E79D1B1E-62B6-45B1-A22C-796FF8833435}" type="presOf" srcId="{95012CF1-FB88-495B-9154-207D84A98D68}" destId="{67CE0C7C-24DF-40CD-9A8C-554EC3F832E7}" srcOrd="0" destOrd="0" presId="urn:microsoft.com/office/officeart/2005/8/layout/orgChart1"/>
    <dgm:cxn modelId="{A010F61F-3921-4A29-9226-E44DD4BF29D8}" type="presOf" srcId="{2B6CF071-970C-4D19-92E0-68AF8333CBF1}" destId="{FA6D1058-F085-4CCA-8223-3DD0C9E722CD}" srcOrd="0" destOrd="0" presId="urn:microsoft.com/office/officeart/2005/8/layout/orgChart1"/>
    <dgm:cxn modelId="{75E36320-6B6B-49F1-B7D8-60E918DA4CE4}" type="presOf" srcId="{49781FE2-4E45-4CE3-86ED-A60E1CE5DA41}" destId="{485D8C2B-7A5B-45D9-9B67-66B05E642165}" srcOrd="0" destOrd="0" presId="urn:microsoft.com/office/officeart/2005/8/layout/orgChart1"/>
    <dgm:cxn modelId="{5C6A5D23-BCE9-47DD-A949-2B4AF290182A}" type="presOf" srcId="{95012CF1-FB88-495B-9154-207D84A98D68}" destId="{802A3328-2998-4EF5-A4A8-4860137FA9F3}" srcOrd="1" destOrd="0" presId="urn:microsoft.com/office/officeart/2005/8/layout/orgChart1"/>
    <dgm:cxn modelId="{BADA3624-8D3D-4A9D-B241-1CF09A3A1907}" type="presOf" srcId="{2F2CBF28-38E0-4209-AB11-D189F1628E57}" destId="{BE956487-B100-4668-9CC9-020E6B3D4441}" srcOrd="0" destOrd="0" presId="urn:microsoft.com/office/officeart/2005/8/layout/orgChart1"/>
    <dgm:cxn modelId="{D6201625-EF8E-4272-B6D0-EAB5ADDEA334}" type="presOf" srcId="{E5E11A5A-46C4-4451-A9DF-D231BF0ABE6B}" destId="{58AD7F2B-9155-41AB-B603-DA541C0825E3}" srcOrd="0" destOrd="0" presId="urn:microsoft.com/office/officeart/2005/8/layout/orgChart1"/>
    <dgm:cxn modelId="{A5294927-221A-4FD1-B64D-A3EF00B513A5}" srcId="{07D0017E-EEB0-4336-8862-08309138DB42}" destId="{78B4E01A-7655-4E09-936A-E45B23D724D4}" srcOrd="1" destOrd="0" parTransId="{51C196A2-C0AC-4ED8-8051-AFFC11A306D3}" sibTransId="{F1D9DB34-527A-4144-BCCF-0A50DF04066E}"/>
    <dgm:cxn modelId="{DD9A762A-D8BF-4E08-9605-75E38B086D9B}" type="presOf" srcId="{F028911D-796D-44D9-99AF-EDD0B2692076}" destId="{E6DCDA9C-66E6-4251-AD27-94B79E71FF59}" srcOrd="1" destOrd="0" presId="urn:microsoft.com/office/officeart/2005/8/layout/orgChart1"/>
    <dgm:cxn modelId="{01865C2B-780A-4003-BB44-8AF81406B018}" type="presOf" srcId="{BB36294A-521E-4177-89ED-CD5EBC7FAABD}" destId="{5954EB5E-13BF-4EC7-A084-1276074E4DC8}" srcOrd="0" destOrd="0" presId="urn:microsoft.com/office/officeart/2005/8/layout/orgChart1"/>
    <dgm:cxn modelId="{F0D3832C-2AB9-474C-92C8-459A61DF4B3B}" type="presOf" srcId="{5C33FE88-538A-4C22-87C8-FB048C99BBF0}" destId="{4036E218-87DE-41F2-8440-6A05A6E3E03A}" srcOrd="0" destOrd="0" presId="urn:microsoft.com/office/officeart/2005/8/layout/orgChart1"/>
    <dgm:cxn modelId="{ED31582E-0BAF-4CBE-BE79-CBB29F9C4F58}" srcId="{2F2CBF28-38E0-4209-AB11-D189F1628E57}" destId="{407ED16E-A7D3-4979-BA1E-A0D95CDDC113}" srcOrd="0" destOrd="0" parTransId="{F8F63A88-594B-4A93-8515-2AAA804962C4}" sibTransId="{7AF34259-6CE6-494D-97D3-AEC38B6C7376}"/>
    <dgm:cxn modelId="{481EE62F-3ABB-4597-9B8E-23996E2EE997}" type="presOf" srcId="{7A5953BA-3A18-4F1B-9508-5C2280042776}" destId="{5918BDEB-A979-44BE-AAC7-B7B5DD76CA18}" srcOrd="1" destOrd="0" presId="urn:microsoft.com/office/officeart/2005/8/layout/orgChart1"/>
    <dgm:cxn modelId="{E1C92D34-36F3-40B9-AF1B-BDD53C92AEA6}" type="presOf" srcId="{407ED16E-A7D3-4979-BA1E-A0D95CDDC113}" destId="{C91FC268-230F-47F8-AD00-A8791E1B0939}" srcOrd="0" destOrd="0" presId="urn:microsoft.com/office/officeart/2005/8/layout/orgChart1"/>
    <dgm:cxn modelId="{D20BFC3D-1184-449E-BD38-33E93F8609C4}" srcId="{D9634D46-F05A-47F9-8AFC-CA5D50502583}" destId="{168DB444-79B3-4453-A25B-AF769FD84F80}" srcOrd="1" destOrd="0" parTransId="{0A140557-EB47-4CCA-9134-62AD56731AAD}" sibTransId="{055E5E74-8179-482D-A258-0D34621414D8}"/>
    <dgm:cxn modelId="{AD51905D-D294-4FA8-BCEA-514620188DCA}" type="presOf" srcId="{117601D3-0D8F-4A7A-B3BA-4D5617AFA924}" destId="{0C44C2B9-2DB9-4716-B95A-0639C7C413C5}" srcOrd="1" destOrd="0" presId="urn:microsoft.com/office/officeart/2005/8/layout/orgChart1"/>
    <dgm:cxn modelId="{96C1615E-41B1-458E-9CC0-DCDDC32F7497}" srcId="{95012CF1-FB88-495B-9154-207D84A98D68}" destId="{411458A2-3530-4E79-BA94-B49B6EFDDFAF}" srcOrd="1" destOrd="0" parTransId="{D1DEF96F-9CB0-4372-90B4-14C0460523C3}" sibTransId="{CF5602E0-AB51-4413-961C-F2549C366A11}"/>
    <dgm:cxn modelId="{CD23E261-74CE-41CE-9379-192EF71F7C77}" type="presOf" srcId="{CAF7EC32-0D9E-4208-AF1D-3E87F50E379C}" destId="{A27E4E78-7804-445E-A9C2-4F808073FB29}" srcOrd="0" destOrd="0" presId="urn:microsoft.com/office/officeart/2005/8/layout/orgChart1"/>
    <dgm:cxn modelId="{04233D62-2371-4FB7-BFA2-C440AD8A3EA8}" type="presOf" srcId="{7B94DB57-2EEE-4879-AC53-86C14D2CD78F}" destId="{34148705-C1E8-4350-BE78-186E3A06856D}" srcOrd="0" destOrd="0" presId="urn:microsoft.com/office/officeart/2005/8/layout/orgChart1"/>
    <dgm:cxn modelId="{285BD064-0EA4-4CB7-8C54-4CD5513CE548}" srcId="{2F2CBF28-38E0-4209-AB11-D189F1628E57}" destId="{D9634D46-F05A-47F9-8AFC-CA5D50502583}" srcOrd="3" destOrd="0" parTransId="{A5F10BEA-696E-4C0B-A424-E8E42FE19B89}" sibTransId="{C1E12EE6-E918-4582-B921-868E8CA2F8E7}"/>
    <dgm:cxn modelId="{F5429468-6ABD-4E56-BCBD-F4398142AE17}" type="presOf" srcId="{1166B959-CAFF-4D74-B118-C80422370330}" destId="{FE959097-7BF5-48ED-8900-EAF256C254E2}" srcOrd="1" destOrd="0" presId="urn:microsoft.com/office/officeart/2005/8/layout/orgChart1"/>
    <dgm:cxn modelId="{17DB1E6C-245A-49EE-9132-9A3AD7DBAA87}" type="presOf" srcId="{85CB0D18-7077-4A03-A820-4E104B0CCA8F}" destId="{ADFD9BB8-5D30-4457-8F38-E5C5BD55DEF5}" srcOrd="0" destOrd="0" presId="urn:microsoft.com/office/officeart/2005/8/layout/orgChart1"/>
    <dgm:cxn modelId="{4AA3A76D-A427-4760-8218-5328419B3171}" srcId="{95012CF1-FB88-495B-9154-207D84A98D68}" destId="{66883307-D4DD-4763-8E8C-AFBA5FA0A6F0}" srcOrd="0" destOrd="0" parTransId="{7B94DB57-2EEE-4879-AC53-86C14D2CD78F}" sibTransId="{3DE1B81C-413A-4E04-B7D0-B56BCEBF48E4}"/>
    <dgm:cxn modelId="{E2DA116E-5561-40AC-84D2-555355FCCFD9}" type="presOf" srcId="{4B71D032-5B34-4C4C-9A74-266E8D964C97}" destId="{95D33A6B-19AD-44E5-B449-1FF47E57DD0A}" srcOrd="0" destOrd="0" presId="urn:microsoft.com/office/officeart/2005/8/layout/orgChart1"/>
    <dgm:cxn modelId="{C476D36E-F13F-4F1F-BFEE-983C9ABE67FD}" type="presOf" srcId="{66883307-D4DD-4763-8E8C-AFBA5FA0A6F0}" destId="{0A16C795-FF72-4DBE-8D96-11DAE9EE75BD}" srcOrd="0" destOrd="0" presId="urn:microsoft.com/office/officeart/2005/8/layout/orgChart1"/>
    <dgm:cxn modelId="{6F072670-8462-483C-989F-0AA2F085E543}" srcId="{49781FE2-4E45-4CE3-86ED-A60E1CE5DA41}" destId="{117601D3-0D8F-4A7A-B3BA-4D5617AFA924}" srcOrd="1" destOrd="0" parTransId="{F24C6C32-E4FB-456C-A330-4BF68B961A9A}" sibTransId="{5830C15B-4C5A-4167-8289-49CA6051ABF8}"/>
    <dgm:cxn modelId="{EEB08950-123D-4E5D-AE5E-F28B197B023E}" srcId="{2F2CBF28-38E0-4209-AB11-D189F1628E57}" destId="{6DCF9C19-F38C-4C06-9A7D-8F7B7697F73E}" srcOrd="2" destOrd="0" parTransId="{5C33FE88-538A-4C22-87C8-FB048C99BBF0}" sibTransId="{ABA09BAA-D8D6-4EA5-8ED9-9716EA2CA16C}"/>
    <dgm:cxn modelId="{4A7E9574-5265-4FFB-849B-2ED2C7D1EECC}" type="presOf" srcId="{168DB444-79B3-4453-A25B-AF769FD84F80}" destId="{5E3FEFA1-0A78-4E4D-9A27-6B8E058CE06A}" srcOrd="1" destOrd="0" presId="urn:microsoft.com/office/officeart/2005/8/layout/orgChart1"/>
    <dgm:cxn modelId="{3F044977-60F6-4092-BFB0-E721B6D83F93}" type="presOf" srcId="{168DB444-79B3-4453-A25B-AF769FD84F80}" destId="{68A56F5B-8801-4728-A396-160396B7462B}" srcOrd="0" destOrd="0" presId="urn:microsoft.com/office/officeart/2005/8/layout/orgChart1"/>
    <dgm:cxn modelId="{D0BB5977-CD22-4C62-A0AB-81F6DF4BA650}" type="presOf" srcId="{AC3B530A-307E-45EA-89F9-FBBEA88E76D4}" destId="{60E4C03C-FB1E-4D57-B7E9-247653649073}" srcOrd="0" destOrd="0" presId="urn:microsoft.com/office/officeart/2005/8/layout/orgChart1"/>
    <dgm:cxn modelId="{506F5179-C5B5-4286-B84B-5B25993AC054}" type="presOf" srcId="{57D9D0ED-68B3-414E-B40C-BAF4EC079933}" destId="{E0BE5C09-69FA-4408-8202-57C2465BEBDA}" srcOrd="1" destOrd="0" presId="urn:microsoft.com/office/officeart/2005/8/layout/orgChart1"/>
    <dgm:cxn modelId="{E4E47279-BCA5-4CA5-89D8-3E3EB8A25998}" type="presOf" srcId="{D009C030-C8A3-4558-AAED-6D531E8EDC4D}" destId="{0468D836-3038-4417-AD6B-D8BB12555C72}" srcOrd="0" destOrd="0" presId="urn:microsoft.com/office/officeart/2005/8/layout/orgChart1"/>
    <dgm:cxn modelId="{5BCDC17C-98F9-40B3-BECF-0380546484F0}" type="presOf" srcId="{39F390E1-C819-485D-A7D4-0FAE19BD8912}" destId="{0F6A87CE-2960-41A1-96F8-CB0C90DB57B0}" srcOrd="1" destOrd="0" presId="urn:microsoft.com/office/officeart/2005/8/layout/orgChart1"/>
    <dgm:cxn modelId="{B1EFE288-913A-4D21-8D93-6B61305F81B8}" srcId="{D9634D46-F05A-47F9-8AFC-CA5D50502583}" destId="{CAF7EC32-0D9E-4208-AF1D-3E87F50E379C}" srcOrd="2" destOrd="0" parTransId="{826B0540-7FC9-4A19-9698-9C6CE8851B21}" sibTransId="{2D2BDD96-A131-4666-851C-6204B8712F31}"/>
    <dgm:cxn modelId="{572AD296-8EC5-431F-B377-FE49CA116A07}" type="presOf" srcId="{D9634D46-F05A-47F9-8AFC-CA5D50502583}" destId="{56966035-32FB-4AE5-8831-A4017F98120F}" srcOrd="0" destOrd="0" presId="urn:microsoft.com/office/officeart/2005/8/layout/orgChart1"/>
    <dgm:cxn modelId="{98DADC9A-D322-4E46-80F9-9DD03063BE6F}" type="presOf" srcId="{E2624039-F921-4B19-9D2E-64B2F78E6E2D}" destId="{E936AFD9-C01C-4A3D-A0E3-92F9533EA185}" srcOrd="0" destOrd="0" presId="urn:microsoft.com/office/officeart/2005/8/layout/orgChart1"/>
    <dgm:cxn modelId="{F0B420A0-F964-4DF1-B229-E2C1EF5FDBD8}" type="presOf" srcId="{0A140557-EB47-4CCA-9134-62AD56731AAD}" destId="{488713B7-9DD3-4CF2-ABF9-46F65345D635}" srcOrd="0" destOrd="0" presId="urn:microsoft.com/office/officeart/2005/8/layout/orgChart1"/>
    <dgm:cxn modelId="{CC3795A0-7BBE-4528-9C8E-EAF0250870BC}" srcId="{6DCF9C19-F38C-4C06-9A7D-8F7B7697F73E}" destId="{D1474B00-CB88-4797-A6D8-F4B68D2AE58F}" srcOrd="0" destOrd="0" parTransId="{2B6CF071-970C-4D19-92E0-68AF8333CBF1}" sibTransId="{78F82C21-7732-4098-A088-DB6A77D7188E}"/>
    <dgm:cxn modelId="{8B4436A2-30EC-4F15-85A4-2BF651EED2D8}" type="presOf" srcId="{411458A2-3530-4E79-BA94-B49B6EFDDFAF}" destId="{7BB908CF-8ACA-4EF8-8120-8285736C8202}" srcOrd="1" destOrd="0" presId="urn:microsoft.com/office/officeart/2005/8/layout/orgChart1"/>
    <dgm:cxn modelId="{4910CDA2-B6EA-4E48-AC05-FF654471BD6C}" type="presOf" srcId="{D199FC80-EDAF-4C73-AE38-90381ECF5DA6}" destId="{B09E349E-51D5-4064-8E73-DC671394BF17}" srcOrd="0" destOrd="0" presId="urn:microsoft.com/office/officeart/2005/8/layout/orgChart1"/>
    <dgm:cxn modelId="{542E16A4-A772-4F83-ADD6-55C1AD66B2AE}" type="presOf" srcId="{90B95371-E1AD-427F-A056-85391243CC03}" destId="{0E3AC6AD-6FCA-41D4-B8BA-F3F354B1BEDB}" srcOrd="0" destOrd="0" presId="urn:microsoft.com/office/officeart/2005/8/layout/orgChart1"/>
    <dgm:cxn modelId="{A2C091A5-2E75-4B69-8178-C81D4FAAAA82}" type="presOf" srcId="{07D0017E-EEB0-4336-8862-08309138DB42}" destId="{77811460-B400-4275-837C-FBE3CB261921}" srcOrd="1" destOrd="0" presId="urn:microsoft.com/office/officeart/2005/8/layout/orgChart1"/>
    <dgm:cxn modelId="{5D8C95A5-2E3C-43CE-97C4-E69BB487B28A}" type="presOf" srcId="{78B4E01A-7655-4E09-936A-E45B23D724D4}" destId="{819F82AC-EB5F-4CA6-BBF7-F4A21194D13B}" srcOrd="0" destOrd="0" presId="urn:microsoft.com/office/officeart/2005/8/layout/orgChart1"/>
    <dgm:cxn modelId="{A8AE88A6-24B8-45AA-8203-FA8386A33168}" srcId="{D9634D46-F05A-47F9-8AFC-CA5D50502583}" destId="{57D9D0ED-68B3-414E-B40C-BAF4EC079933}" srcOrd="0" destOrd="0" parTransId="{E5E11A5A-46C4-4451-A9DF-D231BF0ABE6B}" sibTransId="{FFF880AF-66BB-4556-A183-83CAC52DEBFB}"/>
    <dgm:cxn modelId="{0B2F99AA-B8DF-46EB-B5CE-606059D5BB64}" srcId="{49781FE2-4E45-4CE3-86ED-A60E1CE5DA41}" destId="{D199FC80-EDAF-4C73-AE38-90381ECF5DA6}" srcOrd="0" destOrd="0" parTransId="{F0950CDC-75FB-46EF-8E6B-C8A29179F29D}" sibTransId="{C64058D0-E414-47CD-89AA-CD90060219A1}"/>
    <dgm:cxn modelId="{229107B3-0939-43AE-B15C-80DE2F1B2B5C}" type="presOf" srcId="{D1474B00-CB88-4797-A6D8-F4B68D2AE58F}" destId="{251F1D6B-9D48-4A49-AC07-791A7D81A269}" srcOrd="0" destOrd="0" presId="urn:microsoft.com/office/officeart/2005/8/layout/orgChart1"/>
    <dgm:cxn modelId="{10B984B3-9982-4569-908F-CA152029544B}" srcId="{6DCF9C19-F38C-4C06-9A7D-8F7B7697F73E}" destId="{F028911D-796D-44D9-99AF-EDD0B2692076}" srcOrd="2" destOrd="0" parTransId="{BB36294A-521E-4177-89ED-CD5EBC7FAABD}" sibTransId="{A58DE176-EEC0-4366-8086-691BE74FFC86}"/>
    <dgm:cxn modelId="{049228B7-8917-4C8A-8856-A7DED40A7901}" type="presOf" srcId="{D1DEF96F-9CB0-4372-90B4-14C0460523C3}" destId="{2D471B5F-3F43-44B5-BF2D-4368F11D3699}" srcOrd="0" destOrd="0" presId="urn:microsoft.com/office/officeart/2005/8/layout/orgChart1"/>
    <dgm:cxn modelId="{F2D358B9-E02F-425D-90BC-B766EE48ABA8}" type="presOf" srcId="{F0950CDC-75FB-46EF-8E6B-C8A29179F29D}" destId="{E8B79D60-69DF-4AE9-A006-A2EA6E34AAE8}" srcOrd="0" destOrd="0" presId="urn:microsoft.com/office/officeart/2005/8/layout/orgChart1"/>
    <dgm:cxn modelId="{DD0646BA-8049-4053-957C-0D2410FE43B6}" type="presOf" srcId="{247AE7A8-2379-494E-8BAB-E21D7CE4E7EC}" destId="{D127015F-A692-459E-8B73-CAF6C8FAE16E}" srcOrd="1" destOrd="0" presId="urn:microsoft.com/office/officeart/2005/8/layout/orgChart1"/>
    <dgm:cxn modelId="{32E67FBA-5057-4DE5-9441-1DF778BC5822}" type="presOf" srcId="{57D9D0ED-68B3-414E-B40C-BAF4EC079933}" destId="{35D5627A-07CC-4BF0-A857-113672458FA3}" srcOrd="0" destOrd="0" presId="urn:microsoft.com/office/officeart/2005/8/layout/orgChart1"/>
    <dgm:cxn modelId="{02B043BD-DD94-4D8A-9642-1D6E49362C95}" type="presOf" srcId="{8242B75F-EFCB-40C3-A5EB-16B103342744}" destId="{02AB22D2-F69C-4CE3-8805-2238A33465C3}" srcOrd="1" destOrd="0" presId="urn:microsoft.com/office/officeart/2005/8/layout/orgChart1"/>
    <dgm:cxn modelId="{5FF193BE-3774-4DCC-9CCE-95B410F37657}" srcId="{07D0017E-EEB0-4336-8862-08309138DB42}" destId="{247AE7A8-2379-494E-8BAB-E21D7CE4E7EC}" srcOrd="0" destOrd="0" parTransId="{AC3B530A-307E-45EA-89F9-FBBEA88E76D4}" sibTransId="{55B08A42-6B87-40D1-9DAB-489B5C589AD9}"/>
    <dgm:cxn modelId="{729BADBE-2D33-4F63-A153-4E686FE84AE9}" type="presOf" srcId="{826B0540-7FC9-4A19-9698-9C6CE8851B21}" destId="{18F6115B-A5EC-43E3-B57F-2D020170E843}" srcOrd="0" destOrd="0" presId="urn:microsoft.com/office/officeart/2005/8/layout/orgChart1"/>
    <dgm:cxn modelId="{EF05C7C0-FD4A-4823-932D-DF432507B14F}" srcId="{2C22FCD9-CCE4-4F1C-BE09-4B1814264E66}" destId="{2F2CBF28-38E0-4209-AB11-D189F1628E57}" srcOrd="0" destOrd="0" parTransId="{DCFB82A6-9EE0-4FC8-9B21-9637511A5513}" sibTransId="{706830E3-9881-4778-B816-14FF69D562BB}"/>
    <dgm:cxn modelId="{D1ECF0C4-4F5C-46AE-BA7D-E5EBEBBA1328}" type="presOf" srcId="{6DCF9C19-F38C-4C06-9A7D-8F7B7697F73E}" destId="{D8344023-6AD5-4AC5-8653-06A888FC30B4}" srcOrd="1" destOrd="0" presId="urn:microsoft.com/office/officeart/2005/8/layout/orgChart1"/>
    <dgm:cxn modelId="{5E3756C7-E868-4684-BC98-2AD89C1A8633}" srcId="{407ED16E-A7D3-4979-BA1E-A0D95CDDC113}" destId="{1166B959-CAFF-4D74-B118-C80422370330}" srcOrd="1" destOrd="0" parTransId="{D009C030-C8A3-4558-AAED-6D531E8EDC4D}" sibTransId="{60D57745-9387-46D0-97F7-01A1629EA5BB}"/>
    <dgm:cxn modelId="{A964D0CC-31E1-4F4B-B9A8-EDCA96D851E0}" type="presOf" srcId="{49781FE2-4E45-4CE3-86ED-A60E1CE5DA41}" destId="{B58D7626-F19B-427D-BCF5-E6C104B68E7A}" srcOrd="1" destOrd="0" presId="urn:microsoft.com/office/officeart/2005/8/layout/orgChart1"/>
    <dgm:cxn modelId="{0220A1CD-EB04-4C98-A709-2CC61E8B70E4}" type="presOf" srcId="{78B4E01A-7655-4E09-936A-E45B23D724D4}" destId="{1DAF2568-D18E-49E2-BFC3-A1605BCF3806}" srcOrd="1" destOrd="0" presId="urn:microsoft.com/office/officeart/2005/8/layout/orgChart1"/>
    <dgm:cxn modelId="{F30762D5-625D-4607-8449-25BAF96C8EC2}" srcId="{407ED16E-A7D3-4979-BA1E-A0D95CDDC113}" destId="{8242B75F-EFCB-40C3-A5EB-16B103342744}" srcOrd="0" destOrd="0" parTransId="{85CB0D18-7077-4A03-A820-4E104B0CCA8F}" sibTransId="{0ECBC225-3B17-4206-9AFD-204AE601763B}"/>
    <dgm:cxn modelId="{CEE997DC-C0F4-4B8D-965A-2D379AAB5909}" type="presOf" srcId="{411458A2-3530-4E79-BA94-B49B6EFDDFAF}" destId="{E2928895-8F23-4F34-A892-79EAA2B2D2BF}" srcOrd="0" destOrd="0" presId="urn:microsoft.com/office/officeart/2005/8/layout/orgChart1"/>
    <dgm:cxn modelId="{E6FA24E2-1BDC-432B-BC2C-4CD7478F07F0}" type="presOf" srcId="{F028911D-796D-44D9-99AF-EDD0B2692076}" destId="{765E03EF-66BF-4E74-BC47-1749A39C08DF}" srcOrd="0" destOrd="0" presId="urn:microsoft.com/office/officeart/2005/8/layout/orgChart1"/>
    <dgm:cxn modelId="{209E9BE3-B369-4E9A-B846-AFD8267DBF0F}" type="presOf" srcId="{D1474B00-CB88-4797-A6D8-F4B68D2AE58F}" destId="{2F19A8AB-D89E-474D-B299-0DF131756EE5}" srcOrd="1" destOrd="0" presId="urn:microsoft.com/office/officeart/2005/8/layout/orgChart1"/>
    <dgm:cxn modelId="{56664CE4-1EAC-4A98-8783-2C6D72448617}" type="presOf" srcId="{F24C6C32-E4FB-456C-A330-4BF68B961A9A}" destId="{75375484-26B2-4F97-83ED-FB974341B5D0}" srcOrd="0" destOrd="0" presId="urn:microsoft.com/office/officeart/2005/8/layout/orgChart1"/>
    <dgm:cxn modelId="{B7C716E6-02EE-46E0-844E-A4CC6F4C1393}" srcId="{2F2CBF28-38E0-4209-AB11-D189F1628E57}" destId="{95012CF1-FB88-495B-9154-207D84A98D68}" srcOrd="1" destOrd="0" parTransId="{90B95371-E1AD-427F-A056-85391243CC03}" sibTransId="{88FF4368-E6BA-44FF-881D-E28699AF7229}"/>
    <dgm:cxn modelId="{BEB5F6E6-6E55-4A22-9CF5-E07681EE5B97}" type="presOf" srcId="{A5F10BEA-696E-4C0B-A424-E8E42FE19B89}" destId="{98575591-56B6-4D79-BCC7-559A58DDF691}" srcOrd="0" destOrd="0" presId="urn:microsoft.com/office/officeart/2005/8/layout/orgChart1"/>
    <dgm:cxn modelId="{90AFA0E7-6D14-469D-8F0A-72F822135B16}" type="presOf" srcId="{07D0017E-EEB0-4336-8862-08309138DB42}" destId="{F1371548-E1A6-4B56-AEBD-222F05F35B20}" srcOrd="0" destOrd="0" presId="urn:microsoft.com/office/officeart/2005/8/layout/orgChart1"/>
    <dgm:cxn modelId="{97C3B7E8-0ABC-4E23-ADBB-14065CE372DB}" type="presOf" srcId="{CAF7EC32-0D9E-4208-AF1D-3E87F50E379C}" destId="{39CAA432-E9A8-4DCD-A25E-AE8C3C838683}" srcOrd="1" destOrd="0" presId="urn:microsoft.com/office/officeart/2005/8/layout/orgChart1"/>
    <dgm:cxn modelId="{E13D89ED-F0A3-46C3-983C-38AF46B9832B}" type="presOf" srcId="{2C22FCD9-CCE4-4F1C-BE09-4B1814264E66}" destId="{F2A2C0D4-B115-4275-95A3-73C03EC2A90B}" srcOrd="0" destOrd="0" presId="urn:microsoft.com/office/officeart/2005/8/layout/orgChart1"/>
    <dgm:cxn modelId="{DEA22EF0-B02F-4ED4-9052-6A08AD7C25A0}" type="presOf" srcId="{8242B75F-EFCB-40C3-A5EB-16B103342744}" destId="{D5F02E3B-091C-4A8F-95EB-554079AFFEF4}" srcOrd="0" destOrd="0" presId="urn:microsoft.com/office/officeart/2005/8/layout/orgChart1"/>
    <dgm:cxn modelId="{3C4A58F0-2989-4486-B861-5D69D2CFA4AF}" type="presOf" srcId="{66883307-D4DD-4763-8E8C-AFBA5FA0A6F0}" destId="{FD24AAD6-D521-4484-AC1E-FE39C8A9044B}" srcOrd="1" destOrd="0" presId="urn:microsoft.com/office/officeart/2005/8/layout/orgChart1"/>
    <dgm:cxn modelId="{D0CE37F4-129B-47D1-8DAC-CCFC05BA1D70}" type="presOf" srcId="{F8F63A88-594B-4A93-8515-2AAA804962C4}" destId="{6B81D649-010C-4297-9B24-517561AE9F25}" srcOrd="0" destOrd="0" presId="urn:microsoft.com/office/officeart/2005/8/layout/orgChart1"/>
    <dgm:cxn modelId="{D5BC9CF7-53D9-4590-A5F1-20EB36CD3F45}" type="presOf" srcId="{247AE7A8-2379-494E-8BAB-E21D7CE4E7EC}" destId="{DCF09852-E628-48A5-84FF-61F5F9897ABA}" srcOrd="0" destOrd="0" presId="urn:microsoft.com/office/officeart/2005/8/layout/orgChart1"/>
    <dgm:cxn modelId="{18FF00FC-7C6D-48AF-9BD9-A041A6AC1FD1}" srcId="{2F2CBF28-38E0-4209-AB11-D189F1628E57}" destId="{07D0017E-EEB0-4336-8862-08309138DB42}" srcOrd="4" destOrd="0" parTransId="{15C96544-370E-43A1-A4DF-1C428C44B6FB}" sibTransId="{A9DB1F4E-AA79-4083-99E0-039C3E10916B}"/>
    <dgm:cxn modelId="{554802FC-E491-49F8-B62B-A110826EACC0}" type="presOf" srcId="{39F390E1-C819-485D-A7D4-0FAE19BD8912}" destId="{E2F26A2D-1CA4-41AE-A805-FEE83BDAB3EA}" srcOrd="0" destOrd="0" presId="urn:microsoft.com/office/officeart/2005/8/layout/orgChart1"/>
    <dgm:cxn modelId="{B18498AB-EF11-44B1-BC83-7DDD2812B989}" type="presParOf" srcId="{F2A2C0D4-B115-4275-95A3-73C03EC2A90B}" destId="{16AF9FC2-0563-4573-95E4-F013145BD75A}" srcOrd="0" destOrd="0" presId="urn:microsoft.com/office/officeart/2005/8/layout/orgChart1"/>
    <dgm:cxn modelId="{071C9086-5B7C-4CBE-93AA-B84DB60B8936}" type="presParOf" srcId="{16AF9FC2-0563-4573-95E4-F013145BD75A}" destId="{F8136ED5-4285-4F5B-8642-6CD481DEE334}" srcOrd="0" destOrd="0" presId="urn:microsoft.com/office/officeart/2005/8/layout/orgChart1"/>
    <dgm:cxn modelId="{A0ED2D20-8D03-41EB-9B40-BF914C4EF23D}" type="presParOf" srcId="{F8136ED5-4285-4F5B-8642-6CD481DEE334}" destId="{BE956487-B100-4668-9CC9-020E6B3D4441}" srcOrd="0" destOrd="0" presId="urn:microsoft.com/office/officeart/2005/8/layout/orgChart1"/>
    <dgm:cxn modelId="{88D4A06F-EFDA-4DC3-8B4F-B63275ADCBA8}" type="presParOf" srcId="{F8136ED5-4285-4F5B-8642-6CD481DEE334}" destId="{8D41132D-7B6B-4D2C-8E16-00AF3296E5B9}" srcOrd="1" destOrd="0" presId="urn:microsoft.com/office/officeart/2005/8/layout/orgChart1"/>
    <dgm:cxn modelId="{958D875C-3FE5-4F0A-8398-32BA931C048E}" type="presParOf" srcId="{16AF9FC2-0563-4573-95E4-F013145BD75A}" destId="{4CEDCD63-95DA-4DAE-B355-699D732AFD80}" srcOrd="1" destOrd="0" presId="urn:microsoft.com/office/officeart/2005/8/layout/orgChart1"/>
    <dgm:cxn modelId="{7E515406-12B6-4900-BA28-59E3788318E0}" type="presParOf" srcId="{4CEDCD63-95DA-4DAE-B355-699D732AFD80}" destId="{6B81D649-010C-4297-9B24-517561AE9F25}" srcOrd="0" destOrd="0" presId="urn:microsoft.com/office/officeart/2005/8/layout/orgChart1"/>
    <dgm:cxn modelId="{53D780CA-E9ED-4067-B2EC-66BA43B4A23A}" type="presParOf" srcId="{4CEDCD63-95DA-4DAE-B355-699D732AFD80}" destId="{24284741-1A75-421E-8732-C13D87C253B2}" srcOrd="1" destOrd="0" presId="urn:microsoft.com/office/officeart/2005/8/layout/orgChart1"/>
    <dgm:cxn modelId="{C0768630-D53E-4401-B9E8-4ADF857FAD59}" type="presParOf" srcId="{24284741-1A75-421E-8732-C13D87C253B2}" destId="{23AECCA4-B03D-4B91-AB68-F62A0FE46E83}" srcOrd="0" destOrd="0" presId="urn:microsoft.com/office/officeart/2005/8/layout/orgChart1"/>
    <dgm:cxn modelId="{D189308D-84C3-4921-968F-4811044633AA}" type="presParOf" srcId="{23AECCA4-B03D-4B91-AB68-F62A0FE46E83}" destId="{C91FC268-230F-47F8-AD00-A8791E1B0939}" srcOrd="0" destOrd="0" presId="urn:microsoft.com/office/officeart/2005/8/layout/orgChart1"/>
    <dgm:cxn modelId="{AB751E32-24BD-4394-BBFF-74941A8FC68B}" type="presParOf" srcId="{23AECCA4-B03D-4B91-AB68-F62A0FE46E83}" destId="{D652D475-1645-4822-8677-EA53D0FC6736}" srcOrd="1" destOrd="0" presId="urn:microsoft.com/office/officeart/2005/8/layout/orgChart1"/>
    <dgm:cxn modelId="{E11804E9-6056-40DF-BC35-CC7361328EB9}" type="presParOf" srcId="{24284741-1A75-421E-8732-C13D87C253B2}" destId="{0C1326BA-A435-4E2B-9320-E6E07A11054B}" srcOrd="1" destOrd="0" presId="urn:microsoft.com/office/officeart/2005/8/layout/orgChart1"/>
    <dgm:cxn modelId="{44AE4DC3-0CA6-426E-90A1-243C99E24327}" type="presParOf" srcId="{0C1326BA-A435-4E2B-9320-E6E07A11054B}" destId="{ADFD9BB8-5D30-4457-8F38-E5C5BD55DEF5}" srcOrd="0" destOrd="0" presId="urn:microsoft.com/office/officeart/2005/8/layout/orgChart1"/>
    <dgm:cxn modelId="{6DD486C8-43AA-4850-80DA-A8670ED885CD}" type="presParOf" srcId="{0C1326BA-A435-4E2B-9320-E6E07A11054B}" destId="{CD7A1B91-4640-4C58-90D7-E358EFBCDD48}" srcOrd="1" destOrd="0" presId="urn:microsoft.com/office/officeart/2005/8/layout/orgChart1"/>
    <dgm:cxn modelId="{228D090D-5888-4A7B-8808-260033BF855E}" type="presParOf" srcId="{CD7A1B91-4640-4C58-90D7-E358EFBCDD48}" destId="{819EEE58-4FF2-4E89-834A-88B0E596A8B6}" srcOrd="0" destOrd="0" presId="urn:microsoft.com/office/officeart/2005/8/layout/orgChart1"/>
    <dgm:cxn modelId="{38E8A24A-425F-48DC-94B0-8D3DE86E926B}" type="presParOf" srcId="{819EEE58-4FF2-4E89-834A-88B0E596A8B6}" destId="{D5F02E3B-091C-4A8F-95EB-554079AFFEF4}" srcOrd="0" destOrd="0" presId="urn:microsoft.com/office/officeart/2005/8/layout/orgChart1"/>
    <dgm:cxn modelId="{E25721F8-1E22-4F4C-9ACF-2EA34A90D7E9}" type="presParOf" srcId="{819EEE58-4FF2-4E89-834A-88B0E596A8B6}" destId="{02AB22D2-F69C-4CE3-8805-2238A33465C3}" srcOrd="1" destOrd="0" presId="urn:microsoft.com/office/officeart/2005/8/layout/orgChart1"/>
    <dgm:cxn modelId="{EF74CECA-78C7-4157-9B90-CB077A747E57}" type="presParOf" srcId="{CD7A1B91-4640-4C58-90D7-E358EFBCDD48}" destId="{0E896A99-A01E-4CD8-AEE9-BF0EED38363A}" srcOrd="1" destOrd="0" presId="urn:microsoft.com/office/officeart/2005/8/layout/orgChart1"/>
    <dgm:cxn modelId="{408F0883-E438-4F13-A124-E75018AC53E0}" type="presParOf" srcId="{CD7A1B91-4640-4C58-90D7-E358EFBCDD48}" destId="{608EA849-4861-44E1-8FE8-6802C0F5EAE3}" srcOrd="2" destOrd="0" presId="urn:microsoft.com/office/officeart/2005/8/layout/orgChart1"/>
    <dgm:cxn modelId="{D5BB9B9C-1F7D-4ECB-B67D-EF11BB9E0746}" type="presParOf" srcId="{0C1326BA-A435-4E2B-9320-E6E07A11054B}" destId="{0468D836-3038-4417-AD6B-D8BB12555C72}" srcOrd="2" destOrd="0" presId="urn:microsoft.com/office/officeart/2005/8/layout/orgChart1"/>
    <dgm:cxn modelId="{67D6F727-83F9-4714-BF0B-66167AD0E7F1}" type="presParOf" srcId="{0C1326BA-A435-4E2B-9320-E6E07A11054B}" destId="{5A819611-96DA-4567-B1E9-0BB0A87246E0}" srcOrd="3" destOrd="0" presId="urn:microsoft.com/office/officeart/2005/8/layout/orgChart1"/>
    <dgm:cxn modelId="{61ABEEEA-58B5-4E0C-BFCE-78078D09B8E0}" type="presParOf" srcId="{5A819611-96DA-4567-B1E9-0BB0A87246E0}" destId="{5CBBF089-8D67-4691-B4CE-EEC74DCE22E4}" srcOrd="0" destOrd="0" presId="urn:microsoft.com/office/officeart/2005/8/layout/orgChart1"/>
    <dgm:cxn modelId="{9EE071C6-5705-4389-B67C-A2898EAEE77B}" type="presParOf" srcId="{5CBBF089-8D67-4691-B4CE-EEC74DCE22E4}" destId="{132BAF16-9B8F-4B36-8363-FA44107964CB}" srcOrd="0" destOrd="0" presId="urn:microsoft.com/office/officeart/2005/8/layout/orgChart1"/>
    <dgm:cxn modelId="{DFD1FB29-21D0-4987-81A7-5DA04351CCED}" type="presParOf" srcId="{5CBBF089-8D67-4691-B4CE-EEC74DCE22E4}" destId="{FE959097-7BF5-48ED-8900-EAF256C254E2}" srcOrd="1" destOrd="0" presId="urn:microsoft.com/office/officeart/2005/8/layout/orgChart1"/>
    <dgm:cxn modelId="{44486B5C-D5E5-40F3-B6AB-9F0F0545F732}" type="presParOf" srcId="{5A819611-96DA-4567-B1E9-0BB0A87246E0}" destId="{E1AE85A8-9917-47C4-946D-F0320279FDA0}" srcOrd="1" destOrd="0" presId="urn:microsoft.com/office/officeart/2005/8/layout/orgChart1"/>
    <dgm:cxn modelId="{F1A6C17F-4930-4DB6-9BCA-BC2EA44E5467}" type="presParOf" srcId="{5A819611-96DA-4567-B1E9-0BB0A87246E0}" destId="{91357CC7-1005-42CF-8480-D72DE423B159}" srcOrd="2" destOrd="0" presId="urn:microsoft.com/office/officeart/2005/8/layout/orgChart1"/>
    <dgm:cxn modelId="{85C25446-A3EC-49E6-9E87-8CF755C87E4D}" type="presParOf" srcId="{24284741-1A75-421E-8732-C13D87C253B2}" destId="{BF79D28C-8AF8-45FA-A28C-838525C90035}" srcOrd="2" destOrd="0" presId="urn:microsoft.com/office/officeart/2005/8/layout/orgChart1"/>
    <dgm:cxn modelId="{B194B947-A4A5-4A30-AAF5-19AD6100D71A}" type="presParOf" srcId="{4CEDCD63-95DA-4DAE-B355-699D732AFD80}" destId="{0E3AC6AD-6FCA-41D4-B8BA-F3F354B1BEDB}" srcOrd="2" destOrd="0" presId="urn:microsoft.com/office/officeart/2005/8/layout/orgChart1"/>
    <dgm:cxn modelId="{0AC0E957-D040-45FE-89D9-251C871F767E}" type="presParOf" srcId="{4CEDCD63-95DA-4DAE-B355-699D732AFD80}" destId="{DE736F3F-8FF8-40B3-8664-1902B2BD2675}" srcOrd="3" destOrd="0" presId="urn:microsoft.com/office/officeart/2005/8/layout/orgChart1"/>
    <dgm:cxn modelId="{93887A4D-10D8-449D-840C-4141DE855919}" type="presParOf" srcId="{DE736F3F-8FF8-40B3-8664-1902B2BD2675}" destId="{26A2CE91-EE95-4D1D-A60B-C760A3D803E7}" srcOrd="0" destOrd="0" presId="urn:microsoft.com/office/officeart/2005/8/layout/orgChart1"/>
    <dgm:cxn modelId="{3EC49405-43DB-416A-9190-C0237A7C4AB5}" type="presParOf" srcId="{26A2CE91-EE95-4D1D-A60B-C760A3D803E7}" destId="{67CE0C7C-24DF-40CD-9A8C-554EC3F832E7}" srcOrd="0" destOrd="0" presId="urn:microsoft.com/office/officeart/2005/8/layout/orgChart1"/>
    <dgm:cxn modelId="{3B7F7E32-DB86-428E-ADF7-DA6912B6F469}" type="presParOf" srcId="{26A2CE91-EE95-4D1D-A60B-C760A3D803E7}" destId="{802A3328-2998-4EF5-A4A8-4860137FA9F3}" srcOrd="1" destOrd="0" presId="urn:microsoft.com/office/officeart/2005/8/layout/orgChart1"/>
    <dgm:cxn modelId="{2F9F92CF-B982-428F-99CD-DE304D8EDC67}" type="presParOf" srcId="{DE736F3F-8FF8-40B3-8664-1902B2BD2675}" destId="{BD81B1CD-C5E6-48C5-A5AF-C9C97229C086}" srcOrd="1" destOrd="0" presId="urn:microsoft.com/office/officeart/2005/8/layout/orgChart1"/>
    <dgm:cxn modelId="{094FEEB0-6CE3-4873-B266-C84A00E0C13B}" type="presParOf" srcId="{BD81B1CD-C5E6-48C5-A5AF-C9C97229C086}" destId="{34148705-C1E8-4350-BE78-186E3A06856D}" srcOrd="0" destOrd="0" presId="urn:microsoft.com/office/officeart/2005/8/layout/orgChart1"/>
    <dgm:cxn modelId="{D23861F9-F9C8-4BF8-860E-C1E11A84A3F3}" type="presParOf" srcId="{BD81B1CD-C5E6-48C5-A5AF-C9C97229C086}" destId="{C44BFA9E-B44C-425D-8243-619B6C16A198}" srcOrd="1" destOrd="0" presId="urn:microsoft.com/office/officeart/2005/8/layout/orgChart1"/>
    <dgm:cxn modelId="{05E58304-304B-438D-A949-C4757A30D158}" type="presParOf" srcId="{C44BFA9E-B44C-425D-8243-619B6C16A198}" destId="{3E8ABAB8-5A1A-4428-8173-F433C5364E4A}" srcOrd="0" destOrd="0" presId="urn:microsoft.com/office/officeart/2005/8/layout/orgChart1"/>
    <dgm:cxn modelId="{962C98D0-4213-445B-8428-7A9CB8D7C4AF}" type="presParOf" srcId="{3E8ABAB8-5A1A-4428-8173-F433C5364E4A}" destId="{0A16C795-FF72-4DBE-8D96-11DAE9EE75BD}" srcOrd="0" destOrd="0" presId="urn:microsoft.com/office/officeart/2005/8/layout/orgChart1"/>
    <dgm:cxn modelId="{99B35BC6-A549-4279-9EBD-7CCB97A8B0EC}" type="presParOf" srcId="{3E8ABAB8-5A1A-4428-8173-F433C5364E4A}" destId="{FD24AAD6-D521-4484-AC1E-FE39C8A9044B}" srcOrd="1" destOrd="0" presId="urn:microsoft.com/office/officeart/2005/8/layout/orgChart1"/>
    <dgm:cxn modelId="{982593BA-F0F9-4059-A5E3-BBD6F784ACC3}" type="presParOf" srcId="{C44BFA9E-B44C-425D-8243-619B6C16A198}" destId="{781285B1-C4E9-4AC0-811A-BCDCACC5D197}" srcOrd="1" destOrd="0" presId="urn:microsoft.com/office/officeart/2005/8/layout/orgChart1"/>
    <dgm:cxn modelId="{856871AD-C1AB-486E-AD05-A7D2EA9BF88A}" type="presParOf" srcId="{C44BFA9E-B44C-425D-8243-619B6C16A198}" destId="{F6B05422-304C-44A9-AA01-38903274AA61}" srcOrd="2" destOrd="0" presId="urn:microsoft.com/office/officeart/2005/8/layout/orgChart1"/>
    <dgm:cxn modelId="{9372C801-36DD-41A5-9AD6-10D07854FE40}" type="presParOf" srcId="{BD81B1CD-C5E6-48C5-A5AF-C9C97229C086}" destId="{2D471B5F-3F43-44B5-BF2D-4368F11D3699}" srcOrd="2" destOrd="0" presId="urn:microsoft.com/office/officeart/2005/8/layout/orgChart1"/>
    <dgm:cxn modelId="{4BFEFFB8-DD64-4C0B-8DDE-73C20A40FD70}" type="presParOf" srcId="{BD81B1CD-C5E6-48C5-A5AF-C9C97229C086}" destId="{218DEEDD-6BF2-4125-8DA4-B1D5377E739C}" srcOrd="3" destOrd="0" presId="urn:microsoft.com/office/officeart/2005/8/layout/orgChart1"/>
    <dgm:cxn modelId="{6A60A1B4-4F58-4A81-8EAC-414524FF600F}" type="presParOf" srcId="{218DEEDD-6BF2-4125-8DA4-B1D5377E739C}" destId="{8D4FA55B-1288-4497-8051-5220FF07AB0D}" srcOrd="0" destOrd="0" presId="urn:microsoft.com/office/officeart/2005/8/layout/orgChart1"/>
    <dgm:cxn modelId="{D0DED4D2-B2D4-4705-AB43-E7F7A52812DA}" type="presParOf" srcId="{8D4FA55B-1288-4497-8051-5220FF07AB0D}" destId="{E2928895-8F23-4F34-A892-79EAA2B2D2BF}" srcOrd="0" destOrd="0" presId="urn:microsoft.com/office/officeart/2005/8/layout/orgChart1"/>
    <dgm:cxn modelId="{63617969-DC03-45E9-B25D-D0B84CD9C926}" type="presParOf" srcId="{8D4FA55B-1288-4497-8051-5220FF07AB0D}" destId="{7BB908CF-8ACA-4EF8-8120-8285736C8202}" srcOrd="1" destOrd="0" presId="urn:microsoft.com/office/officeart/2005/8/layout/orgChart1"/>
    <dgm:cxn modelId="{F217E4FD-40A4-4F68-9AA6-33517D892D31}" type="presParOf" srcId="{218DEEDD-6BF2-4125-8DA4-B1D5377E739C}" destId="{4298B010-5614-48FE-8BF9-7D2305460704}" srcOrd="1" destOrd="0" presId="urn:microsoft.com/office/officeart/2005/8/layout/orgChart1"/>
    <dgm:cxn modelId="{F3021362-180F-4B0C-8389-3EF8E45BED7D}" type="presParOf" srcId="{218DEEDD-6BF2-4125-8DA4-B1D5377E739C}" destId="{F4984587-983C-42D9-B4BE-AE02975651C0}" srcOrd="2" destOrd="0" presId="urn:microsoft.com/office/officeart/2005/8/layout/orgChart1"/>
    <dgm:cxn modelId="{738C7C50-BA31-48BC-B608-64FCD47B62A7}" type="presParOf" srcId="{BD81B1CD-C5E6-48C5-A5AF-C9C97229C086}" destId="{E936AFD9-C01C-4A3D-A0E3-92F9533EA185}" srcOrd="4" destOrd="0" presId="urn:microsoft.com/office/officeart/2005/8/layout/orgChart1"/>
    <dgm:cxn modelId="{DD2AB4F8-6602-4ECB-A91C-B42B5C885AC0}" type="presParOf" srcId="{BD81B1CD-C5E6-48C5-A5AF-C9C97229C086}" destId="{C506B400-4F85-482F-B51D-E886DB219C79}" srcOrd="5" destOrd="0" presId="urn:microsoft.com/office/officeart/2005/8/layout/orgChart1"/>
    <dgm:cxn modelId="{A42E1225-C234-475A-B9FD-09811FCC0987}" type="presParOf" srcId="{C506B400-4F85-482F-B51D-E886DB219C79}" destId="{7D5DA773-9414-4827-9467-C5938209344D}" srcOrd="0" destOrd="0" presId="urn:microsoft.com/office/officeart/2005/8/layout/orgChart1"/>
    <dgm:cxn modelId="{3D4D2830-ACE3-451C-AE3F-AB6704BBFDFF}" type="presParOf" srcId="{7D5DA773-9414-4827-9467-C5938209344D}" destId="{E2F26A2D-1CA4-41AE-A805-FEE83BDAB3EA}" srcOrd="0" destOrd="0" presId="urn:microsoft.com/office/officeart/2005/8/layout/orgChart1"/>
    <dgm:cxn modelId="{91C4BDB0-77D6-420C-B626-15BD7C6CF354}" type="presParOf" srcId="{7D5DA773-9414-4827-9467-C5938209344D}" destId="{0F6A87CE-2960-41A1-96F8-CB0C90DB57B0}" srcOrd="1" destOrd="0" presId="urn:microsoft.com/office/officeart/2005/8/layout/orgChart1"/>
    <dgm:cxn modelId="{4AA290CC-75D2-4D07-A8BE-A6E770C71D38}" type="presParOf" srcId="{C506B400-4F85-482F-B51D-E886DB219C79}" destId="{BD9852CE-1C39-4012-90F9-E698901EAE82}" srcOrd="1" destOrd="0" presId="urn:microsoft.com/office/officeart/2005/8/layout/orgChart1"/>
    <dgm:cxn modelId="{C2736112-1921-4E35-92B3-A679DAE7E33F}" type="presParOf" srcId="{C506B400-4F85-482F-B51D-E886DB219C79}" destId="{EA7F50DD-E91D-4D93-878F-92764C67BE6A}" srcOrd="2" destOrd="0" presId="urn:microsoft.com/office/officeart/2005/8/layout/orgChart1"/>
    <dgm:cxn modelId="{EE280EA6-2D74-4A38-AFBD-B3CB0EAAE5DA}" type="presParOf" srcId="{DE736F3F-8FF8-40B3-8664-1902B2BD2675}" destId="{9BCF198E-0F9E-4B66-8BB5-893D14913E4E}" srcOrd="2" destOrd="0" presId="urn:microsoft.com/office/officeart/2005/8/layout/orgChart1"/>
    <dgm:cxn modelId="{65F3F7EA-8BCC-468C-8AB1-0FF0C277BDD9}" type="presParOf" srcId="{4CEDCD63-95DA-4DAE-B355-699D732AFD80}" destId="{4036E218-87DE-41F2-8440-6A05A6E3E03A}" srcOrd="4" destOrd="0" presId="urn:microsoft.com/office/officeart/2005/8/layout/orgChart1"/>
    <dgm:cxn modelId="{3593E00F-EB26-42AB-AC66-5A3804F574CB}" type="presParOf" srcId="{4CEDCD63-95DA-4DAE-B355-699D732AFD80}" destId="{4A9106E0-0287-48D8-93C7-7E2596B147CC}" srcOrd="5" destOrd="0" presId="urn:microsoft.com/office/officeart/2005/8/layout/orgChart1"/>
    <dgm:cxn modelId="{33514AB3-A43C-42DF-AA68-7189B019B6C3}" type="presParOf" srcId="{4A9106E0-0287-48D8-93C7-7E2596B147CC}" destId="{E114CE35-C03C-453B-915E-314F5B8DEA13}" srcOrd="0" destOrd="0" presId="urn:microsoft.com/office/officeart/2005/8/layout/orgChart1"/>
    <dgm:cxn modelId="{87ECF704-E813-474A-9854-79A320CF2C06}" type="presParOf" srcId="{E114CE35-C03C-453B-915E-314F5B8DEA13}" destId="{01E54F76-4B7A-4F8C-A34A-816F1E4639A5}" srcOrd="0" destOrd="0" presId="urn:microsoft.com/office/officeart/2005/8/layout/orgChart1"/>
    <dgm:cxn modelId="{CE44CAC9-3362-4C07-A768-B29DC1750A9B}" type="presParOf" srcId="{E114CE35-C03C-453B-915E-314F5B8DEA13}" destId="{D8344023-6AD5-4AC5-8653-06A888FC30B4}" srcOrd="1" destOrd="0" presId="urn:microsoft.com/office/officeart/2005/8/layout/orgChart1"/>
    <dgm:cxn modelId="{8FAD9ED8-4234-4E89-929C-F61D2FECD91A}" type="presParOf" srcId="{4A9106E0-0287-48D8-93C7-7E2596B147CC}" destId="{74749DC7-31FB-4B5E-80A9-24C62B22CDA8}" srcOrd="1" destOrd="0" presId="urn:microsoft.com/office/officeart/2005/8/layout/orgChart1"/>
    <dgm:cxn modelId="{5326C8B6-E09D-4F29-98EF-DA1994F2ED60}" type="presParOf" srcId="{74749DC7-31FB-4B5E-80A9-24C62B22CDA8}" destId="{FA6D1058-F085-4CCA-8223-3DD0C9E722CD}" srcOrd="0" destOrd="0" presId="urn:microsoft.com/office/officeart/2005/8/layout/orgChart1"/>
    <dgm:cxn modelId="{6813BC50-8CB0-4735-BCCB-3A5A57CAAB44}" type="presParOf" srcId="{74749DC7-31FB-4B5E-80A9-24C62B22CDA8}" destId="{563FED87-9B6D-4DCB-A8B3-80249A313253}" srcOrd="1" destOrd="0" presId="urn:microsoft.com/office/officeart/2005/8/layout/orgChart1"/>
    <dgm:cxn modelId="{1A9DBA9A-41BE-4C44-B97B-D41705EEF97D}" type="presParOf" srcId="{563FED87-9B6D-4DCB-A8B3-80249A313253}" destId="{BD6DA456-7767-4058-9E12-4B19F325C685}" srcOrd="0" destOrd="0" presId="urn:microsoft.com/office/officeart/2005/8/layout/orgChart1"/>
    <dgm:cxn modelId="{7532B7E0-857F-49EF-97F0-B6217AE71626}" type="presParOf" srcId="{BD6DA456-7767-4058-9E12-4B19F325C685}" destId="{251F1D6B-9D48-4A49-AC07-791A7D81A269}" srcOrd="0" destOrd="0" presId="urn:microsoft.com/office/officeart/2005/8/layout/orgChart1"/>
    <dgm:cxn modelId="{723CDFA8-B00C-495F-81E2-B70D2B58C8F3}" type="presParOf" srcId="{BD6DA456-7767-4058-9E12-4B19F325C685}" destId="{2F19A8AB-D89E-474D-B299-0DF131756EE5}" srcOrd="1" destOrd="0" presId="urn:microsoft.com/office/officeart/2005/8/layout/orgChart1"/>
    <dgm:cxn modelId="{60604CD5-762E-4312-A9BD-ADAF7950527B}" type="presParOf" srcId="{563FED87-9B6D-4DCB-A8B3-80249A313253}" destId="{149876B8-F01E-4952-BDEB-716C673F4368}" srcOrd="1" destOrd="0" presId="urn:microsoft.com/office/officeart/2005/8/layout/orgChart1"/>
    <dgm:cxn modelId="{B761D77F-FA18-4395-8278-4DE98204944E}" type="presParOf" srcId="{563FED87-9B6D-4DCB-A8B3-80249A313253}" destId="{80FBBA28-7CCB-427B-92CD-9E0A1FA8C978}" srcOrd="2" destOrd="0" presId="urn:microsoft.com/office/officeart/2005/8/layout/orgChart1"/>
    <dgm:cxn modelId="{4667AC30-3BB4-478D-95BF-B213588DBC8D}" type="presParOf" srcId="{74749DC7-31FB-4B5E-80A9-24C62B22CDA8}" destId="{95D33A6B-19AD-44E5-B449-1FF47E57DD0A}" srcOrd="2" destOrd="0" presId="urn:microsoft.com/office/officeart/2005/8/layout/orgChart1"/>
    <dgm:cxn modelId="{CB6A5568-38C8-461E-9D46-6EE856F94827}" type="presParOf" srcId="{74749DC7-31FB-4B5E-80A9-24C62B22CDA8}" destId="{E5B3A70B-D9F1-4995-91D5-18F84FF55337}" srcOrd="3" destOrd="0" presId="urn:microsoft.com/office/officeart/2005/8/layout/orgChart1"/>
    <dgm:cxn modelId="{F9ACDE92-F08A-4A1F-AAC7-4519D4BF8A82}" type="presParOf" srcId="{E5B3A70B-D9F1-4995-91D5-18F84FF55337}" destId="{4F91F9C7-48B5-421E-ADF6-74B42F1780B6}" srcOrd="0" destOrd="0" presId="urn:microsoft.com/office/officeart/2005/8/layout/orgChart1"/>
    <dgm:cxn modelId="{6EC5033D-661E-4C42-A6F3-BB458D69AB85}" type="presParOf" srcId="{4F91F9C7-48B5-421E-ADF6-74B42F1780B6}" destId="{281CCA7D-CCFE-482F-8EC0-8957C9DCCBC3}" srcOrd="0" destOrd="0" presId="urn:microsoft.com/office/officeart/2005/8/layout/orgChart1"/>
    <dgm:cxn modelId="{371554B2-5173-43F8-B2CE-8CA2A9FDD737}" type="presParOf" srcId="{4F91F9C7-48B5-421E-ADF6-74B42F1780B6}" destId="{5918BDEB-A979-44BE-AAC7-B7B5DD76CA18}" srcOrd="1" destOrd="0" presId="urn:microsoft.com/office/officeart/2005/8/layout/orgChart1"/>
    <dgm:cxn modelId="{B09E4395-8905-4B84-AB2D-AC14E0CDC8DE}" type="presParOf" srcId="{E5B3A70B-D9F1-4995-91D5-18F84FF55337}" destId="{7A449BE7-4335-47CC-B3FE-14D34332999C}" srcOrd="1" destOrd="0" presId="urn:microsoft.com/office/officeart/2005/8/layout/orgChart1"/>
    <dgm:cxn modelId="{0BF26541-85C8-4934-A04F-A7CA650B9DAA}" type="presParOf" srcId="{E5B3A70B-D9F1-4995-91D5-18F84FF55337}" destId="{71495994-922D-4F8C-87F1-A0A1ACDA9DD7}" srcOrd="2" destOrd="0" presId="urn:microsoft.com/office/officeart/2005/8/layout/orgChart1"/>
    <dgm:cxn modelId="{88728235-86BE-4322-8C1E-D86421BAC9F8}" type="presParOf" srcId="{74749DC7-31FB-4B5E-80A9-24C62B22CDA8}" destId="{5954EB5E-13BF-4EC7-A084-1276074E4DC8}" srcOrd="4" destOrd="0" presId="urn:microsoft.com/office/officeart/2005/8/layout/orgChart1"/>
    <dgm:cxn modelId="{343DDAC0-5EE8-46B9-A661-F783144135EE}" type="presParOf" srcId="{74749DC7-31FB-4B5E-80A9-24C62B22CDA8}" destId="{34A71444-1DA3-4A07-95DB-5EADFDFF0E20}" srcOrd="5" destOrd="0" presId="urn:microsoft.com/office/officeart/2005/8/layout/orgChart1"/>
    <dgm:cxn modelId="{CF377F12-BDB2-4235-B769-2C2613AEF563}" type="presParOf" srcId="{34A71444-1DA3-4A07-95DB-5EADFDFF0E20}" destId="{575078C6-2885-49E3-99B6-8B3B799E677D}" srcOrd="0" destOrd="0" presId="urn:microsoft.com/office/officeart/2005/8/layout/orgChart1"/>
    <dgm:cxn modelId="{4D04E03C-DEE1-431D-A14B-F23A0409EB56}" type="presParOf" srcId="{575078C6-2885-49E3-99B6-8B3B799E677D}" destId="{765E03EF-66BF-4E74-BC47-1749A39C08DF}" srcOrd="0" destOrd="0" presId="urn:microsoft.com/office/officeart/2005/8/layout/orgChart1"/>
    <dgm:cxn modelId="{6520284E-1E74-48F3-84D7-76F07B82AFFB}" type="presParOf" srcId="{575078C6-2885-49E3-99B6-8B3B799E677D}" destId="{E6DCDA9C-66E6-4251-AD27-94B79E71FF59}" srcOrd="1" destOrd="0" presId="urn:microsoft.com/office/officeart/2005/8/layout/orgChart1"/>
    <dgm:cxn modelId="{E50AEAAE-6BB1-47E1-ACF7-621C748FC3C5}" type="presParOf" srcId="{34A71444-1DA3-4A07-95DB-5EADFDFF0E20}" destId="{5754EAAA-F444-464A-9B21-D7723552BF4D}" srcOrd="1" destOrd="0" presId="urn:microsoft.com/office/officeart/2005/8/layout/orgChart1"/>
    <dgm:cxn modelId="{7F5DC569-8498-4659-A32A-54C8C5296322}" type="presParOf" srcId="{34A71444-1DA3-4A07-95DB-5EADFDFF0E20}" destId="{CAB91C83-E03B-4C3F-94DF-53D200050D93}" srcOrd="2" destOrd="0" presId="urn:microsoft.com/office/officeart/2005/8/layout/orgChart1"/>
    <dgm:cxn modelId="{750F1F45-DD49-4881-902B-7CEF99763F48}" type="presParOf" srcId="{4A9106E0-0287-48D8-93C7-7E2596B147CC}" destId="{E6448B44-4163-424C-9D36-BA3287D23BDE}" srcOrd="2" destOrd="0" presId="urn:microsoft.com/office/officeart/2005/8/layout/orgChart1"/>
    <dgm:cxn modelId="{6D30179B-75E9-46AA-B541-4781182DBB22}" type="presParOf" srcId="{4CEDCD63-95DA-4DAE-B355-699D732AFD80}" destId="{98575591-56B6-4D79-BCC7-559A58DDF691}" srcOrd="6" destOrd="0" presId="urn:microsoft.com/office/officeart/2005/8/layout/orgChart1"/>
    <dgm:cxn modelId="{0BA591D1-E6FE-453B-B464-53466B1F31DD}" type="presParOf" srcId="{4CEDCD63-95DA-4DAE-B355-699D732AFD80}" destId="{72F0D181-4DCE-44B2-B722-0788B44C5E18}" srcOrd="7" destOrd="0" presId="urn:microsoft.com/office/officeart/2005/8/layout/orgChart1"/>
    <dgm:cxn modelId="{BD5A8E79-9BD3-4CA7-ACFE-2734E1BCA92C}" type="presParOf" srcId="{72F0D181-4DCE-44B2-B722-0788B44C5E18}" destId="{8789E710-2783-4024-9361-DCFFD39023F6}" srcOrd="0" destOrd="0" presId="urn:microsoft.com/office/officeart/2005/8/layout/orgChart1"/>
    <dgm:cxn modelId="{71DA2B32-EFAC-4387-A836-1BDA07BBB960}" type="presParOf" srcId="{8789E710-2783-4024-9361-DCFFD39023F6}" destId="{56966035-32FB-4AE5-8831-A4017F98120F}" srcOrd="0" destOrd="0" presId="urn:microsoft.com/office/officeart/2005/8/layout/orgChart1"/>
    <dgm:cxn modelId="{59012053-1C33-48BD-AF8D-70945DB9B568}" type="presParOf" srcId="{8789E710-2783-4024-9361-DCFFD39023F6}" destId="{FF5ED560-EDE1-4B56-8085-D4DB18078B4F}" srcOrd="1" destOrd="0" presId="urn:microsoft.com/office/officeart/2005/8/layout/orgChart1"/>
    <dgm:cxn modelId="{53DC2E1A-6D06-4411-A551-5352CE5D4DEB}" type="presParOf" srcId="{72F0D181-4DCE-44B2-B722-0788B44C5E18}" destId="{B8ECD350-66FF-4ACE-9877-A02E78F4D3F8}" srcOrd="1" destOrd="0" presId="urn:microsoft.com/office/officeart/2005/8/layout/orgChart1"/>
    <dgm:cxn modelId="{9AB33C0F-E18F-4712-90F2-675E489CF2EC}" type="presParOf" srcId="{B8ECD350-66FF-4ACE-9877-A02E78F4D3F8}" destId="{58AD7F2B-9155-41AB-B603-DA541C0825E3}" srcOrd="0" destOrd="0" presId="urn:microsoft.com/office/officeart/2005/8/layout/orgChart1"/>
    <dgm:cxn modelId="{0ACCD095-D312-4C2D-983B-9DA37C95B8C0}" type="presParOf" srcId="{B8ECD350-66FF-4ACE-9877-A02E78F4D3F8}" destId="{A6C74D28-DF17-4D98-ABDA-5E2B2BBB7502}" srcOrd="1" destOrd="0" presId="urn:microsoft.com/office/officeart/2005/8/layout/orgChart1"/>
    <dgm:cxn modelId="{B36CD117-7EB5-47C5-8699-72FE365604DD}" type="presParOf" srcId="{A6C74D28-DF17-4D98-ABDA-5E2B2BBB7502}" destId="{FA45DF1A-F24B-4BD8-9E9B-AFD7CD881C41}" srcOrd="0" destOrd="0" presId="urn:microsoft.com/office/officeart/2005/8/layout/orgChart1"/>
    <dgm:cxn modelId="{71D22B77-8069-435B-B03E-E1E14E061256}" type="presParOf" srcId="{FA45DF1A-F24B-4BD8-9E9B-AFD7CD881C41}" destId="{35D5627A-07CC-4BF0-A857-113672458FA3}" srcOrd="0" destOrd="0" presId="urn:microsoft.com/office/officeart/2005/8/layout/orgChart1"/>
    <dgm:cxn modelId="{9EFF7A86-9D14-4D6B-974E-5EB93A0AD27B}" type="presParOf" srcId="{FA45DF1A-F24B-4BD8-9E9B-AFD7CD881C41}" destId="{E0BE5C09-69FA-4408-8202-57C2465BEBDA}" srcOrd="1" destOrd="0" presId="urn:microsoft.com/office/officeart/2005/8/layout/orgChart1"/>
    <dgm:cxn modelId="{4E251877-6EC4-48B1-8E0F-1F964553A166}" type="presParOf" srcId="{A6C74D28-DF17-4D98-ABDA-5E2B2BBB7502}" destId="{D4FFC70C-6750-4CC1-911F-ED6286C84E43}" srcOrd="1" destOrd="0" presId="urn:microsoft.com/office/officeart/2005/8/layout/orgChart1"/>
    <dgm:cxn modelId="{F000075C-2C9E-4F1F-894E-D1F06C1EF35E}" type="presParOf" srcId="{A6C74D28-DF17-4D98-ABDA-5E2B2BBB7502}" destId="{FA657D4B-1F25-43DA-9432-3F55C5EA56B7}" srcOrd="2" destOrd="0" presId="urn:microsoft.com/office/officeart/2005/8/layout/orgChart1"/>
    <dgm:cxn modelId="{3CE1B79C-F70D-42A8-B861-65FEE475948E}" type="presParOf" srcId="{B8ECD350-66FF-4ACE-9877-A02E78F4D3F8}" destId="{488713B7-9DD3-4CF2-ABF9-46F65345D635}" srcOrd="2" destOrd="0" presId="urn:microsoft.com/office/officeart/2005/8/layout/orgChart1"/>
    <dgm:cxn modelId="{2E71782F-B075-49E8-9980-4CEC540CC6E7}" type="presParOf" srcId="{B8ECD350-66FF-4ACE-9877-A02E78F4D3F8}" destId="{C1E385C9-B49B-4239-B630-4447831680BC}" srcOrd="3" destOrd="0" presId="urn:microsoft.com/office/officeart/2005/8/layout/orgChart1"/>
    <dgm:cxn modelId="{9C6DE7A0-E2B1-4A6B-B5FD-7BE7016D9791}" type="presParOf" srcId="{C1E385C9-B49B-4239-B630-4447831680BC}" destId="{C67404A2-CDFD-4275-9907-E14955B5DED1}" srcOrd="0" destOrd="0" presId="urn:microsoft.com/office/officeart/2005/8/layout/orgChart1"/>
    <dgm:cxn modelId="{CC8F8E16-A37E-469C-8C3E-0FC545392F3B}" type="presParOf" srcId="{C67404A2-CDFD-4275-9907-E14955B5DED1}" destId="{68A56F5B-8801-4728-A396-160396B7462B}" srcOrd="0" destOrd="0" presId="urn:microsoft.com/office/officeart/2005/8/layout/orgChart1"/>
    <dgm:cxn modelId="{4504C776-1B7E-4674-BA4E-AAF0D91CD90A}" type="presParOf" srcId="{C67404A2-CDFD-4275-9907-E14955B5DED1}" destId="{5E3FEFA1-0A78-4E4D-9A27-6B8E058CE06A}" srcOrd="1" destOrd="0" presId="urn:microsoft.com/office/officeart/2005/8/layout/orgChart1"/>
    <dgm:cxn modelId="{3EC7E853-E4A8-4D25-8BAC-095E036DE4BF}" type="presParOf" srcId="{C1E385C9-B49B-4239-B630-4447831680BC}" destId="{0E7FAF82-3933-431C-AF10-37AC937669AB}" srcOrd="1" destOrd="0" presId="urn:microsoft.com/office/officeart/2005/8/layout/orgChart1"/>
    <dgm:cxn modelId="{2D44251B-9830-44A8-8598-7682AD84B1C9}" type="presParOf" srcId="{C1E385C9-B49B-4239-B630-4447831680BC}" destId="{4B115A09-56AD-42CF-A184-12E1FF9FFFF2}" srcOrd="2" destOrd="0" presId="urn:microsoft.com/office/officeart/2005/8/layout/orgChart1"/>
    <dgm:cxn modelId="{0D8F6FBD-CC42-40E8-901E-9FB57D373F00}" type="presParOf" srcId="{B8ECD350-66FF-4ACE-9877-A02E78F4D3F8}" destId="{18F6115B-A5EC-43E3-B57F-2D020170E843}" srcOrd="4" destOrd="0" presId="urn:microsoft.com/office/officeart/2005/8/layout/orgChart1"/>
    <dgm:cxn modelId="{D61EF189-2056-4082-AF1E-4F485ACBEC9E}" type="presParOf" srcId="{B8ECD350-66FF-4ACE-9877-A02E78F4D3F8}" destId="{5C20C548-69CF-42F2-9CBC-3AC9B131D69C}" srcOrd="5" destOrd="0" presId="urn:microsoft.com/office/officeart/2005/8/layout/orgChart1"/>
    <dgm:cxn modelId="{F2901892-7302-4057-A124-9B847ED68654}" type="presParOf" srcId="{5C20C548-69CF-42F2-9CBC-3AC9B131D69C}" destId="{EA15DA71-7337-49EA-86A1-C7407ED5E579}" srcOrd="0" destOrd="0" presId="urn:microsoft.com/office/officeart/2005/8/layout/orgChart1"/>
    <dgm:cxn modelId="{5E8B8718-3329-4F68-B4B9-2BCF84B0B666}" type="presParOf" srcId="{EA15DA71-7337-49EA-86A1-C7407ED5E579}" destId="{A27E4E78-7804-445E-A9C2-4F808073FB29}" srcOrd="0" destOrd="0" presId="urn:microsoft.com/office/officeart/2005/8/layout/orgChart1"/>
    <dgm:cxn modelId="{875A0F42-1D1F-41D1-916C-3792C4B0F364}" type="presParOf" srcId="{EA15DA71-7337-49EA-86A1-C7407ED5E579}" destId="{39CAA432-E9A8-4DCD-A25E-AE8C3C838683}" srcOrd="1" destOrd="0" presId="urn:microsoft.com/office/officeart/2005/8/layout/orgChart1"/>
    <dgm:cxn modelId="{65AC0C5E-A827-410E-AFA5-DBFADE831BA6}" type="presParOf" srcId="{5C20C548-69CF-42F2-9CBC-3AC9B131D69C}" destId="{572E0947-A2F4-4EB8-A3E4-5969EF50E453}" srcOrd="1" destOrd="0" presId="urn:microsoft.com/office/officeart/2005/8/layout/orgChart1"/>
    <dgm:cxn modelId="{16DD29DA-88BA-4A17-8259-7EFD785333A6}" type="presParOf" srcId="{5C20C548-69CF-42F2-9CBC-3AC9B131D69C}" destId="{9B40B814-0320-4871-B747-02091DD44668}" srcOrd="2" destOrd="0" presId="urn:microsoft.com/office/officeart/2005/8/layout/orgChart1"/>
    <dgm:cxn modelId="{F163446C-9689-44D1-8E6F-6A835C61AA10}" type="presParOf" srcId="{72F0D181-4DCE-44B2-B722-0788B44C5E18}" destId="{B97B345B-1BCF-4651-A681-09DF52B26321}" srcOrd="2" destOrd="0" presId="urn:microsoft.com/office/officeart/2005/8/layout/orgChart1"/>
    <dgm:cxn modelId="{D671467B-BD9C-4B45-9250-02BE2BAF0BB9}" type="presParOf" srcId="{4CEDCD63-95DA-4DAE-B355-699D732AFD80}" destId="{E9D3A4A6-12F0-4C58-A5C7-AB61C29DC93E}" srcOrd="8" destOrd="0" presId="urn:microsoft.com/office/officeart/2005/8/layout/orgChart1"/>
    <dgm:cxn modelId="{B124E3F2-F1D7-4161-AC52-F35025D43C11}" type="presParOf" srcId="{4CEDCD63-95DA-4DAE-B355-699D732AFD80}" destId="{E6B68237-4A4D-47EF-A17E-4B3457BDD801}" srcOrd="9" destOrd="0" presId="urn:microsoft.com/office/officeart/2005/8/layout/orgChart1"/>
    <dgm:cxn modelId="{C4939274-7260-46FD-A947-09CF1A7C1A4B}" type="presParOf" srcId="{E6B68237-4A4D-47EF-A17E-4B3457BDD801}" destId="{F41C1DB5-826B-458F-BD3F-549C26D5AF4D}" srcOrd="0" destOrd="0" presId="urn:microsoft.com/office/officeart/2005/8/layout/orgChart1"/>
    <dgm:cxn modelId="{19EC7F0E-4C3B-4CA3-983E-237F37602C74}" type="presParOf" srcId="{F41C1DB5-826B-458F-BD3F-549C26D5AF4D}" destId="{F1371548-E1A6-4B56-AEBD-222F05F35B20}" srcOrd="0" destOrd="0" presId="urn:microsoft.com/office/officeart/2005/8/layout/orgChart1"/>
    <dgm:cxn modelId="{61A7E6DB-ED5D-429E-B928-93814B6EB5AD}" type="presParOf" srcId="{F41C1DB5-826B-458F-BD3F-549C26D5AF4D}" destId="{77811460-B400-4275-837C-FBE3CB261921}" srcOrd="1" destOrd="0" presId="urn:microsoft.com/office/officeart/2005/8/layout/orgChart1"/>
    <dgm:cxn modelId="{DE72D709-2EFE-4EEE-BBBD-D80AE62A1731}" type="presParOf" srcId="{E6B68237-4A4D-47EF-A17E-4B3457BDD801}" destId="{FC3C4041-FC2D-42F0-AC56-0D18289B32C6}" srcOrd="1" destOrd="0" presId="urn:microsoft.com/office/officeart/2005/8/layout/orgChart1"/>
    <dgm:cxn modelId="{34BB8974-A69D-4531-84BB-F7B68D85A064}" type="presParOf" srcId="{FC3C4041-FC2D-42F0-AC56-0D18289B32C6}" destId="{60E4C03C-FB1E-4D57-B7E9-247653649073}" srcOrd="0" destOrd="0" presId="urn:microsoft.com/office/officeart/2005/8/layout/orgChart1"/>
    <dgm:cxn modelId="{E24CABE6-32D5-498A-A64E-DBBC22231637}" type="presParOf" srcId="{FC3C4041-FC2D-42F0-AC56-0D18289B32C6}" destId="{12844F25-A455-4384-A217-64928936CEB0}" srcOrd="1" destOrd="0" presId="urn:microsoft.com/office/officeart/2005/8/layout/orgChart1"/>
    <dgm:cxn modelId="{2B494391-871E-462A-A151-DE62D909F493}" type="presParOf" srcId="{12844F25-A455-4384-A217-64928936CEB0}" destId="{6FF07724-BA99-46AF-BA88-D445CC5FB958}" srcOrd="0" destOrd="0" presId="urn:microsoft.com/office/officeart/2005/8/layout/orgChart1"/>
    <dgm:cxn modelId="{3D29BD69-2C32-438A-B83B-FE35900FCAEB}" type="presParOf" srcId="{6FF07724-BA99-46AF-BA88-D445CC5FB958}" destId="{DCF09852-E628-48A5-84FF-61F5F9897ABA}" srcOrd="0" destOrd="0" presId="urn:microsoft.com/office/officeart/2005/8/layout/orgChart1"/>
    <dgm:cxn modelId="{4A36777A-72AB-4314-868F-2DAF5DB939D8}" type="presParOf" srcId="{6FF07724-BA99-46AF-BA88-D445CC5FB958}" destId="{D127015F-A692-459E-8B73-CAF6C8FAE16E}" srcOrd="1" destOrd="0" presId="urn:microsoft.com/office/officeart/2005/8/layout/orgChart1"/>
    <dgm:cxn modelId="{13F9CD08-F3DB-4811-AE53-C6B2935FF682}" type="presParOf" srcId="{12844F25-A455-4384-A217-64928936CEB0}" destId="{FB2E4FB5-A826-43E6-BD3B-E0DB66802FE8}" srcOrd="1" destOrd="0" presId="urn:microsoft.com/office/officeart/2005/8/layout/orgChart1"/>
    <dgm:cxn modelId="{ACCAC2C2-08B7-409D-8C6A-99E7E315478A}" type="presParOf" srcId="{12844F25-A455-4384-A217-64928936CEB0}" destId="{F38267F8-32F8-4CEA-A21D-CFAE61456E3B}" srcOrd="2" destOrd="0" presId="urn:microsoft.com/office/officeart/2005/8/layout/orgChart1"/>
    <dgm:cxn modelId="{B318CF17-EFEB-4700-B1AD-A1A540067DA7}" type="presParOf" srcId="{FC3C4041-FC2D-42F0-AC56-0D18289B32C6}" destId="{C4FE56EA-746D-40F7-9FA3-39933017B6B8}" srcOrd="2" destOrd="0" presId="urn:microsoft.com/office/officeart/2005/8/layout/orgChart1"/>
    <dgm:cxn modelId="{B72EE82A-1803-466A-9704-4703F43240A3}" type="presParOf" srcId="{FC3C4041-FC2D-42F0-AC56-0D18289B32C6}" destId="{28ACF1ED-BE37-4BA8-B787-465E1E10BBAF}" srcOrd="3" destOrd="0" presId="urn:microsoft.com/office/officeart/2005/8/layout/orgChart1"/>
    <dgm:cxn modelId="{E938146F-24A2-4BAB-908A-9B5F35C32AF9}" type="presParOf" srcId="{28ACF1ED-BE37-4BA8-B787-465E1E10BBAF}" destId="{6ADA0038-FCBF-442F-8FE5-048A5728908E}" srcOrd="0" destOrd="0" presId="urn:microsoft.com/office/officeart/2005/8/layout/orgChart1"/>
    <dgm:cxn modelId="{7582AB78-72BB-4F1E-8E3F-07E3A1969354}" type="presParOf" srcId="{6ADA0038-FCBF-442F-8FE5-048A5728908E}" destId="{819F82AC-EB5F-4CA6-BBF7-F4A21194D13B}" srcOrd="0" destOrd="0" presId="urn:microsoft.com/office/officeart/2005/8/layout/orgChart1"/>
    <dgm:cxn modelId="{4CFC04B8-6BEF-4DBC-A1FA-BF4EE03CD675}" type="presParOf" srcId="{6ADA0038-FCBF-442F-8FE5-048A5728908E}" destId="{1DAF2568-D18E-49E2-BFC3-A1605BCF3806}" srcOrd="1" destOrd="0" presId="urn:microsoft.com/office/officeart/2005/8/layout/orgChart1"/>
    <dgm:cxn modelId="{11BCF5B2-1167-4F97-A634-9BE6B7744CFB}" type="presParOf" srcId="{28ACF1ED-BE37-4BA8-B787-465E1E10BBAF}" destId="{31D2AA33-88A3-440A-95F8-07357DBFC29F}" srcOrd="1" destOrd="0" presId="urn:microsoft.com/office/officeart/2005/8/layout/orgChart1"/>
    <dgm:cxn modelId="{45819507-2DBC-48A7-9DDA-ED013AB06610}" type="presParOf" srcId="{28ACF1ED-BE37-4BA8-B787-465E1E10BBAF}" destId="{20C38167-CC08-4D7D-A6C7-17AABE83E499}" srcOrd="2" destOrd="0" presId="urn:microsoft.com/office/officeart/2005/8/layout/orgChart1"/>
    <dgm:cxn modelId="{37058920-894B-41B1-9F5C-FBE8E5CA4A78}" type="presParOf" srcId="{E6B68237-4A4D-47EF-A17E-4B3457BDD801}" destId="{213E7685-AC26-4B5C-A594-EE45BD46ED4E}" srcOrd="2" destOrd="0" presId="urn:microsoft.com/office/officeart/2005/8/layout/orgChart1"/>
    <dgm:cxn modelId="{CA6B2339-60DC-40D6-9200-32B57D13B9CE}" type="presParOf" srcId="{4CEDCD63-95DA-4DAE-B355-699D732AFD80}" destId="{C7F26F3A-5D02-4D9B-B604-53987F792C5F}" srcOrd="10" destOrd="0" presId="urn:microsoft.com/office/officeart/2005/8/layout/orgChart1"/>
    <dgm:cxn modelId="{FEE49F2A-75F1-47F1-B5AA-8E2A6E7EA6E6}" type="presParOf" srcId="{4CEDCD63-95DA-4DAE-B355-699D732AFD80}" destId="{4009C26E-FEBE-4FB0-B728-DA7BAF5FFDE5}" srcOrd="11" destOrd="0" presId="urn:microsoft.com/office/officeart/2005/8/layout/orgChart1"/>
    <dgm:cxn modelId="{8ED2597F-6693-4405-8F4B-10A194D4C409}" type="presParOf" srcId="{4009C26E-FEBE-4FB0-B728-DA7BAF5FFDE5}" destId="{9BBA754F-8107-4BFF-B43C-454DAC23FB94}" srcOrd="0" destOrd="0" presId="urn:microsoft.com/office/officeart/2005/8/layout/orgChart1"/>
    <dgm:cxn modelId="{136F5C4E-7D29-4BD7-8C35-B528F062C710}" type="presParOf" srcId="{9BBA754F-8107-4BFF-B43C-454DAC23FB94}" destId="{485D8C2B-7A5B-45D9-9B67-66B05E642165}" srcOrd="0" destOrd="0" presId="urn:microsoft.com/office/officeart/2005/8/layout/orgChart1"/>
    <dgm:cxn modelId="{BD4C8B47-DD72-4A4F-B618-FEB0C0B0E3F9}" type="presParOf" srcId="{9BBA754F-8107-4BFF-B43C-454DAC23FB94}" destId="{B58D7626-F19B-427D-BCF5-E6C104B68E7A}" srcOrd="1" destOrd="0" presId="urn:microsoft.com/office/officeart/2005/8/layout/orgChart1"/>
    <dgm:cxn modelId="{609A9866-98B2-4A08-B532-EC11BE467939}" type="presParOf" srcId="{4009C26E-FEBE-4FB0-B728-DA7BAF5FFDE5}" destId="{6B7200C4-15CC-4123-8DDB-4E988C391ED3}" srcOrd="1" destOrd="0" presId="urn:microsoft.com/office/officeart/2005/8/layout/orgChart1"/>
    <dgm:cxn modelId="{3A6DBD10-52FC-45FF-B8B1-522DE06B1F77}" type="presParOf" srcId="{6B7200C4-15CC-4123-8DDB-4E988C391ED3}" destId="{E8B79D60-69DF-4AE9-A006-A2EA6E34AAE8}" srcOrd="0" destOrd="0" presId="urn:microsoft.com/office/officeart/2005/8/layout/orgChart1"/>
    <dgm:cxn modelId="{76BAEC36-58ED-47A8-A86A-484BA75BCE23}" type="presParOf" srcId="{6B7200C4-15CC-4123-8DDB-4E988C391ED3}" destId="{494605BA-5E4C-459C-A6E3-3177D0BA7991}" srcOrd="1" destOrd="0" presId="urn:microsoft.com/office/officeart/2005/8/layout/orgChart1"/>
    <dgm:cxn modelId="{F3E5BDCD-3C0A-494E-A31A-CB15FD42F076}" type="presParOf" srcId="{494605BA-5E4C-459C-A6E3-3177D0BA7991}" destId="{D1F68007-3636-482E-8832-F5F32E4281DB}" srcOrd="0" destOrd="0" presId="urn:microsoft.com/office/officeart/2005/8/layout/orgChart1"/>
    <dgm:cxn modelId="{C325D522-04F6-49D7-AE02-8539F6CBB936}" type="presParOf" srcId="{D1F68007-3636-482E-8832-F5F32E4281DB}" destId="{B09E349E-51D5-4064-8E73-DC671394BF17}" srcOrd="0" destOrd="0" presId="urn:microsoft.com/office/officeart/2005/8/layout/orgChart1"/>
    <dgm:cxn modelId="{0D9E9EDF-D102-4809-AACA-E7E35E46445F}" type="presParOf" srcId="{D1F68007-3636-482E-8832-F5F32E4281DB}" destId="{6A2F88B0-DEE4-44FF-BA70-2F726F7F7EE7}" srcOrd="1" destOrd="0" presId="urn:microsoft.com/office/officeart/2005/8/layout/orgChart1"/>
    <dgm:cxn modelId="{3D515C17-C997-4033-89C3-EA1C48DA82AE}" type="presParOf" srcId="{494605BA-5E4C-459C-A6E3-3177D0BA7991}" destId="{9E931B1A-CE8F-45A8-B25C-0C800E4A89CB}" srcOrd="1" destOrd="0" presId="urn:microsoft.com/office/officeart/2005/8/layout/orgChart1"/>
    <dgm:cxn modelId="{D96B42FA-BB2B-4EFF-89C6-9E2D1964B8EF}" type="presParOf" srcId="{494605BA-5E4C-459C-A6E3-3177D0BA7991}" destId="{86F2D199-B3A9-4C33-8AD1-9B9AE0083C88}" srcOrd="2" destOrd="0" presId="urn:microsoft.com/office/officeart/2005/8/layout/orgChart1"/>
    <dgm:cxn modelId="{FE157394-F8F0-407C-AF41-8C6BBBE5B024}" type="presParOf" srcId="{6B7200C4-15CC-4123-8DDB-4E988C391ED3}" destId="{75375484-26B2-4F97-83ED-FB974341B5D0}" srcOrd="2" destOrd="0" presId="urn:microsoft.com/office/officeart/2005/8/layout/orgChart1"/>
    <dgm:cxn modelId="{79ABA0BE-5311-4D57-863B-251C9598D640}" type="presParOf" srcId="{6B7200C4-15CC-4123-8DDB-4E988C391ED3}" destId="{0E5A5B97-CC31-4B67-8AFB-5E2F617DB333}" srcOrd="3" destOrd="0" presId="urn:microsoft.com/office/officeart/2005/8/layout/orgChart1"/>
    <dgm:cxn modelId="{6A4F38C2-6B7F-4887-BEA8-0FDB672E1E8D}" type="presParOf" srcId="{0E5A5B97-CC31-4B67-8AFB-5E2F617DB333}" destId="{45B4135F-34E1-4094-A613-FB9A7DF4545C}" srcOrd="0" destOrd="0" presId="urn:microsoft.com/office/officeart/2005/8/layout/orgChart1"/>
    <dgm:cxn modelId="{EF83F46E-FFFA-4167-BF9D-332E47D1D74C}" type="presParOf" srcId="{45B4135F-34E1-4094-A613-FB9A7DF4545C}" destId="{45376A88-1702-4267-A63E-8B4B6C47418E}" srcOrd="0" destOrd="0" presId="urn:microsoft.com/office/officeart/2005/8/layout/orgChart1"/>
    <dgm:cxn modelId="{D0336ADF-4B97-45EE-AA8B-DF95DF5334EE}" type="presParOf" srcId="{45B4135F-34E1-4094-A613-FB9A7DF4545C}" destId="{0C44C2B9-2DB9-4716-B95A-0639C7C413C5}" srcOrd="1" destOrd="0" presId="urn:microsoft.com/office/officeart/2005/8/layout/orgChart1"/>
    <dgm:cxn modelId="{AE05F789-886C-424D-B985-92BDD4583464}" type="presParOf" srcId="{0E5A5B97-CC31-4B67-8AFB-5E2F617DB333}" destId="{2CEA8329-12DF-42A8-AFF7-2C88CA962586}" srcOrd="1" destOrd="0" presId="urn:microsoft.com/office/officeart/2005/8/layout/orgChart1"/>
    <dgm:cxn modelId="{1763AEC2-38C8-4438-B0BB-EBF2288D2C3F}" type="presParOf" srcId="{0E5A5B97-CC31-4B67-8AFB-5E2F617DB333}" destId="{58A5E447-ACF0-40C1-9C7A-01BC5A48133D}" srcOrd="2" destOrd="0" presId="urn:microsoft.com/office/officeart/2005/8/layout/orgChart1"/>
    <dgm:cxn modelId="{1EA86896-F08B-4620-B31E-ED8C6FB41CC2}" type="presParOf" srcId="{4009C26E-FEBE-4FB0-B728-DA7BAF5FFDE5}" destId="{ADA9F0A6-1CCD-406B-BB5A-DAEA7A113A87}" srcOrd="2" destOrd="0" presId="urn:microsoft.com/office/officeart/2005/8/layout/orgChart1"/>
    <dgm:cxn modelId="{0FA4F0B0-5A2F-46DA-B9D5-923CBABA4AA4}" type="presParOf" srcId="{16AF9FC2-0563-4573-95E4-F013145BD75A}" destId="{7014644B-823C-4173-9DE1-7545250CA58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75484-26B2-4F97-83ED-FB974341B5D0}">
      <dsp:nvSpPr>
        <dsp:cNvPr id="0" name=""/>
        <dsp:cNvSpPr/>
      </dsp:nvSpPr>
      <dsp:spPr>
        <a:xfrm>
          <a:off x="9359345" y="1835817"/>
          <a:ext cx="227254" cy="1772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584"/>
              </a:lnTo>
              <a:lnTo>
                <a:pt x="227254" y="177258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B79D60-69DF-4AE9-A006-A2EA6E34AAE8}">
      <dsp:nvSpPr>
        <dsp:cNvPr id="0" name=""/>
        <dsp:cNvSpPr/>
      </dsp:nvSpPr>
      <dsp:spPr>
        <a:xfrm>
          <a:off x="9359345" y="1835817"/>
          <a:ext cx="227254" cy="696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6913"/>
              </a:lnTo>
              <a:lnTo>
                <a:pt x="227254" y="69691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F26F3A-5D02-4D9B-B604-53987F792C5F}">
      <dsp:nvSpPr>
        <dsp:cNvPr id="0" name=""/>
        <dsp:cNvSpPr/>
      </dsp:nvSpPr>
      <dsp:spPr>
        <a:xfrm>
          <a:off x="5382393" y="760146"/>
          <a:ext cx="4582964" cy="3181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78"/>
              </a:lnTo>
              <a:lnTo>
                <a:pt x="4582964" y="159078"/>
              </a:lnTo>
              <a:lnTo>
                <a:pt x="4582964" y="31815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FE56EA-746D-40F7-9FA3-39933017B6B8}">
      <dsp:nvSpPr>
        <dsp:cNvPr id="0" name=""/>
        <dsp:cNvSpPr/>
      </dsp:nvSpPr>
      <dsp:spPr>
        <a:xfrm>
          <a:off x="7526160" y="1835817"/>
          <a:ext cx="227254" cy="1772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584"/>
              </a:lnTo>
              <a:lnTo>
                <a:pt x="227254" y="177258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E4C03C-FB1E-4D57-B7E9-247653649073}">
      <dsp:nvSpPr>
        <dsp:cNvPr id="0" name=""/>
        <dsp:cNvSpPr/>
      </dsp:nvSpPr>
      <dsp:spPr>
        <a:xfrm>
          <a:off x="7526160" y="1835817"/>
          <a:ext cx="227254" cy="696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6913"/>
              </a:lnTo>
              <a:lnTo>
                <a:pt x="227254" y="69691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D3A4A6-12F0-4C58-A5C7-AB61C29DC93E}">
      <dsp:nvSpPr>
        <dsp:cNvPr id="0" name=""/>
        <dsp:cNvSpPr/>
      </dsp:nvSpPr>
      <dsp:spPr>
        <a:xfrm>
          <a:off x="5382393" y="760146"/>
          <a:ext cx="2749778" cy="3181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78"/>
              </a:lnTo>
              <a:lnTo>
                <a:pt x="2749778" y="159078"/>
              </a:lnTo>
              <a:lnTo>
                <a:pt x="2749778" y="31815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F6115B-A5EC-43E3-B57F-2D020170E843}">
      <dsp:nvSpPr>
        <dsp:cNvPr id="0" name=""/>
        <dsp:cNvSpPr/>
      </dsp:nvSpPr>
      <dsp:spPr>
        <a:xfrm>
          <a:off x="5692974" y="1835817"/>
          <a:ext cx="227254" cy="28482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8255"/>
              </a:lnTo>
              <a:lnTo>
                <a:pt x="227254" y="284825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8713B7-9DD3-4CF2-ABF9-46F65345D635}">
      <dsp:nvSpPr>
        <dsp:cNvPr id="0" name=""/>
        <dsp:cNvSpPr/>
      </dsp:nvSpPr>
      <dsp:spPr>
        <a:xfrm>
          <a:off x="5692974" y="1835817"/>
          <a:ext cx="227254" cy="1772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584"/>
              </a:lnTo>
              <a:lnTo>
                <a:pt x="227254" y="177258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AD7F2B-9155-41AB-B603-DA541C0825E3}">
      <dsp:nvSpPr>
        <dsp:cNvPr id="0" name=""/>
        <dsp:cNvSpPr/>
      </dsp:nvSpPr>
      <dsp:spPr>
        <a:xfrm>
          <a:off x="5692974" y="1835817"/>
          <a:ext cx="227254" cy="696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6913"/>
              </a:lnTo>
              <a:lnTo>
                <a:pt x="227254" y="69691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575591-56B6-4D79-BCC7-559A58DDF691}">
      <dsp:nvSpPr>
        <dsp:cNvPr id="0" name=""/>
        <dsp:cNvSpPr/>
      </dsp:nvSpPr>
      <dsp:spPr>
        <a:xfrm>
          <a:off x="5382393" y="760146"/>
          <a:ext cx="916592" cy="3181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78"/>
              </a:lnTo>
              <a:lnTo>
                <a:pt x="916592" y="159078"/>
              </a:lnTo>
              <a:lnTo>
                <a:pt x="916592" y="31815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54EB5E-13BF-4EC7-A084-1276074E4DC8}">
      <dsp:nvSpPr>
        <dsp:cNvPr id="0" name=""/>
        <dsp:cNvSpPr/>
      </dsp:nvSpPr>
      <dsp:spPr>
        <a:xfrm>
          <a:off x="3859788" y="1835817"/>
          <a:ext cx="227254" cy="30765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6509"/>
              </a:lnTo>
              <a:lnTo>
                <a:pt x="227254" y="307650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D33A6B-19AD-44E5-B449-1FF47E57DD0A}">
      <dsp:nvSpPr>
        <dsp:cNvPr id="0" name=""/>
        <dsp:cNvSpPr/>
      </dsp:nvSpPr>
      <dsp:spPr>
        <a:xfrm>
          <a:off x="3859788" y="1835817"/>
          <a:ext cx="227254" cy="20008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0838"/>
              </a:lnTo>
              <a:lnTo>
                <a:pt x="227254" y="200083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6D1058-F085-4CCA-8223-3DD0C9E722CD}">
      <dsp:nvSpPr>
        <dsp:cNvPr id="0" name=""/>
        <dsp:cNvSpPr/>
      </dsp:nvSpPr>
      <dsp:spPr>
        <a:xfrm>
          <a:off x="3859788" y="1835817"/>
          <a:ext cx="227254" cy="8110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1040"/>
              </a:lnTo>
              <a:lnTo>
                <a:pt x="227254" y="81104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36E218-87DE-41F2-8440-6A05A6E3E03A}">
      <dsp:nvSpPr>
        <dsp:cNvPr id="0" name=""/>
        <dsp:cNvSpPr/>
      </dsp:nvSpPr>
      <dsp:spPr>
        <a:xfrm>
          <a:off x="4465800" y="760146"/>
          <a:ext cx="916592" cy="318156"/>
        </a:xfrm>
        <a:custGeom>
          <a:avLst/>
          <a:gdLst/>
          <a:ahLst/>
          <a:cxnLst/>
          <a:rect l="0" t="0" r="0" b="0"/>
          <a:pathLst>
            <a:path>
              <a:moveTo>
                <a:pt x="916592" y="0"/>
              </a:moveTo>
              <a:lnTo>
                <a:pt x="916592" y="159078"/>
              </a:lnTo>
              <a:lnTo>
                <a:pt x="0" y="159078"/>
              </a:lnTo>
              <a:lnTo>
                <a:pt x="0" y="31815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36AFD9-C01C-4A3D-A0E3-92F9533EA185}">
      <dsp:nvSpPr>
        <dsp:cNvPr id="0" name=""/>
        <dsp:cNvSpPr/>
      </dsp:nvSpPr>
      <dsp:spPr>
        <a:xfrm>
          <a:off x="2026602" y="1835817"/>
          <a:ext cx="227254" cy="28482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8255"/>
              </a:lnTo>
              <a:lnTo>
                <a:pt x="227254" y="284825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471B5F-3F43-44B5-BF2D-4368F11D3699}">
      <dsp:nvSpPr>
        <dsp:cNvPr id="0" name=""/>
        <dsp:cNvSpPr/>
      </dsp:nvSpPr>
      <dsp:spPr>
        <a:xfrm>
          <a:off x="2026602" y="1835817"/>
          <a:ext cx="227254" cy="1772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584"/>
              </a:lnTo>
              <a:lnTo>
                <a:pt x="227254" y="177258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148705-C1E8-4350-BE78-186E3A06856D}">
      <dsp:nvSpPr>
        <dsp:cNvPr id="0" name=""/>
        <dsp:cNvSpPr/>
      </dsp:nvSpPr>
      <dsp:spPr>
        <a:xfrm>
          <a:off x="2026602" y="1835817"/>
          <a:ext cx="227254" cy="696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6913"/>
              </a:lnTo>
              <a:lnTo>
                <a:pt x="227254" y="69691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3AC6AD-6FCA-41D4-B8BA-F3F354B1BEDB}">
      <dsp:nvSpPr>
        <dsp:cNvPr id="0" name=""/>
        <dsp:cNvSpPr/>
      </dsp:nvSpPr>
      <dsp:spPr>
        <a:xfrm>
          <a:off x="2632614" y="760146"/>
          <a:ext cx="2749778" cy="318156"/>
        </a:xfrm>
        <a:custGeom>
          <a:avLst/>
          <a:gdLst/>
          <a:ahLst/>
          <a:cxnLst/>
          <a:rect l="0" t="0" r="0" b="0"/>
          <a:pathLst>
            <a:path>
              <a:moveTo>
                <a:pt x="2749778" y="0"/>
              </a:moveTo>
              <a:lnTo>
                <a:pt x="2749778" y="159078"/>
              </a:lnTo>
              <a:lnTo>
                <a:pt x="0" y="159078"/>
              </a:lnTo>
              <a:lnTo>
                <a:pt x="0" y="31815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68D836-3038-4417-AD6B-D8BB12555C72}">
      <dsp:nvSpPr>
        <dsp:cNvPr id="0" name=""/>
        <dsp:cNvSpPr/>
      </dsp:nvSpPr>
      <dsp:spPr>
        <a:xfrm>
          <a:off x="193417" y="1835817"/>
          <a:ext cx="227254" cy="1772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2584"/>
              </a:lnTo>
              <a:lnTo>
                <a:pt x="227254" y="177258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FD9BB8-5D30-4457-8F38-E5C5BD55DEF5}">
      <dsp:nvSpPr>
        <dsp:cNvPr id="0" name=""/>
        <dsp:cNvSpPr/>
      </dsp:nvSpPr>
      <dsp:spPr>
        <a:xfrm>
          <a:off x="193417" y="1835817"/>
          <a:ext cx="227254" cy="696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6913"/>
              </a:lnTo>
              <a:lnTo>
                <a:pt x="227254" y="69691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81D649-010C-4297-9B24-517561AE9F25}">
      <dsp:nvSpPr>
        <dsp:cNvPr id="0" name=""/>
        <dsp:cNvSpPr/>
      </dsp:nvSpPr>
      <dsp:spPr>
        <a:xfrm>
          <a:off x="799428" y="760146"/>
          <a:ext cx="4582964" cy="318156"/>
        </a:xfrm>
        <a:custGeom>
          <a:avLst/>
          <a:gdLst/>
          <a:ahLst/>
          <a:cxnLst/>
          <a:rect l="0" t="0" r="0" b="0"/>
          <a:pathLst>
            <a:path>
              <a:moveTo>
                <a:pt x="4582964" y="0"/>
              </a:moveTo>
              <a:lnTo>
                <a:pt x="4582964" y="159078"/>
              </a:lnTo>
              <a:lnTo>
                <a:pt x="0" y="159078"/>
              </a:lnTo>
              <a:lnTo>
                <a:pt x="0" y="31815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956487-B100-4668-9CC9-020E6B3D4441}">
      <dsp:nvSpPr>
        <dsp:cNvPr id="0" name=""/>
        <dsp:cNvSpPr/>
      </dsp:nvSpPr>
      <dsp:spPr>
        <a:xfrm>
          <a:off x="4624878" y="2631"/>
          <a:ext cx="1515029" cy="75751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CEO</a:t>
          </a:r>
        </a:p>
      </dsp:txBody>
      <dsp:txXfrm>
        <a:off x="4624878" y="2631"/>
        <a:ext cx="1515029" cy="757514"/>
      </dsp:txXfrm>
    </dsp:sp>
    <dsp:sp modelId="{C91FC268-230F-47F8-AD00-A8791E1B0939}">
      <dsp:nvSpPr>
        <dsp:cNvPr id="0" name=""/>
        <dsp:cNvSpPr/>
      </dsp:nvSpPr>
      <dsp:spPr>
        <a:xfrm>
          <a:off x="41914" y="1078302"/>
          <a:ext cx="1515029" cy="75751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IT TEAM</a:t>
          </a:r>
        </a:p>
      </dsp:txBody>
      <dsp:txXfrm>
        <a:off x="41914" y="1078302"/>
        <a:ext cx="1515029" cy="757514"/>
      </dsp:txXfrm>
    </dsp:sp>
    <dsp:sp modelId="{D5F02E3B-091C-4A8F-95EB-554079AFFEF4}">
      <dsp:nvSpPr>
        <dsp:cNvPr id="0" name=""/>
        <dsp:cNvSpPr/>
      </dsp:nvSpPr>
      <dsp:spPr>
        <a:xfrm>
          <a:off x="420671" y="2153973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IT Services</a:t>
          </a:r>
        </a:p>
      </dsp:txBody>
      <dsp:txXfrm>
        <a:off x="420671" y="2153973"/>
        <a:ext cx="1515029" cy="757514"/>
      </dsp:txXfrm>
    </dsp:sp>
    <dsp:sp modelId="{132BAF16-9B8F-4B36-8363-FA44107964CB}">
      <dsp:nvSpPr>
        <dsp:cNvPr id="0" name=""/>
        <dsp:cNvSpPr/>
      </dsp:nvSpPr>
      <dsp:spPr>
        <a:xfrm>
          <a:off x="420671" y="3229644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chemeClr val="tx1"/>
              </a:solidFill>
            </a:rPr>
            <a:t>Client Projects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420671" y="3229644"/>
        <a:ext cx="1515029" cy="757514"/>
      </dsp:txXfrm>
    </dsp:sp>
    <dsp:sp modelId="{67CE0C7C-24DF-40CD-9A8C-554EC3F832E7}">
      <dsp:nvSpPr>
        <dsp:cNvPr id="0" name=""/>
        <dsp:cNvSpPr/>
      </dsp:nvSpPr>
      <dsp:spPr>
        <a:xfrm>
          <a:off x="1875099" y="1078302"/>
          <a:ext cx="1515029" cy="75751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REGULATORY- CANNABIS</a:t>
          </a:r>
        </a:p>
      </dsp:txBody>
      <dsp:txXfrm>
        <a:off x="1875099" y="1078302"/>
        <a:ext cx="1515029" cy="757514"/>
      </dsp:txXfrm>
    </dsp:sp>
    <dsp:sp modelId="{0A16C795-FF72-4DBE-8D96-11DAE9EE75BD}">
      <dsp:nvSpPr>
        <dsp:cNvPr id="0" name=""/>
        <dsp:cNvSpPr/>
      </dsp:nvSpPr>
      <dsp:spPr>
        <a:xfrm>
          <a:off x="2253857" y="2153973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FFVA</a:t>
          </a:r>
        </a:p>
      </dsp:txBody>
      <dsp:txXfrm>
        <a:off x="2253857" y="2153973"/>
        <a:ext cx="1515029" cy="757514"/>
      </dsp:txXfrm>
    </dsp:sp>
    <dsp:sp modelId="{E2928895-8F23-4F34-A892-79EAA2B2D2BF}">
      <dsp:nvSpPr>
        <dsp:cNvPr id="0" name=""/>
        <dsp:cNvSpPr/>
      </dsp:nvSpPr>
      <dsp:spPr>
        <a:xfrm>
          <a:off x="2253857" y="3229644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>
              <a:solidFill>
                <a:schemeClr val="tx1"/>
              </a:solidFill>
            </a:rPr>
            <a:t>SAP – Supplier Approval Program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2253857" y="3229644"/>
        <a:ext cx="1515029" cy="757514"/>
      </dsp:txXfrm>
    </dsp:sp>
    <dsp:sp modelId="{E2F26A2D-1CA4-41AE-A805-FEE83BDAB3EA}">
      <dsp:nvSpPr>
        <dsp:cNvPr id="0" name=""/>
        <dsp:cNvSpPr/>
      </dsp:nvSpPr>
      <dsp:spPr>
        <a:xfrm>
          <a:off x="2253857" y="4305315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chemeClr val="tx1"/>
              </a:solidFill>
            </a:rPr>
            <a:t>Label review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2253857" y="4305315"/>
        <a:ext cx="1515029" cy="757514"/>
      </dsp:txXfrm>
    </dsp:sp>
    <dsp:sp modelId="{01E54F76-4B7A-4F8C-A34A-816F1E4639A5}">
      <dsp:nvSpPr>
        <dsp:cNvPr id="0" name=""/>
        <dsp:cNvSpPr/>
      </dsp:nvSpPr>
      <dsp:spPr>
        <a:xfrm>
          <a:off x="3708285" y="1078302"/>
          <a:ext cx="1515029" cy="75751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COMPLIANCE TEAM-QMS</a:t>
          </a:r>
        </a:p>
      </dsp:txBody>
      <dsp:txXfrm>
        <a:off x="3708285" y="1078302"/>
        <a:ext cx="1515029" cy="757514"/>
      </dsp:txXfrm>
    </dsp:sp>
    <dsp:sp modelId="{251F1D6B-9D48-4A49-AC07-791A7D81A269}">
      <dsp:nvSpPr>
        <dsp:cNvPr id="0" name=""/>
        <dsp:cNvSpPr/>
      </dsp:nvSpPr>
      <dsp:spPr>
        <a:xfrm>
          <a:off x="4087043" y="2153973"/>
          <a:ext cx="1515029" cy="98576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CAMP – Corrective Action Maintenance Program</a:t>
          </a:r>
        </a:p>
      </dsp:txBody>
      <dsp:txXfrm>
        <a:off x="4087043" y="2153973"/>
        <a:ext cx="1515029" cy="985769"/>
      </dsp:txXfrm>
    </dsp:sp>
    <dsp:sp modelId="{281CCA7D-CCFE-482F-8EC0-8957C9DCCBC3}">
      <dsp:nvSpPr>
        <dsp:cNvPr id="0" name=""/>
        <dsp:cNvSpPr/>
      </dsp:nvSpPr>
      <dsp:spPr>
        <a:xfrm>
          <a:off x="4087043" y="3457899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Account Coordinators</a:t>
          </a:r>
        </a:p>
      </dsp:txBody>
      <dsp:txXfrm>
        <a:off x="4087043" y="3457899"/>
        <a:ext cx="1515029" cy="757514"/>
      </dsp:txXfrm>
    </dsp:sp>
    <dsp:sp modelId="{765E03EF-66BF-4E74-BC47-1749A39C08DF}">
      <dsp:nvSpPr>
        <dsp:cNvPr id="0" name=""/>
        <dsp:cNvSpPr/>
      </dsp:nvSpPr>
      <dsp:spPr>
        <a:xfrm>
          <a:off x="4087043" y="4533570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chemeClr val="tx1"/>
              </a:solidFill>
            </a:rPr>
            <a:t>FSQA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4087043" y="4533570"/>
        <a:ext cx="1515029" cy="757514"/>
      </dsp:txXfrm>
    </dsp:sp>
    <dsp:sp modelId="{56966035-32FB-4AE5-8831-A4017F98120F}">
      <dsp:nvSpPr>
        <dsp:cNvPr id="0" name=""/>
        <dsp:cNvSpPr/>
      </dsp:nvSpPr>
      <dsp:spPr>
        <a:xfrm>
          <a:off x="5541471" y="1078302"/>
          <a:ext cx="1515029" cy="75751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>
              <a:solidFill>
                <a:schemeClr val="tx1"/>
              </a:solidFill>
            </a:rPr>
            <a:t>HR AND ACCOUNTING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5541471" y="1078302"/>
        <a:ext cx="1515029" cy="757514"/>
      </dsp:txXfrm>
    </dsp:sp>
    <dsp:sp modelId="{35D5627A-07CC-4BF0-A857-113672458FA3}">
      <dsp:nvSpPr>
        <dsp:cNvPr id="0" name=""/>
        <dsp:cNvSpPr/>
      </dsp:nvSpPr>
      <dsp:spPr>
        <a:xfrm>
          <a:off x="5920228" y="2153973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>
              <a:solidFill>
                <a:schemeClr val="tx1"/>
              </a:solidFill>
            </a:rPr>
            <a:t>ETRR – Employee Training Record Report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5920228" y="2153973"/>
        <a:ext cx="1515029" cy="757514"/>
      </dsp:txXfrm>
    </dsp:sp>
    <dsp:sp modelId="{68A56F5B-8801-4728-A396-160396B7462B}">
      <dsp:nvSpPr>
        <dsp:cNvPr id="0" name=""/>
        <dsp:cNvSpPr/>
      </dsp:nvSpPr>
      <dsp:spPr>
        <a:xfrm>
          <a:off x="5920228" y="3229644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>
              <a:solidFill>
                <a:schemeClr val="tx1"/>
              </a:solidFill>
            </a:rPr>
            <a:t>LMS – Learning Management System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5920228" y="3229644"/>
        <a:ext cx="1515029" cy="757514"/>
      </dsp:txXfrm>
    </dsp:sp>
    <dsp:sp modelId="{A27E4E78-7804-445E-A9C2-4F808073FB29}">
      <dsp:nvSpPr>
        <dsp:cNvPr id="0" name=""/>
        <dsp:cNvSpPr/>
      </dsp:nvSpPr>
      <dsp:spPr>
        <a:xfrm>
          <a:off x="5920228" y="4305315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Payroll and Invoicing</a:t>
          </a:r>
        </a:p>
      </dsp:txBody>
      <dsp:txXfrm>
        <a:off x="5920228" y="4305315"/>
        <a:ext cx="1515029" cy="757514"/>
      </dsp:txXfrm>
    </dsp:sp>
    <dsp:sp modelId="{F1371548-E1A6-4B56-AEBD-222F05F35B20}">
      <dsp:nvSpPr>
        <dsp:cNvPr id="0" name=""/>
        <dsp:cNvSpPr/>
      </dsp:nvSpPr>
      <dsp:spPr>
        <a:xfrm>
          <a:off x="7374657" y="1078302"/>
          <a:ext cx="1515029" cy="75751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Internal Training School</a:t>
          </a:r>
        </a:p>
      </dsp:txBody>
      <dsp:txXfrm>
        <a:off x="7374657" y="1078302"/>
        <a:ext cx="1515029" cy="757514"/>
      </dsp:txXfrm>
    </dsp:sp>
    <dsp:sp modelId="{DCF09852-E628-48A5-84FF-61F5F9897ABA}">
      <dsp:nvSpPr>
        <dsp:cNvPr id="0" name=""/>
        <dsp:cNvSpPr/>
      </dsp:nvSpPr>
      <dsp:spPr>
        <a:xfrm>
          <a:off x="7753414" y="2153973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>
              <a:solidFill>
                <a:schemeClr val="tx1"/>
              </a:solidFill>
            </a:rPr>
            <a:t>Internal Training and Coaching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7753414" y="2153973"/>
        <a:ext cx="1515029" cy="757514"/>
      </dsp:txXfrm>
    </dsp:sp>
    <dsp:sp modelId="{819F82AC-EB5F-4CA6-BBF7-F4A21194D13B}">
      <dsp:nvSpPr>
        <dsp:cNvPr id="0" name=""/>
        <dsp:cNvSpPr/>
      </dsp:nvSpPr>
      <dsp:spPr>
        <a:xfrm>
          <a:off x="7753414" y="3229644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>
              <a:solidFill>
                <a:schemeClr val="tx1"/>
              </a:solidFill>
            </a:rPr>
            <a:t>90 days Training Period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7753414" y="3229644"/>
        <a:ext cx="1515029" cy="757514"/>
      </dsp:txXfrm>
    </dsp:sp>
    <dsp:sp modelId="{485D8C2B-7A5B-45D9-9B67-66B05E642165}">
      <dsp:nvSpPr>
        <dsp:cNvPr id="0" name=""/>
        <dsp:cNvSpPr/>
      </dsp:nvSpPr>
      <dsp:spPr>
        <a:xfrm>
          <a:off x="9207842" y="1078302"/>
          <a:ext cx="1515029" cy="75751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>
              <a:solidFill>
                <a:schemeClr val="tx1"/>
              </a:solidFill>
            </a:rPr>
            <a:t>Sales and Business Dev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9207842" y="1078302"/>
        <a:ext cx="1515029" cy="757514"/>
      </dsp:txXfrm>
    </dsp:sp>
    <dsp:sp modelId="{B09E349E-51D5-4064-8E73-DC671394BF17}">
      <dsp:nvSpPr>
        <dsp:cNvPr id="0" name=""/>
        <dsp:cNvSpPr/>
      </dsp:nvSpPr>
      <dsp:spPr>
        <a:xfrm>
          <a:off x="9586600" y="2153973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 dirty="0">
              <a:solidFill>
                <a:schemeClr val="tx1"/>
              </a:solidFill>
            </a:rPr>
            <a:t>Marketing</a:t>
          </a:r>
        </a:p>
      </dsp:txBody>
      <dsp:txXfrm>
        <a:off x="9586600" y="2153973"/>
        <a:ext cx="1515029" cy="757514"/>
      </dsp:txXfrm>
    </dsp:sp>
    <dsp:sp modelId="{45376A88-1702-4267-A63E-8B4B6C47418E}">
      <dsp:nvSpPr>
        <dsp:cNvPr id="0" name=""/>
        <dsp:cNvSpPr/>
      </dsp:nvSpPr>
      <dsp:spPr>
        <a:xfrm>
          <a:off x="9586600" y="3229644"/>
          <a:ext cx="1515029" cy="75751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H" sz="1400" b="0" kern="1200">
              <a:solidFill>
                <a:schemeClr val="tx1"/>
              </a:solidFill>
            </a:rPr>
            <a:t>Client Demo</a:t>
          </a:r>
          <a:endParaRPr lang="en-PH" sz="1400" b="0" kern="1200" dirty="0">
            <a:solidFill>
              <a:schemeClr val="tx1"/>
            </a:solidFill>
          </a:endParaRPr>
        </a:p>
      </dsp:txBody>
      <dsp:txXfrm>
        <a:off x="9586600" y="3229644"/>
        <a:ext cx="1515029" cy="757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AE5D42-38A3-4E59-BB33-45201DF06ACA}" type="datetimeFigureOut">
              <a:rPr lang="en-PH" smtClean="0"/>
              <a:t>08/09/2022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CAA32-AFE8-4657-8FD2-A52D3D80E46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57805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Objective– </a:t>
            </a:r>
            <a:r>
              <a:rPr lang="en-PH" b="0" i="0" dirty="0">
                <a:solidFill>
                  <a:srgbClr val="202124"/>
                </a:solidFill>
                <a:effectLst/>
                <a:latin typeface="Roboto" panose="020B0604020202020204" pitchFamily="2" charset="0"/>
              </a:rPr>
              <a:t>To contribute to your company’s growing Regulatory and Certification Compliance, Food Safety Management System, Quality System, Quality Management System, and HACCP development, implementation, maintenance, and monitoring on a full-time consultancy position. </a:t>
            </a:r>
          </a:p>
          <a:p>
            <a:r>
              <a:rPr lang="en-PH" dirty="0"/>
              <a:t>Introduction of the Company - </a:t>
            </a:r>
            <a:r>
              <a:rPr lang="en-PH" b="0" i="0" dirty="0" err="1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Consultare</a:t>
            </a:r>
            <a:r>
              <a:rPr lang="en-PH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 Inc. a PCQI, FSVPQI, QMS, and Food Safety Management System Compliance Consultant that specializes in Quality Systems, Quality Management Systems, Food Safety Plans, HACCP, Preventive Controls, and Process Controls in the ready-to-eat, ready-to-cook, consumer packaged goods (CPG), food, produce, herbs and spices, cosmetic, pharmaceutical, nutraceutical, medical food, infant formula, dietary supplement, functional food, beverage, cannabis, and tobacco product </a:t>
            </a:r>
            <a:r>
              <a:rPr lang="en-PH" b="0" i="0" dirty="0" err="1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manufacturi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CAA32-AFE8-4657-8FD2-A52D3D80E46D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4817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Objective– </a:t>
            </a:r>
            <a:r>
              <a:rPr lang="en-PH" b="0" i="0" dirty="0">
                <a:solidFill>
                  <a:srgbClr val="202124"/>
                </a:solidFill>
                <a:effectLst/>
                <a:latin typeface="Roboto" panose="020B0604020202020204" pitchFamily="2" charset="0"/>
              </a:rPr>
              <a:t>To contribute to your company’s growing Regulatory and Certification Compliance, Food Safety Management System, Quality System, Quality Management System, and HACCP development, implementation, maintenance, and monitoring on a full-time consultancy position. </a:t>
            </a:r>
          </a:p>
          <a:p>
            <a:r>
              <a:rPr lang="en-PH" dirty="0"/>
              <a:t>Introduction of the Company - </a:t>
            </a:r>
            <a:r>
              <a:rPr lang="en-PH" b="0" i="0" dirty="0" err="1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Consultare</a:t>
            </a:r>
            <a:r>
              <a:rPr lang="en-PH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 Inc. a PCQI, FSVPQI, QMS, and Food Safety Management System Compliance Consultant that specializes in Quality Systems, Quality Management Systems, Food Safety Plans, HACCP, Preventive Controls, and Process Controls in the ready-to-eat, ready-to-cook, consumer packaged goods (CPG), food, produce, herbs and spices, cosmetic, pharmaceutical, nutraceutical, medical food, infant formula, dietary supplement, functional food, beverage, cannabis, and tobacco product </a:t>
            </a:r>
            <a:r>
              <a:rPr lang="en-PH" b="0" i="0" dirty="0" err="1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manufacturi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CAA32-AFE8-4657-8FD2-A52D3D80E46D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2457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CAA32-AFE8-4657-8FD2-A52D3D80E46D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48912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AFIA, KLF, ACEVA, SLH,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CAA32-AFE8-4657-8FD2-A52D3D80E46D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7478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Develop and Customize Programs – FVA, Certification Requirements, Procedures, SOP, Compliance with Federal Requirements, Develop and Implement collect , Generate Lessons for Training Materials Use, PFL Manufacturing, 5-10k , Amazon Products, </a:t>
            </a:r>
          </a:p>
          <a:p>
            <a:r>
              <a:rPr lang="en-PH" dirty="0"/>
              <a:t>OBJECTIVE – to let the applicant know on what we 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CAA32-AFE8-4657-8FD2-A52D3D80E46D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2522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Snip from Dashboard</a:t>
            </a:r>
          </a:p>
          <a:p>
            <a:r>
              <a:rPr lang="en-PH" dirty="0"/>
              <a:t>Working on the Dashboard</a:t>
            </a:r>
          </a:p>
          <a:p>
            <a:r>
              <a:rPr lang="en-PH" dirty="0"/>
              <a:t>Requirements for Personnel</a:t>
            </a:r>
          </a:p>
          <a:p>
            <a:r>
              <a:rPr lang="en-PH" dirty="0"/>
              <a:t>Word and Excel , </a:t>
            </a:r>
          </a:p>
          <a:p>
            <a:r>
              <a:rPr lang="en-PH" dirty="0"/>
              <a:t>Presentation, </a:t>
            </a:r>
          </a:p>
          <a:p>
            <a:r>
              <a:rPr lang="en-PH" dirty="0"/>
              <a:t>Back up battery , Mobile Data 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CAA32-AFE8-4657-8FD2-A52D3D80E46D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2489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IT related – application IT Team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CAA32-AFE8-4657-8FD2-A52D3D80E46D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4987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Regulatory Team , Medical , Cannabis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CAA32-AFE8-4657-8FD2-A52D3D80E46D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9084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92FD-19A5-4BFA-AF89-CE1974B5E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50516-7632-4A26-8E00-C418D199B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D79EA-7216-4B26-AF09-DFF80E52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0AFC-D8B3-446C-8AA1-28142918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9420B-9A95-4998-9D2D-D7E9DC5B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D5E0B-A5CE-4091-8E39-F60117E7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35B61-7A95-4EFA-A8DA-859C5ED22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DB58-6E56-4A38-989F-3D96112A8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B94A9-98A7-405B-A997-D700EAD7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579AE-6F5C-4A00-AA39-440FBD63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00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5F994-7649-4FD3-8A0E-B2B1296E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106F4-6AE9-4B3D-9419-6057EBF9E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22714-B5B4-4649-9B59-1FDD2419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04173-848B-4D47-9BC1-044161AC8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7EB27-8257-458E-A64B-ABB260D60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500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37541-14D7-4B7D-B10E-48884963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001AF-BA7E-41A7-B0F7-464311BE1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D873C-5494-4CD5-8233-5C265B49C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E2197-FA8F-4F50-99BF-666087C4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0EEE0-F102-4309-9F7A-6C7DAF69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7883F-F15D-43A6-A4FD-253F944F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912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118E4-419D-4913-A373-56CDAF9B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78784-1BD0-48AC-8053-5CF7918A3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344B5-BC9C-4611-A7C0-707C547ED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48EE5A-03DC-4169-917B-558AB24A6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E631F-F245-4534-A60B-21BB7C386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CC17F-3077-4BE9-8DE8-8EDAA0F5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1CBF7B-D125-4779-8FF1-7688D498F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6F97C-C7B8-4FA4-A1C4-D9D93B30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8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C203-FAA5-4F39-9922-A1FD5222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0E1D70-C2AF-4AE0-BAFE-A050199D0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B96D2-01CD-4FAF-84F7-1D0483B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A99CC-5025-402F-8EB2-BAAA1C0A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028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471D0-A965-4192-BAD8-41D176EAE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2B3B34-70FF-4A55-A4B1-5E255CD1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68D5B-C6F2-4A1D-83E3-9B4EA7CB5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6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55D5-B66A-40DD-B553-560BEAEE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C0BEE-2131-4B71-A574-C53E0E48B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6D3F2B-78D0-4223-B7F3-7D8372E73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CAC5C-0804-4C84-BAD8-6B08D627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9B0D8-C54A-46CF-AAAC-6C348869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FCADF-35D0-4668-8054-6FB145067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66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217E9-B6E5-456B-BC2F-3784CEFF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0CCAA-6402-42B3-87C2-5CFA738AA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92F32-D4E0-41D7-B123-576D92DEC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8410A-CE25-49C3-ABCA-71B49BA72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E82DB-A3F3-4FF0-8971-2DD907D0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7FFBF-C102-4EAE-A200-B92C173C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22B0-47B6-4AA4-BA8D-DD15AF39A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CFF60-BFB0-4324-8F0F-79DE9874E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C8F3A-93CE-4EDA-AD59-C56D9955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85649-CD5C-451A-AC33-E9EAE46D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3FB37-6660-42C7-884F-680ECD70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6717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713A70-91C2-48D7-9875-5F1575A1B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60B7F-5240-49D1-AE4B-63FBD226A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E02F0-0653-4FE3-97D6-D6257A4F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CDB84-61CA-4B36-A6F8-FB660121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1CDD7-30F3-4621-8423-CA43C213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53677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02377-F372-4D58-8A68-C426C8772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AC05A-EBA2-4526-83EA-078A64FE2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3C520-744C-4844-AC47-4EF066832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51830-D0AE-4794-8EDC-4E5F11AC4A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67DF3-445C-4434-8F9B-658EC89D0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4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2723" y="850791"/>
            <a:ext cx="3202016" cy="4198288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2723" y="5545331"/>
            <a:ext cx="3202016" cy="649222"/>
          </a:xfrm>
          <a:noFill/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rgbClr val="FFFFFF">
                    <a:alpha val="75000"/>
                  </a:srgbClr>
                </a:solidFill>
              </a:rPr>
              <a:t>Sit Dolor Amet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FC8DF31-9646-4AE8-9F96-383F49FC6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10" y="1666738"/>
            <a:ext cx="4047843" cy="39061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567BED-2F43-4164-9415-D78A2BFDE679}"/>
              </a:ext>
            </a:extLst>
          </p:cNvPr>
          <p:cNvSpPr/>
          <p:nvPr/>
        </p:nvSpPr>
        <p:spPr>
          <a:xfrm>
            <a:off x="5155403" y="4080156"/>
            <a:ext cx="617199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 err="1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Consultare</a:t>
            </a:r>
            <a:r>
              <a:rPr lang="en-US" sz="32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 Inc.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88040E-0BCD-4846-8992-50CE835D95BD}"/>
              </a:ext>
            </a:extLst>
          </p:cNvPr>
          <p:cNvSpPr/>
          <p:nvPr/>
        </p:nvSpPr>
        <p:spPr>
          <a:xfrm>
            <a:off x="5380111" y="2121966"/>
            <a:ext cx="572257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COMPANY ORIENTATION</a:t>
            </a:r>
          </a:p>
        </p:txBody>
      </p:sp>
    </p:spTree>
    <p:extLst>
      <p:ext uri="{BB962C8B-B14F-4D97-AF65-F5344CB8AC3E}">
        <p14:creationId xmlns:p14="http://schemas.microsoft.com/office/powerpoint/2010/main" val="2424003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39EE-4A36-4CA3-94D4-F7FEA2D2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Contents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90956-32DB-42FE-93C4-6A6B00CCC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PH" dirty="0"/>
              <a:t>Company Profile</a:t>
            </a:r>
          </a:p>
          <a:p>
            <a:pPr lvl="1">
              <a:buFontTx/>
              <a:buChar char="-"/>
            </a:pPr>
            <a:r>
              <a:rPr lang="en-PH" dirty="0"/>
              <a:t>Introduction</a:t>
            </a:r>
          </a:p>
          <a:p>
            <a:pPr lvl="1">
              <a:buFontTx/>
              <a:buChar char="-"/>
            </a:pPr>
            <a:r>
              <a:rPr lang="en-PH" dirty="0"/>
              <a:t>Mission</a:t>
            </a:r>
          </a:p>
          <a:p>
            <a:pPr lvl="1">
              <a:buFontTx/>
              <a:buChar char="-"/>
            </a:pPr>
            <a:r>
              <a:rPr lang="en-PH" dirty="0"/>
              <a:t>What we Do </a:t>
            </a:r>
          </a:p>
          <a:p>
            <a:pPr marL="457200" lvl="1" indent="0">
              <a:buNone/>
            </a:pPr>
            <a:endParaRPr lang="en-PH" dirty="0"/>
          </a:p>
          <a:p>
            <a:r>
              <a:rPr lang="en-PH" dirty="0"/>
              <a:t>Our Team</a:t>
            </a:r>
          </a:p>
          <a:p>
            <a:pPr lvl="1">
              <a:buFontTx/>
              <a:buChar char="-"/>
            </a:pPr>
            <a:r>
              <a:rPr lang="en-PH" dirty="0"/>
              <a:t>IT Services</a:t>
            </a:r>
          </a:p>
          <a:p>
            <a:pPr lvl="1">
              <a:buFontTx/>
              <a:buChar char="-"/>
            </a:pPr>
            <a:r>
              <a:rPr lang="en-PH" dirty="0"/>
              <a:t>Compliance Team</a:t>
            </a:r>
          </a:p>
          <a:p>
            <a:pPr lvl="1">
              <a:buFontTx/>
              <a:buChar char="-"/>
            </a:pPr>
            <a:r>
              <a:rPr lang="en-PH" dirty="0"/>
              <a:t>HR and Accounting</a:t>
            </a:r>
          </a:p>
          <a:p>
            <a:pPr lvl="1">
              <a:buFontTx/>
              <a:buChar char="-"/>
            </a:pPr>
            <a:r>
              <a:rPr lang="en-PH" dirty="0"/>
              <a:t>Internal Training School</a:t>
            </a:r>
          </a:p>
          <a:p>
            <a:pPr lvl="1">
              <a:buFontTx/>
              <a:buChar char="-"/>
            </a:pPr>
            <a:r>
              <a:rPr lang="en-PH" dirty="0"/>
              <a:t>Sales and Business Development</a:t>
            </a:r>
          </a:p>
          <a:p>
            <a:pPr marL="457200" lvl="1" indent="0">
              <a:buNone/>
            </a:pPr>
            <a:endParaRPr lang="en-PH" dirty="0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42866003-1AB0-4B71-8F03-FCE5F3CFEB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39"/>
          <a:stretch/>
        </p:blipFill>
        <p:spPr>
          <a:xfrm>
            <a:off x="10485446" y="5821372"/>
            <a:ext cx="1080628" cy="8018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D64789-CFEE-47D2-969B-633C8400CECF}"/>
              </a:ext>
            </a:extLst>
          </p:cNvPr>
          <p:cNvCxnSpPr/>
          <p:nvPr/>
        </p:nvCxnSpPr>
        <p:spPr>
          <a:xfrm>
            <a:off x="838200" y="6316394"/>
            <a:ext cx="9782908" cy="0"/>
          </a:xfrm>
          <a:prstGeom prst="line">
            <a:avLst/>
          </a:prstGeom>
          <a:ln w="104775" cmpd="dbl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093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39EE-4A36-4CA3-94D4-F7FEA2D2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cs typeface="Angsana New" panose="02020603050405020304" pitchFamily="18" charset="-34"/>
              </a:rPr>
              <a:t>OUR COMPANY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90956-32DB-42FE-93C4-6A6B00CCC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61" y="1823835"/>
            <a:ext cx="10515600" cy="399753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PH" sz="3600" b="1" dirty="0" err="1"/>
              <a:t>Consultare</a:t>
            </a:r>
            <a:r>
              <a:rPr lang="en-PH" sz="3600" b="1" dirty="0"/>
              <a:t> Inc. </a:t>
            </a:r>
            <a:r>
              <a:rPr lang="en-PH" sz="3600" dirty="0"/>
              <a:t>provides regulatory compliance consulting services to manufacturers, distributors, and importers of foods, beverages, dietary supplements, drugs, cosmetics, medical devices, or electronic products. </a:t>
            </a:r>
            <a:endParaRPr lang="en-PH" dirty="0"/>
          </a:p>
          <a:p>
            <a:pPr marL="457200" lvl="1" indent="0">
              <a:buNone/>
            </a:pPr>
            <a:endParaRPr lang="en-PH" dirty="0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42866003-1AB0-4B71-8F03-FCE5F3CFE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39"/>
          <a:stretch/>
        </p:blipFill>
        <p:spPr>
          <a:xfrm>
            <a:off x="10485446" y="5821372"/>
            <a:ext cx="1080628" cy="8018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D64789-CFEE-47D2-969B-633C8400CECF}"/>
              </a:ext>
            </a:extLst>
          </p:cNvPr>
          <p:cNvCxnSpPr/>
          <p:nvPr/>
        </p:nvCxnSpPr>
        <p:spPr>
          <a:xfrm>
            <a:off x="838200" y="6316394"/>
            <a:ext cx="9782908" cy="0"/>
          </a:xfrm>
          <a:prstGeom prst="line">
            <a:avLst/>
          </a:prstGeom>
          <a:ln w="104775" cmpd="dbl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097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39EE-4A36-4CA3-94D4-F7FEA2D2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cs typeface="Angsana New" panose="02020603050405020304" pitchFamily="18" charset="-34"/>
              </a:rPr>
              <a:t>OUR COMPANY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90956-32DB-42FE-93C4-6A6B00CCC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61" y="1823836"/>
            <a:ext cx="10515600" cy="262908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PH" sz="3000" b="1" dirty="0"/>
              <a:t>OBJECTIVE:</a:t>
            </a:r>
          </a:p>
          <a:p>
            <a:pPr marL="457200" lvl="1" indent="0">
              <a:buNone/>
            </a:pPr>
            <a:r>
              <a:rPr lang="en-PH" sz="2800" dirty="0"/>
              <a:t>To contribute to your company’s growing Regulatory and Certification Compliance, Food Safety Management System, Quality System, Quality Management System, and HACCP development, implementation, maintenance, and monitoring on a full-time consultancy position. </a:t>
            </a:r>
          </a:p>
          <a:p>
            <a:pPr marL="457200" lvl="1" indent="0">
              <a:buNone/>
            </a:pPr>
            <a:endParaRPr lang="en-PH" sz="3000" dirty="0"/>
          </a:p>
          <a:p>
            <a:pPr marL="457200" lvl="1" indent="0">
              <a:buNone/>
            </a:pPr>
            <a:endParaRPr lang="en-PH" dirty="0"/>
          </a:p>
          <a:p>
            <a:pPr marL="457200" lvl="1" indent="0">
              <a:buNone/>
            </a:pPr>
            <a:endParaRPr lang="en-PH" dirty="0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42866003-1AB0-4B71-8F03-FCE5F3CFE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39"/>
          <a:stretch/>
        </p:blipFill>
        <p:spPr>
          <a:xfrm>
            <a:off x="10485446" y="5821372"/>
            <a:ext cx="1080628" cy="8018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D64789-CFEE-47D2-969B-633C8400CECF}"/>
              </a:ext>
            </a:extLst>
          </p:cNvPr>
          <p:cNvCxnSpPr/>
          <p:nvPr/>
        </p:nvCxnSpPr>
        <p:spPr>
          <a:xfrm>
            <a:off x="838200" y="6316394"/>
            <a:ext cx="9782908" cy="0"/>
          </a:xfrm>
          <a:prstGeom prst="line">
            <a:avLst/>
          </a:prstGeom>
          <a:ln w="104775" cmpd="dbl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EEE4195-8D7F-48A6-9323-0A50EB95B3E2}"/>
              </a:ext>
            </a:extLst>
          </p:cNvPr>
          <p:cNvSpPr txBox="1">
            <a:spLocks/>
          </p:cNvSpPr>
          <p:nvPr/>
        </p:nvSpPr>
        <p:spPr>
          <a:xfrm>
            <a:off x="1204546" y="4759723"/>
            <a:ext cx="9782908" cy="119892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b="1" dirty="0">
                <a:cs typeface="Arial" panose="020B0604020202020204" pitchFamily="34" charset="0"/>
              </a:rPr>
              <a:t>Our Mission </a:t>
            </a:r>
            <a:r>
              <a:rPr lang="en-US" dirty="0">
                <a:cs typeface="Arial" panose="020B0604020202020204" pitchFamily="34" charset="0"/>
              </a:rPr>
              <a:t>is to support your company’s regulatory compliance needs and to develop all necessary programs to assist your quality assurance and food safety team.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PH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2582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39EE-4A36-4CA3-94D4-F7FEA2D2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cs typeface="Angsana New" panose="02020603050405020304" pitchFamily="18" charset="-34"/>
              </a:rPr>
              <a:t>OUR HISTORY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90956-32DB-42FE-93C4-6A6B00CCC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1596" y="1404014"/>
            <a:ext cx="7536221" cy="431890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PH" sz="3600" b="1" dirty="0" err="1"/>
              <a:t>Nutripro</a:t>
            </a:r>
            <a:r>
              <a:rPr lang="en-PH" sz="3600" b="1" dirty="0"/>
              <a:t> LLC</a:t>
            </a:r>
          </a:p>
          <a:p>
            <a:pPr lvl="2"/>
            <a:r>
              <a:rPr lang="en-PH" sz="2800" dirty="0"/>
              <a:t>Established December 2013 </a:t>
            </a:r>
          </a:p>
          <a:p>
            <a:pPr lvl="3"/>
            <a:r>
              <a:rPr lang="en-PH" sz="2800" dirty="0"/>
              <a:t>Managing the following Accounts</a:t>
            </a:r>
          </a:p>
          <a:p>
            <a:pPr lvl="4"/>
            <a:r>
              <a:rPr lang="en-PH" sz="2800" b="0" i="0" dirty="0" err="1">
                <a:effectLst/>
              </a:rPr>
              <a:t>Kav</a:t>
            </a:r>
            <a:r>
              <a:rPr lang="en-PH" sz="2800" b="0" i="0" dirty="0">
                <a:effectLst/>
              </a:rPr>
              <a:t> America AG, Inc.</a:t>
            </a:r>
          </a:p>
          <a:p>
            <a:pPr lvl="4"/>
            <a:r>
              <a:rPr lang="en-PH" sz="2800" dirty="0"/>
              <a:t>Tarantino Wholesale Foods</a:t>
            </a:r>
          </a:p>
          <a:p>
            <a:pPr lvl="4"/>
            <a:r>
              <a:rPr lang="en-PH" sz="2800" dirty="0"/>
              <a:t>California Garlic Company</a:t>
            </a:r>
          </a:p>
          <a:p>
            <a:pPr lvl="4"/>
            <a:r>
              <a:rPr lang="en-PH" sz="2800" dirty="0"/>
              <a:t>AIE Pharmaceuticals, Inc.</a:t>
            </a:r>
          </a:p>
          <a:p>
            <a:pPr lvl="4"/>
            <a:r>
              <a:rPr lang="en-PH" sz="2800" b="0" i="0" dirty="0">
                <a:effectLst/>
                <a:latin typeface="-apple-system"/>
              </a:rPr>
              <a:t>US. Milk Nutrition, Inc.</a:t>
            </a:r>
          </a:p>
          <a:p>
            <a:pPr lvl="4"/>
            <a:r>
              <a:rPr lang="en-PH" sz="2800" dirty="0" err="1"/>
              <a:t>Amaxi</a:t>
            </a:r>
            <a:r>
              <a:rPr lang="en-PH" sz="2800" dirty="0"/>
              <a:t> Nutrition Products Inc.</a:t>
            </a:r>
          </a:p>
          <a:p>
            <a:pPr marL="457200" lvl="1" indent="0">
              <a:buNone/>
            </a:pPr>
            <a:endParaRPr lang="en-PH" dirty="0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42866003-1AB0-4B71-8F03-FCE5F3CFE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39"/>
          <a:stretch/>
        </p:blipFill>
        <p:spPr>
          <a:xfrm>
            <a:off x="10485446" y="5821372"/>
            <a:ext cx="1080628" cy="8018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D64789-CFEE-47D2-969B-633C8400CECF}"/>
              </a:ext>
            </a:extLst>
          </p:cNvPr>
          <p:cNvCxnSpPr/>
          <p:nvPr/>
        </p:nvCxnSpPr>
        <p:spPr>
          <a:xfrm>
            <a:off x="838200" y="6316394"/>
            <a:ext cx="9782908" cy="0"/>
          </a:xfrm>
          <a:prstGeom prst="line">
            <a:avLst/>
          </a:prstGeom>
          <a:ln w="104775" cmpd="dbl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CE1A6C3-5DD9-47BD-9550-A85C4F114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30453"/>
            <a:ext cx="2598191" cy="394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4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39EE-4A36-4CA3-94D4-F7FEA2D2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  <a:cs typeface="Angsana New" panose="02020603050405020304" pitchFamily="18" charset="-34"/>
              </a:rPr>
              <a:t>OUR HISTORY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90956-32DB-42FE-93C4-6A6B00CCC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256" y="1371918"/>
            <a:ext cx="10337461" cy="160974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PH" sz="3200" b="1" dirty="0" err="1"/>
              <a:t>Consultare</a:t>
            </a:r>
            <a:r>
              <a:rPr lang="en-PH" sz="3200" b="1" dirty="0"/>
              <a:t> Inc</a:t>
            </a:r>
          </a:p>
          <a:p>
            <a:pPr lvl="2"/>
            <a:r>
              <a:rPr lang="en-PH" sz="2800" dirty="0"/>
              <a:t>From Spanish “</a:t>
            </a:r>
            <a:r>
              <a:rPr lang="en-PH" sz="2800" dirty="0" err="1"/>
              <a:t>Consultare</a:t>
            </a:r>
            <a:r>
              <a:rPr lang="en-PH" sz="2800" dirty="0"/>
              <a:t>” in English “ I will consult”</a:t>
            </a:r>
          </a:p>
          <a:p>
            <a:pPr lvl="2"/>
            <a:r>
              <a:rPr lang="en-PH" sz="2800" dirty="0"/>
              <a:t>Establish December 2017 </a:t>
            </a:r>
          </a:p>
          <a:p>
            <a:pPr marL="914400" lvl="2" indent="0">
              <a:buNone/>
            </a:pPr>
            <a:endParaRPr lang="en-PH" sz="2400" dirty="0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42866003-1AB0-4B71-8F03-FCE5F3CFE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39"/>
          <a:stretch/>
        </p:blipFill>
        <p:spPr>
          <a:xfrm>
            <a:off x="10485446" y="5821372"/>
            <a:ext cx="1080628" cy="8018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D64789-CFEE-47D2-969B-633C8400CECF}"/>
              </a:ext>
            </a:extLst>
          </p:cNvPr>
          <p:cNvCxnSpPr/>
          <p:nvPr/>
        </p:nvCxnSpPr>
        <p:spPr>
          <a:xfrm>
            <a:off x="838200" y="6316394"/>
            <a:ext cx="9782908" cy="0"/>
          </a:xfrm>
          <a:prstGeom prst="line">
            <a:avLst/>
          </a:prstGeom>
          <a:ln w="104775" cmpd="dbl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43D6A80-3ABC-43B6-8F3B-9FF3AC37D60E}"/>
              </a:ext>
            </a:extLst>
          </p:cNvPr>
          <p:cNvSpPr txBox="1">
            <a:spLocks/>
          </p:cNvSpPr>
          <p:nvPr/>
        </p:nvSpPr>
        <p:spPr>
          <a:xfrm>
            <a:off x="388256" y="2799451"/>
            <a:ext cx="10965544" cy="2873553"/>
          </a:xfrm>
          <a:prstGeom prst="rect">
            <a:avLst/>
          </a:prstGeom>
        </p:spPr>
        <p:txBody>
          <a:bodyPr vert="horz" lIns="91440" tIns="45720" rIns="91440" bIns="45720" numCol="4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PH" sz="1400" b="0" i="0" dirty="0">
                <a:effectLst/>
              </a:rPr>
              <a:t>AIE Pharmaceuticals, Inc.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Amaxi</a:t>
            </a:r>
            <a:r>
              <a:rPr lang="en-PH" sz="1400" b="0" i="0" dirty="0">
                <a:effectLst/>
              </a:rPr>
              <a:t> Nutrition Products Inc.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Alena Foods</a:t>
            </a:r>
            <a:br>
              <a:rPr lang="en-PH" sz="1400" dirty="0"/>
            </a:br>
            <a:r>
              <a:rPr lang="en-PH" sz="1400" b="0" i="0" dirty="0">
                <a:effectLst/>
              </a:rPr>
              <a:t>Be Green Legal</a:t>
            </a:r>
            <a:br>
              <a:rPr lang="en-PH" sz="1400" dirty="0"/>
            </a:br>
            <a:r>
              <a:rPr lang="en-PH" sz="1400" b="0" i="0" dirty="0">
                <a:effectLst/>
              </a:rPr>
              <a:t>Body Right - </a:t>
            </a:r>
            <a:r>
              <a:rPr lang="en-PH" sz="1400" b="0" i="0" dirty="0" err="1">
                <a:effectLst/>
              </a:rPr>
              <a:t>Myotrend</a:t>
            </a:r>
            <a:br>
              <a:rPr lang="en-PH" sz="1400" dirty="0"/>
            </a:br>
            <a:r>
              <a:rPr lang="en-PH" sz="1400" b="0" i="0" dirty="0">
                <a:effectLst/>
              </a:rPr>
              <a:t>California Composite Container Corp.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California Garlic Company</a:t>
            </a:r>
            <a:br>
              <a:rPr lang="en-PH" sz="1400" dirty="0"/>
            </a:br>
            <a:r>
              <a:rPr lang="en-PH" sz="1400" b="0" i="0" dirty="0">
                <a:effectLst/>
              </a:rPr>
              <a:t>California Manufacturing Technology Consulting</a:t>
            </a:r>
            <a:br>
              <a:rPr lang="en-PH" sz="1400" dirty="0"/>
            </a:br>
            <a:r>
              <a:rPr lang="en-PH" sz="1400" b="0" i="0" dirty="0">
                <a:effectLst/>
              </a:rPr>
              <a:t>Cannabis Confidential</a:t>
            </a:r>
            <a:br>
              <a:rPr lang="en-PH" sz="1400" dirty="0"/>
            </a:br>
            <a:r>
              <a:rPr lang="en-PH" sz="1400" b="0" i="0" dirty="0">
                <a:effectLst/>
              </a:rPr>
              <a:t>Campbell Consulting Group</a:t>
            </a:r>
            <a:br>
              <a:rPr lang="en-PH" sz="1400" dirty="0"/>
            </a:br>
            <a:r>
              <a:rPr lang="en-PH" sz="1400" b="0" i="0" dirty="0">
                <a:effectLst/>
              </a:rPr>
              <a:t>CFR eLearning Management System</a:t>
            </a:r>
            <a:br>
              <a:rPr lang="en-PH" sz="1400" dirty="0"/>
            </a:br>
            <a:r>
              <a:rPr lang="en-PH" sz="1400" b="0" i="0" dirty="0">
                <a:effectLst/>
              </a:rPr>
              <a:t>Chef Henry Brands</a:t>
            </a:r>
            <a:br>
              <a:rPr lang="en-PH" sz="1400" dirty="0"/>
            </a:br>
            <a:r>
              <a:rPr lang="en-PH" sz="1400" b="0" i="0" dirty="0">
                <a:effectLst/>
              </a:rPr>
              <a:t>CJHG Inc.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CompleteComplianceCare.com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Danin</a:t>
            </a:r>
            <a:r>
              <a:rPr lang="en-PH" sz="1400" b="0" i="0" dirty="0">
                <a:effectLst/>
              </a:rPr>
              <a:t> International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Fhir</a:t>
            </a:r>
            <a:r>
              <a:rPr lang="en-PH" sz="1400" b="0" i="0" dirty="0">
                <a:effectLst/>
              </a:rPr>
              <a:t> IT, LLC</a:t>
            </a:r>
            <a:br>
              <a:rPr lang="en-PH" sz="1400" dirty="0"/>
            </a:br>
            <a:r>
              <a:rPr lang="en-PH" sz="1400" b="0" i="0" dirty="0">
                <a:effectLst/>
              </a:rPr>
              <a:t>Fresh ‘n Nova Inc.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Get The Tea</a:t>
            </a:r>
            <a:br>
              <a:rPr lang="en-PH" sz="1400" dirty="0"/>
            </a:br>
            <a:r>
              <a:rPr lang="en-PH" sz="1400" b="0" i="0" dirty="0">
                <a:effectLst/>
              </a:rPr>
              <a:t>Hana Health</a:t>
            </a:r>
            <a:br>
              <a:rPr lang="en-PH" sz="1400" dirty="0"/>
            </a:br>
            <a:r>
              <a:rPr lang="en-PH" sz="1400" b="0" i="0" dirty="0">
                <a:effectLst/>
              </a:rPr>
              <a:t>Human*Better</a:t>
            </a:r>
            <a:br>
              <a:rPr lang="en-PH" sz="1400" dirty="0"/>
            </a:br>
            <a:r>
              <a:rPr lang="en-PH" sz="1400" b="0" i="0" dirty="0">
                <a:effectLst/>
              </a:rPr>
              <a:t>Husks Unlimited Inc.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HISpice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InvaPharm</a:t>
            </a:r>
            <a:r>
              <a:rPr lang="en-PH" sz="1400" b="0" i="0" dirty="0">
                <a:effectLst/>
              </a:rPr>
              <a:t> Inc.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Jensen Meat Co.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KAV America AG, Inc.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Kezoa</a:t>
            </a:r>
            <a:r>
              <a:rPr lang="en-PH" sz="1400" b="0" i="0" dirty="0">
                <a:effectLst/>
              </a:rPr>
              <a:t> LLC</a:t>
            </a:r>
            <a:br>
              <a:rPr lang="en-PH" sz="1400" dirty="0"/>
            </a:br>
            <a:r>
              <a:rPr lang="en-PH" sz="1400" b="0" i="0" dirty="0">
                <a:effectLst/>
              </a:rPr>
              <a:t>Kiss My Keto</a:t>
            </a:r>
            <a:br>
              <a:rPr lang="en-PH" sz="1400" dirty="0"/>
            </a:br>
            <a:r>
              <a:rPr lang="en-PH" sz="1400" b="0" i="0" dirty="0">
                <a:effectLst/>
              </a:rPr>
              <a:t>Lola Paz LLC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Milksta</a:t>
            </a:r>
            <a:r>
              <a:rPr lang="en-PH" sz="1400" b="0" i="0" dirty="0">
                <a:effectLst/>
              </a:rPr>
              <a:t> Mom Inc.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MODe</a:t>
            </a:r>
            <a:r>
              <a:rPr lang="en-PH" sz="1400" b="0" i="0" dirty="0">
                <a:effectLst/>
              </a:rPr>
              <a:t>, LLC</a:t>
            </a:r>
            <a:br>
              <a:rPr lang="en-PH" sz="1400" dirty="0"/>
            </a:br>
            <a:r>
              <a:rPr lang="en-PH" sz="1400" b="0" i="0" dirty="0">
                <a:effectLst/>
              </a:rPr>
              <a:t>Nora Dowell Consulting Services</a:t>
            </a:r>
            <a:br>
              <a:rPr lang="en-PH" sz="1400" dirty="0"/>
            </a:br>
            <a:r>
              <a:rPr lang="en-PH" sz="1400" b="0" i="0" dirty="0">
                <a:effectLst/>
              </a:rPr>
              <a:t>North Shore Greenhouse Inc.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Nutripro</a:t>
            </a:r>
            <a:r>
              <a:rPr lang="en-PH" sz="1400" b="0" i="0" dirty="0">
                <a:effectLst/>
              </a:rPr>
              <a:t>, LLC</a:t>
            </a:r>
            <a:br>
              <a:rPr lang="en-PH" sz="1400" dirty="0"/>
            </a:br>
            <a:r>
              <a:rPr lang="en-PH" sz="1400" b="0" i="0" dirty="0">
                <a:effectLst/>
              </a:rPr>
              <a:t>Nutrition Distributors, LLC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Orgenetics</a:t>
            </a:r>
            <a:r>
              <a:rPr lang="en-PH" sz="1400" b="0" i="0" dirty="0">
                <a:effectLst/>
              </a:rPr>
              <a:t> Inc.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PalaMilk</a:t>
            </a:r>
            <a:r>
              <a:rPr lang="en-PH" sz="1400" b="0" i="0" dirty="0">
                <a:effectLst/>
              </a:rPr>
              <a:t>, LLC</a:t>
            </a:r>
            <a:br>
              <a:rPr lang="en-PH" sz="1400" dirty="0"/>
            </a:br>
            <a:r>
              <a:rPr lang="en-PH" sz="1400" b="0" i="0" dirty="0">
                <a:effectLst/>
              </a:rPr>
              <a:t>PCQIPro.com</a:t>
            </a:r>
            <a:br>
              <a:rPr lang="en-PH" sz="1400" dirty="0"/>
            </a:br>
            <a:r>
              <a:rPr lang="en-PH" sz="1400" b="0" i="0" dirty="0">
                <a:effectLst/>
              </a:rPr>
              <a:t>PCQILMS.com</a:t>
            </a:r>
            <a:br>
              <a:rPr lang="en-PH" sz="1400" dirty="0"/>
            </a:br>
            <a:r>
              <a:rPr lang="en-PH" sz="1400" b="0" i="0" dirty="0">
                <a:effectLst/>
              </a:rPr>
              <a:t>Pueblo Fruits and Vegetables Inc.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PRPCompliance.com</a:t>
            </a:r>
            <a:br>
              <a:rPr lang="en-PH" sz="1400" dirty="0"/>
            </a:br>
            <a:r>
              <a:rPr lang="en-PH" sz="1400" b="0" i="0" dirty="0">
                <a:effectLst/>
              </a:rPr>
              <a:t>Redlands Foothill Groves</a:t>
            </a:r>
            <a:br>
              <a:rPr lang="en-PH" sz="1400" dirty="0"/>
            </a:br>
            <a:r>
              <a:rPr lang="en-PH" sz="1400" b="0" i="0" dirty="0">
                <a:effectLst/>
              </a:rPr>
              <a:t>Romero’s Food Products Inc.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Serrano Brothers Company</a:t>
            </a:r>
            <a:br>
              <a:rPr lang="en-PH" sz="1400" dirty="0"/>
            </a:br>
            <a:r>
              <a:rPr lang="en-PH" sz="1400" b="0" i="0" dirty="0" err="1">
                <a:effectLst/>
              </a:rPr>
              <a:t>Sitrus</a:t>
            </a:r>
            <a:r>
              <a:rPr lang="en-PH" sz="1400" b="0" i="0" dirty="0">
                <a:effectLst/>
              </a:rPr>
              <a:t> Nutrition LLC</a:t>
            </a:r>
            <a:br>
              <a:rPr lang="en-PH" sz="1400" dirty="0"/>
            </a:br>
            <a:r>
              <a:rPr lang="en-PH" sz="1400" b="0" i="0" dirty="0">
                <a:effectLst/>
              </a:rPr>
              <a:t>Spiced Up – Chef Calvin Brands</a:t>
            </a:r>
            <a:br>
              <a:rPr lang="en-PH" sz="1400" dirty="0"/>
            </a:br>
            <a:r>
              <a:rPr lang="en-PH" sz="1400" b="0" i="0" dirty="0">
                <a:effectLst/>
              </a:rPr>
              <a:t>Stonehill Produce Inc.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Tarantino Whole Foods Distributors</a:t>
            </a:r>
            <a:br>
              <a:rPr lang="en-PH" sz="1400" dirty="0"/>
            </a:br>
            <a:r>
              <a:rPr lang="en-PH" sz="1400" b="0" i="0" dirty="0">
                <a:effectLst/>
              </a:rPr>
              <a:t>Tribal Nutrition, LLC</a:t>
            </a:r>
            <a:br>
              <a:rPr lang="en-PH" sz="1400" dirty="0"/>
            </a:br>
            <a:r>
              <a:rPr lang="en-PH" sz="1400" b="0" i="0" dirty="0">
                <a:effectLst/>
              </a:rPr>
              <a:t>University of California Riverside Ext.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US Milk Nutrition, Inc.</a:t>
            </a:r>
            <a:br>
              <a:rPr lang="en-PH" sz="1400" dirty="0"/>
            </a:br>
            <a:r>
              <a:rPr lang="en-PH" sz="1400" b="0" i="0" dirty="0">
                <a:effectLst/>
              </a:rPr>
              <a:t>Wild West Jerky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1400" dirty="0"/>
              <a:t>Afia Foods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1400" dirty="0" err="1"/>
              <a:t>Aceva</a:t>
            </a:r>
            <a:endParaRPr lang="en-PH" sz="1400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1400" dirty="0"/>
              <a:t>Key Largo Fisheries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1400" dirty="0"/>
              <a:t>At Your Door Labs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1400" dirty="0"/>
              <a:t>Spiced Up - Chef Henry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1400" dirty="0"/>
              <a:t>Grace Signature LLC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1400" dirty="0"/>
              <a:t>Buddy Bodega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1400" dirty="0"/>
              <a:t>Intrinsic (Ancient Keto)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1400" dirty="0"/>
              <a:t>Meat the Live Butcher</a:t>
            </a:r>
          </a:p>
        </p:txBody>
      </p:sp>
    </p:spTree>
    <p:extLst>
      <p:ext uri="{BB962C8B-B14F-4D97-AF65-F5344CB8AC3E}">
        <p14:creationId xmlns:p14="http://schemas.microsoft.com/office/powerpoint/2010/main" val="3945075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39EE-4A36-4CA3-94D4-F7FEA2D2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b="1" i="0" dirty="0">
                <a:effectLst/>
                <a:latin typeface="Arial Black" panose="020B0A04020102020204" pitchFamily="34" charset="0"/>
                <a:cs typeface="Angsana New" panose="02020603050405020304" pitchFamily="18" charset="-34"/>
              </a:rPr>
              <a:t>What We DO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90956-32DB-42FE-93C4-6A6B00CCC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88" y="1548382"/>
            <a:ext cx="10515600" cy="1028834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PH" sz="3000" b="1" dirty="0"/>
              <a:t>Customize Program</a:t>
            </a:r>
          </a:p>
          <a:p>
            <a:pPr marL="457200" lvl="1" indent="0">
              <a:buNone/>
            </a:pPr>
            <a:r>
              <a:rPr lang="en-PH" sz="2400" b="0" i="0" dirty="0">
                <a:solidFill>
                  <a:srgbClr val="182D45"/>
                </a:solidFill>
                <a:effectLst/>
                <a:latin typeface="avenir-lt-w01_35-light1475496"/>
              </a:rPr>
              <a:t>Policy, Procedure, Manuals, Training, Implementation and Monitoring.</a:t>
            </a:r>
            <a:endParaRPr lang="en-PH" sz="3000" dirty="0"/>
          </a:p>
          <a:p>
            <a:pPr marL="457200" lvl="1" indent="0">
              <a:buNone/>
            </a:pPr>
            <a:endParaRPr lang="en-PH" dirty="0"/>
          </a:p>
          <a:p>
            <a:pPr marL="457200" lvl="1" indent="0">
              <a:buNone/>
            </a:pPr>
            <a:endParaRPr lang="en-PH" dirty="0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42866003-1AB0-4B71-8F03-FCE5F3CFE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39"/>
          <a:stretch/>
        </p:blipFill>
        <p:spPr>
          <a:xfrm>
            <a:off x="10485446" y="5821372"/>
            <a:ext cx="1080628" cy="8018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D64789-CFEE-47D2-969B-633C8400CECF}"/>
              </a:ext>
            </a:extLst>
          </p:cNvPr>
          <p:cNvCxnSpPr/>
          <p:nvPr/>
        </p:nvCxnSpPr>
        <p:spPr>
          <a:xfrm>
            <a:off x="838200" y="6316394"/>
            <a:ext cx="9782908" cy="0"/>
          </a:xfrm>
          <a:prstGeom prst="line">
            <a:avLst/>
          </a:prstGeom>
          <a:ln w="104775" cmpd="dbl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E0F4AE6-9786-4CBB-B5D5-A9FC998F3896}"/>
              </a:ext>
            </a:extLst>
          </p:cNvPr>
          <p:cNvSpPr txBox="1"/>
          <p:nvPr/>
        </p:nvSpPr>
        <p:spPr>
          <a:xfrm>
            <a:off x="6833381" y="2467897"/>
            <a:ext cx="473269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PH" sz="1200" b="1" i="0" dirty="0">
                <a:effectLst/>
                <a:latin typeface="barlow-extralight"/>
              </a:rPr>
              <a:t>Compliance Management Programs</a:t>
            </a:r>
            <a:endParaRPr lang="en-PH" sz="1200" b="1" i="0" dirty="0">
              <a:effectLst/>
              <a:latin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ETRR  (Employee Training Requirements and Records)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RVVMP  ( Records Verification and Validation Management Program)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CAMP  (Corrective Action Management Program)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PMP - Preventive Maintenance Program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CAPA Pro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FSVP  (Foreign Supplier Verification Program)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SLSMP (Shelf Life Stability Management Program)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PCQI Pro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FSMS (Food Safety Management System)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CCMS - Customer Care Management Program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FFVA Pro - Food Fraud Vulnerability Assessment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SOP Pro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QMS Pro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PMS   ( Project Management System 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ICMS  (Inventory Control Management System)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IAMP  (Internal Audit Management Program)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SAMP  (Supplier Approval Management Program)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EF7CB54-1DB6-4B78-AAF9-EB4ADE885917}"/>
              </a:ext>
            </a:extLst>
          </p:cNvPr>
          <p:cNvSpPr txBox="1">
            <a:spLocks/>
          </p:cNvSpPr>
          <p:nvPr/>
        </p:nvSpPr>
        <p:spPr>
          <a:xfrm>
            <a:off x="838200" y="2485934"/>
            <a:ext cx="5262490" cy="343237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None/>
            </a:pPr>
            <a:r>
              <a:rPr lang="en-PH" sz="4800" b="1" i="0" dirty="0">
                <a:effectLst/>
                <a:latin typeface="barlow-extralight"/>
              </a:rPr>
              <a:t>Customize Programs</a:t>
            </a:r>
          </a:p>
          <a:p>
            <a:pPr marL="0" indent="0" algn="ctr" fontAlgn="base">
              <a:buNone/>
            </a:pPr>
            <a:r>
              <a:rPr lang="en-PH" sz="4800" b="1" i="0" dirty="0">
                <a:effectLst/>
                <a:latin typeface="barlow-extralight"/>
              </a:rPr>
              <a:t>( Policy, Procedure, Manuals, Training, Implementation and Monitoring )</a:t>
            </a:r>
            <a:endParaRPr lang="en-PH" sz="4800" b="1" i="0" dirty="0">
              <a:effectLst/>
              <a:latin typeface="Arial" panose="020B0604020202020204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Manufacturing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Healthcare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Logistics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Warehouse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Food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Nutraceutical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Pharmaceutical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Animal Food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sz="4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Supply Chain Management and Companies Facing Significant Regulatory Compliance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4800" dirty="0">
                <a:solidFill>
                  <a:srgbClr val="182D45"/>
                </a:solidFill>
                <a:latin typeface="avenir-lt-w01_35-light1475496"/>
              </a:rPr>
              <a:t>Policy, Procedure, Manuals, Training, Implementation and Monitoring.</a:t>
            </a:r>
            <a:endParaRPr lang="en-PH" sz="48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PH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6090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42866003-1AB0-4B71-8F03-FCE5F3CFE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39"/>
          <a:stretch/>
        </p:blipFill>
        <p:spPr>
          <a:xfrm>
            <a:off x="10485446" y="5821372"/>
            <a:ext cx="1080628" cy="8018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D64789-CFEE-47D2-969B-633C8400CECF}"/>
              </a:ext>
            </a:extLst>
          </p:cNvPr>
          <p:cNvCxnSpPr/>
          <p:nvPr/>
        </p:nvCxnSpPr>
        <p:spPr>
          <a:xfrm>
            <a:off x="838200" y="6316394"/>
            <a:ext cx="9782908" cy="0"/>
          </a:xfrm>
          <a:prstGeom prst="line">
            <a:avLst/>
          </a:prstGeom>
          <a:ln w="104775" cmpd="dbl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776DB90-B938-48C6-9286-4B3C8EB8B444}"/>
              </a:ext>
            </a:extLst>
          </p:cNvPr>
          <p:cNvSpPr txBox="1">
            <a:spLocks/>
          </p:cNvSpPr>
          <p:nvPr/>
        </p:nvSpPr>
        <p:spPr>
          <a:xfrm>
            <a:off x="711591" y="1551026"/>
            <a:ext cx="10515600" cy="10288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PH" sz="3000" b="1" dirty="0"/>
              <a:t>PRP Compliance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b="0" i="0" dirty="0">
                <a:solidFill>
                  <a:srgbClr val="182D45"/>
                </a:solidFill>
                <a:effectLst/>
                <a:latin typeface="avenir-lt-w01_35-light1475496"/>
              </a:rPr>
              <a:t>A fully integrated system that tracks your prerequisite program compliance in real time.</a:t>
            </a:r>
            <a:endParaRPr lang="en-PH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PH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B2F3CC-BCF9-434E-A9A2-873582990E55}"/>
              </a:ext>
            </a:extLst>
          </p:cNvPr>
          <p:cNvSpPr txBox="1">
            <a:spLocks/>
          </p:cNvSpPr>
          <p:nvPr/>
        </p:nvSpPr>
        <p:spPr>
          <a:xfrm>
            <a:off x="838200" y="3312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b="1" dirty="0">
                <a:latin typeface="Arial Black" panose="020B0A04020102020204" pitchFamily="34" charset="0"/>
                <a:cs typeface="Angsana New" panose="02020603050405020304" pitchFamily="18" charset="-34"/>
              </a:rPr>
              <a:t>What We DO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AD11E2-8D26-4361-A6CB-EA3D7FAC4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548" y="2172641"/>
            <a:ext cx="7708542" cy="398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64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42866003-1AB0-4B71-8F03-FCE5F3CFE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39"/>
          <a:stretch/>
        </p:blipFill>
        <p:spPr>
          <a:xfrm>
            <a:off x="10485446" y="5821372"/>
            <a:ext cx="1080628" cy="8018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D64789-CFEE-47D2-969B-633C8400CECF}"/>
              </a:ext>
            </a:extLst>
          </p:cNvPr>
          <p:cNvCxnSpPr/>
          <p:nvPr/>
        </p:nvCxnSpPr>
        <p:spPr>
          <a:xfrm>
            <a:off x="838200" y="6316394"/>
            <a:ext cx="9782908" cy="0"/>
          </a:xfrm>
          <a:prstGeom prst="line">
            <a:avLst/>
          </a:prstGeom>
          <a:ln w="104775" cmpd="dbl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17B2F3CC-BCF9-434E-A9A2-873582990E55}"/>
              </a:ext>
            </a:extLst>
          </p:cNvPr>
          <p:cNvSpPr txBox="1">
            <a:spLocks/>
          </p:cNvSpPr>
          <p:nvPr/>
        </p:nvSpPr>
        <p:spPr>
          <a:xfrm>
            <a:off x="838200" y="3312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b="1" dirty="0">
                <a:latin typeface="Arial Black" panose="020B0A04020102020204" pitchFamily="34" charset="0"/>
                <a:cs typeface="Angsana New" panose="02020603050405020304" pitchFamily="18" charset="-34"/>
              </a:rPr>
              <a:t>What We DO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674CDD8-E220-4D57-9615-F16652147F52}"/>
              </a:ext>
            </a:extLst>
          </p:cNvPr>
          <p:cNvSpPr txBox="1">
            <a:spLocks/>
          </p:cNvSpPr>
          <p:nvPr/>
        </p:nvSpPr>
        <p:spPr>
          <a:xfrm>
            <a:off x="838200" y="1426171"/>
            <a:ext cx="10515600" cy="1028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PH" sz="3000" b="1" dirty="0"/>
              <a:t>IT Services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PH" sz="2800" b="0" i="0" dirty="0">
                <a:solidFill>
                  <a:srgbClr val="182D45"/>
                </a:solidFill>
                <a:effectLst/>
                <a:latin typeface="avenir-lt-w01_35-light1475496"/>
              </a:rPr>
              <a:t>Website, Web Application Development, and Graphics Design</a:t>
            </a:r>
            <a:endParaRPr lang="en-PH" sz="2800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408A0B3-AE1A-446B-98AB-824CFD5318E8}"/>
              </a:ext>
            </a:extLst>
          </p:cNvPr>
          <p:cNvSpPr txBox="1">
            <a:spLocks/>
          </p:cNvSpPr>
          <p:nvPr/>
        </p:nvSpPr>
        <p:spPr>
          <a:xfrm>
            <a:off x="838200" y="2914582"/>
            <a:ext cx="10515600" cy="2599987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Font typeface="Arial" panose="020B0604020202020204" pitchFamily="34" charset="0"/>
              <a:buChar char="•"/>
            </a:pPr>
            <a:r>
              <a:rPr lang="en-PH" b="0" i="0" dirty="0">
                <a:effectLst/>
                <a:latin typeface="Arial" panose="020B0604020202020204" pitchFamily="34" charset="0"/>
              </a:rPr>
              <a:t>Static Website Creation (Company Profile Website 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b="0" i="0" dirty="0">
                <a:effectLst/>
                <a:latin typeface="Arial" panose="020B0604020202020204" pitchFamily="34" charset="0"/>
              </a:rPr>
              <a:t>WordPress Development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b="0" i="0" dirty="0">
                <a:effectLst/>
                <a:latin typeface="Arial" panose="020B0604020202020204" pitchFamily="34" charset="0"/>
              </a:rPr>
              <a:t>Website Maintenance and Update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b="0" i="0" dirty="0">
                <a:effectLst/>
                <a:latin typeface="Arial" panose="020B0604020202020204" pitchFamily="34" charset="0"/>
              </a:rPr>
              <a:t>E-commerce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b="0" i="0" dirty="0">
                <a:effectLst/>
                <a:latin typeface="Arial" panose="020B0604020202020204" pitchFamily="34" charset="0"/>
              </a:rPr>
              <a:t>IT Business Solutions.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b="0" i="0" dirty="0">
                <a:effectLst/>
                <a:latin typeface="Arial" panose="020B0604020202020204" pitchFamily="34" charset="0"/>
              </a:rPr>
              <a:t>Database Management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b="0" i="0" dirty="0">
                <a:effectLst/>
                <a:latin typeface="Arial" panose="020B0604020202020204" pitchFamily="34" charset="0"/>
              </a:rPr>
              <a:t>Process Automation through web applications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b="0" i="0" dirty="0">
                <a:effectLst/>
                <a:latin typeface="Arial" panose="020B0604020202020204" pitchFamily="34" charset="0"/>
              </a:rPr>
              <a:t>Product Label Design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b="0" i="0" dirty="0">
                <a:effectLst/>
                <a:latin typeface="Arial" panose="020B0604020202020204" pitchFamily="34" charset="0"/>
              </a:rPr>
              <a:t>Logo Design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PH" b="0" i="0" dirty="0">
                <a:effectLst/>
                <a:latin typeface="Arial" panose="020B0604020202020204" pitchFamily="34" charset="0"/>
              </a:rPr>
              <a:t>Graphics for Marketing Materials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PH" sz="2800" b="0" i="0" dirty="0">
              <a:effectLst/>
              <a:latin typeface="avenir-lt-w01_35-light1475496"/>
            </a:endParaRPr>
          </a:p>
        </p:txBody>
      </p:sp>
    </p:spTree>
    <p:extLst>
      <p:ext uri="{BB962C8B-B14F-4D97-AF65-F5344CB8AC3E}">
        <p14:creationId xmlns:p14="http://schemas.microsoft.com/office/powerpoint/2010/main" val="1472191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42866003-1AB0-4B71-8F03-FCE5F3CFE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0" b="11539"/>
          <a:stretch/>
        </p:blipFill>
        <p:spPr>
          <a:xfrm>
            <a:off x="10445689" y="5724971"/>
            <a:ext cx="1080628" cy="80182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D64789-CFEE-47D2-969B-633C8400CECF}"/>
              </a:ext>
            </a:extLst>
          </p:cNvPr>
          <p:cNvCxnSpPr/>
          <p:nvPr/>
        </p:nvCxnSpPr>
        <p:spPr>
          <a:xfrm>
            <a:off x="838200" y="6316394"/>
            <a:ext cx="9782908" cy="0"/>
          </a:xfrm>
          <a:prstGeom prst="line">
            <a:avLst/>
          </a:prstGeom>
          <a:ln w="104775" cmpd="dbl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17B2F3CC-BCF9-434E-A9A2-873582990E55}"/>
              </a:ext>
            </a:extLst>
          </p:cNvPr>
          <p:cNvSpPr txBox="1">
            <a:spLocks/>
          </p:cNvSpPr>
          <p:nvPr/>
        </p:nvSpPr>
        <p:spPr>
          <a:xfrm>
            <a:off x="838200" y="3312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b="1" dirty="0">
                <a:latin typeface="Arial Black" panose="020B0A04020102020204" pitchFamily="34" charset="0"/>
                <a:cs typeface="Angsana New" panose="02020603050405020304" pitchFamily="18" charset="-34"/>
              </a:rPr>
              <a:t>OUR TEAM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D1703C4-5817-4446-9AC9-0DB1597DA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6636691"/>
              </p:ext>
            </p:extLst>
          </p:nvPr>
        </p:nvGraphicFramePr>
        <p:xfrm>
          <a:off x="382773" y="1117716"/>
          <a:ext cx="11143544" cy="5293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85863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65255AC-12AC-4323-AA35-9BAC798B66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3242A4-1E6A-4E02-809C-4A24066EC0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D2D995-20F0-4C14-BF62-1248AB4B484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5349</TotalTime>
  <Words>1123</Words>
  <Application>Microsoft Office PowerPoint</Application>
  <PresentationFormat>Widescreen</PresentationFormat>
  <Paragraphs>142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-apple-system</vt:lpstr>
      <vt:lpstr>Arial</vt:lpstr>
      <vt:lpstr>Arial Black</vt:lpstr>
      <vt:lpstr>avenir-lt-w01_35-light1475496</vt:lpstr>
      <vt:lpstr>barlow-extralight</vt:lpstr>
      <vt:lpstr>Calibri</vt:lpstr>
      <vt:lpstr>Calibri Light</vt:lpstr>
      <vt:lpstr>Roboto</vt:lpstr>
      <vt:lpstr>Office Theme</vt:lpstr>
      <vt:lpstr>Title Lorem Ipsum</vt:lpstr>
      <vt:lpstr>Contents</vt:lpstr>
      <vt:lpstr>OUR COMPANY</vt:lpstr>
      <vt:lpstr>OUR COMPANY</vt:lpstr>
      <vt:lpstr>OUR HISTORY</vt:lpstr>
      <vt:lpstr>OUR HISTORY</vt:lpstr>
      <vt:lpstr>What We DO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Christine Joy</dc:creator>
  <cp:lastModifiedBy>Joy</cp:lastModifiedBy>
  <cp:revision>55</cp:revision>
  <dcterms:created xsi:type="dcterms:W3CDTF">2021-07-12T23:01:32Z</dcterms:created>
  <dcterms:modified xsi:type="dcterms:W3CDTF">2022-09-08T03:52:58Z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