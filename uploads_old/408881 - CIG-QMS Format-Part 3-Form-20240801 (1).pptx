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4"/>
  </p:notesMasterIdLst>
  <p:sldIdLst>
    <p:sldId id="256" r:id="rId2"/>
    <p:sldId id="261" r:id="rId3"/>
    <p:sldId id="378" r:id="rId4"/>
    <p:sldId id="379" r:id="rId5"/>
    <p:sldId id="380" r:id="rId6"/>
    <p:sldId id="381" r:id="rId7"/>
    <p:sldId id="382" r:id="rId8"/>
    <p:sldId id="384" r:id="rId9"/>
    <p:sldId id="383" r:id="rId10"/>
    <p:sldId id="385" r:id="rId11"/>
    <p:sldId id="386" r:id="rId12"/>
    <p:sldId id="387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7BBE2-F8AB-4FFC-AB9A-B3BEF387CB69}">
  <a:tblStyle styleId="{7287BBE2-F8AB-4FFC-AB9A-B3BEF387CB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78" autoAdjust="0"/>
  </p:normalViewPr>
  <p:slideViewPr>
    <p:cSldViewPr snapToGrid="0">
      <p:cViewPr varScale="1">
        <p:scale>
          <a:sx n="86" d="100"/>
          <a:sy n="86" d="100"/>
        </p:scale>
        <p:origin x="93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99731c8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099731c8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769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3880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3532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0792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5614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0119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8099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0130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348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9226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4339">
            <a:off x="-2572063" y="3352662"/>
            <a:ext cx="5960266" cy="4112640"/>
          </a:xfrm>
          <a:custGeom>
            <a:avLst/>
            <a:gdLst/>
            <a:ahLst/>
            <a:cxnLst/>
            <a:rect l="l" t="t" r="r" b="b"/>
            <a:pathLst>
              <a:path w="11928886" h="8231043" extrusionOk="0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 rot="137437" flipH="1">
            <a:off x="7650251" y="197886"/>
            <a:ext cx="3367394" cy="2736773"/>
          </a:xfrm>
          <a:custGeom>
            <a:avLst/>
            <a:gdLst/>
            <a:ahLst/>
            <a:cxnLst/>
            <a:rect l="l" t="t" r="r" b="b"/>
            <a:pathLst>
              <a:path w="6729406" h="5469172" extrusionOk="0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1604300" y="532125"/>
            <a:ext cx="82179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highlight>
                <a:srgbClr val="00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4549" y="2571749"/>
            <a:ext cx="4615175" cy="1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5250" y="532126"/>
            <a:ext cx="5144146" cy="17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2463994" y="2146350"/>
            <a:ext cx="3677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2500"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287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QMS Format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1193233"/>
            <a:ext cx="7957031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Program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Page Layout and 1</a:t>
            </a:r>
            <a:r>
              <a:rPr lang="en-US" sz="1600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st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1600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Page Header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i="0" u="none" strike="noStrike" cap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	Components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Content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Change</a:t>
            </a:r>
            <a:r>
              <a:rPr lang="en-PH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History</a:t>
            </a:r>
          </a:p>
          <a:p>
            <a:pPr marL="6350" lvl="1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PH" sz="16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Standard Worksheet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3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  <a:endParaRPr lang="en-US" sz="4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5597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571599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CONTENT - PAGE LAYOUT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50871"/>
              </p:ext>
            </p:extLst>
          </p:nvPr>
        </p:nvGraphicFramePr>
        <p:xfrm>
          <a:off x="1520193" y="918464"/>
          <a:ext cx="6732270" cy="39869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23210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3909060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Font style, size and color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11 (for the form title);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10 (for the body);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Black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Line Spacing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Before and after: 0”;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1.15 spacing</a:t>
                      </a:r>
                      <a:endParaRPr lang="en-PH" sz="16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Paper Size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8.5” x 11” (US Letter)</a:t>
                      </a:r>
                      <a:endParaRPr lang="en-US" sz="16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Page Margins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6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Page Break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Top: 1”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Left, right, bottom: 0.75”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6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Section break – Next page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97253"/>
                  </a:ext>
                </a:extLst>
              </a:tr>
              <a:tr h="367420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PH" sz="16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Header/Footer Margins</a:t>
                      </a:r>
                      <a:endParaRPr lang="en-PH" sz="16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PH" sz="1600" u="none" strike="noStrike" dirty="0">
                          <a:solidFill>
                            <a:schemeClr val="bg2"/>
                          </a:solidFill>
                          <a:effectLst/>
                          <a:highlight>
                            <a:srgbClr val="FFFFFF"/>
                          </a:highlight>
                          <a:latin typeface="Montserrat" panose="00000500000000000000" pitchFamily="2" charset="0"/>
                        </a:rPr>
                        <a:t> Header: 0.1”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en-PH" sz="1600" b="0" i="0" u="none" strike="noStrike" dirty="0">
                          <a:solidFill>
                            <a:schemeClr val="bg2"/>
                          </a:solidFill>
                          <a:effectLst/>
                          <a:highlight>
                            <a:srgbClr val="FFFFFF"/>
                          </a:highlight>
                          <a:latin typeface="Montserrat" panose="00000500000000000000" pitchFamily="2" charset="0"/>
                        </a:rPr>
                        <a:t> Footer: 0.2”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1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37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7656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CONTENT – HEADER &amp; FOOTER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593961"/>
              </p:ext>
            </p:extLst>
          </p:nvPr>
        </p:nvGraphicFramePr>
        <p:xfrm>
          <a:off x="1542996" y="1016238"/>
          <a:ext cx="6320850" cy="2584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13858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3506992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Header: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Logo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Center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Wrap text – In line with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Date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Format in YYYYMMDD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Current date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Name and Address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Based on the legal Enterprise details</a:t>
                      </a:r>
                      <a:endParaRPr lang="en-US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Footer: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Document Number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Company Initials-QMS-XXX-PX.FX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972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85CAF03-6333-9096-EB18-B1FE9D867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636" y="3772162"/>
            <a:ext cx="6300000" cy="5348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F0DE4D-5042-EAD2-976A-C9D8C431CAAB}"/>
              </a:ext>
            </a:extLst>
          </p:cNvPr>
          <p:cNvSpPr txBox="1"/>
          <p:nvPr/>
        </p:nvSpPr>
        <p:spPr>
          <a:xfrm>
            <a:off x="1405456" y="4405971"/>
            <a:ext cx="6650360" cy="33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Footer Tools: Set at Built-in &gt; Blank (Three Columns)</a:t>
            </a:r>
          </a:p>
        </p:txBody>
      </p:sp>
    </p:spTree>
    <p:extLst>
      <p:ext uri="{BB962C8B-B14F-4D97-AF65-F5344CB8AC3E}">
        <p14:creationId xmlns:p14="http://schemas.microsoft.com/office/powerpoint/2010/main" val="175453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3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  <a:endParaRPr lang="en-US" sz="4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Change History Document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8036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2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CHANGE HISTORY DOCUMENT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970683"/>
              </p:ext>
            </p:extLst>
          </p:nvPr>
        </p:nvGraphicFramePr>
        <p:xfrm>
          <a:off x="170580" y="1315198"/>
          <a:ext cx="3175048" cy="14132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58973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2216075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9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Font style, size and color</a:t>
                      </a:r>
                      <a:endParaRPr lang="en-PH" sz="9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11 (for the section title);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10 (for the body);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Black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Doc. No.:</a:t>
                      </a:r>
                      <a:endParaRPr lang="en-PH" sz="9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dirty="0">
                          <a:solidFill>
                            <a:schemeClr val="bg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Company Initials-QMS-XXX-PX.FX</a:t>
                      </a:r>
                      <a:endParaRPr lang="en-PH" sz="9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Doc. Name:</a:t>
                      </a:r>
                      <a:endParaRPr lang="en-PH" sz="9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9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Based on the standard or  regulation used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0A08ED-54F9-8A3A-1F52-36AE5D764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420" y="1338966"/>
            <a:ext cx="5472000" cy="136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Google Shape;201;p11">
            <a:extLst>
              <a:ext uri="{FF2B5EF4-FFF2-40B4-BE49-F238E27FC236}">
                <a16:creationId xmlns:a16="http://schemas.microsoft.com/office/drawing/2014/main" id="{564123CD-8014-58A4-9AC7-38F058B88EB0}"/>
              </a:ext>
            </a:extLst>
          </p:cNvPr>
          <p:cNvSpPr txBox="1"/>
          <p:nvPr/>
        </p:nvSpPr>
        <p:spPr>
          <a:xfrm>
            <a:off x="3501420" y="2858666"/>
            <a:ext cx="5332175" cy="145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100" b="1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Revision No.: </a:t>
            </a:r>
            <a:r>
              <a:rPr lang="en-US" sz="11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0 (Original)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100" b="1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Revision Date: </a:t>
            </a:r>
            <a:r>
              <a:rPr lang="en-US" sz="11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Current date or [YYYYMMDD]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100" b="1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Description of Change: </a:t>
            </a:r>
            <a:r>
              <a:rPr lang="en-US" sz="11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Original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100" b="1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Originator/Author: </a:t>
            </a:r>
            <a:r>
              <a:rPr lang="en-US" sz="1100" dirty="0" err="1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Arnel</a:t>
            </a:r>
            <a:r>
              <a:rPr lang="en-US" sz="11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 Ryan or [ENTER AUTHOR NAME]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100" b="1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Title/Dept.: </a:t>
            </a:r>
            <a:r>
              <a:rPr lang="en-US" sz="11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PCQI/Compliance or [ENTER TITLE/ENTER DEPARTMENT]</a:t>
            </a:r>
            <a:endParaRPr lang="en-US" sz="1050" dirty="0">
              <a:solidFill>
                <a:schemeClr val="bg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5416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7656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CH DOCUMENT – HEADER &amp; FOOTER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/>
        </p:nvGraphicFramePr>
        <p:xfrm>
          <a:off x="1542996" y="1016238"/>
          <a:ext cx="6320850" cy="2584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13858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3506992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Header: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Logo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Center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Wrap text – In line with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Date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Format in YYYYMMDD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Current date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Name and Address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Based on the legal Enterprise details</a:t>
                      </a:r>
                      <a:endParaRPr lang="en-US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Footer: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Document Number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Company Initials-QMS-XXX-PX.FX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972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85CAF03-6333-9096-EB18-B1FE9D867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0636" y="3772162"/>
            <a:ext cx="6300000" cy="5348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F0DE4D-5042-EAD2-976A-C9D8C431CAAB}"/>
              </a:ext>
            </a:extLst>
          </p:cNvPr>
          <p:cNvSpPr txBox="1"/>
          <p:nvPr/>
        </p:nvSpPr>
        <p:spPr>
          <a:xfrm>
            <a:off x="1405456" y="4405971"/>
            <a:ext cx="6650360" cy="33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Footer Tools: Set at Built-in &gt; Blank (Three Columns)</a:t>
            </a:r>
          </a:p>
        </p:txBody>
      </p:sp>
    </p:spTree>
    <p:extLst>
      <p:ext uri="{BB962C8B-B14F-4D97-AF65-F5344CB8AC3E}">
        <p14:creationId xmlns:p14="http://schemas.microsoft.com/office/powerpoint/2010/main" val="2787603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3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  <a:endParaRPr lang="en-US" sz="40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32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Worksheet</a:t>
            </a:r>
            <a:endParaRPr lang="en-US" sz="3200" b="0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3495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679427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2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WORKSHEET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226899"/>
              </p:ext>
            </p:extLst>
          </p:nvPr>
        </p:nvGraphicFramePr>
        <p:xfrm>
          <a:off x="1121751" y="1204020"/>
          <a:ext cx="7087906" cy="25781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76451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5111455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Font style, size and color</a:t>
                      </a:r>
                      <a:endParaRPr lang="en-PH" sz="14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11 (for the section title);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10 (for the body);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Arial, 8 (for the training description)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Black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Reference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Doc. No.:</a:t>
                      </a:r>
                      <a:endParaRPr lang="en-PH" sz="14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Company Initials-QMS-XXX-PX.FX.SWS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Reference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Doc. Name:</a:t>
                      </a:r>
                      <a:endParaRPr lang="en-PH" sz="14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Based on the standard or regulation used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86772B-EE02-91F8-9A9A-C3FEFE4D4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68263"/>
              </p:ext>
            </p:extLst>
          </p:nvPr>
        </p:nvGraphicFramePr>
        <p:xfrm>
          <a:off x="1100238" y="3774990"/>
          <a:ext cx="7087906" cy="6460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6700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5091206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Standard Work Layout Reference</a:t>
                      </a:r>
                      <a:endParaRPr lang="en-PH" sz="1400" b="1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Image of the form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Applicable for forms in a continuous and in Excel format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208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754482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WORKSHEET</a:t>
            </a:r>
          </a:p>
        </p:txBody>
      </p:sp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718D3F82-1704-4F4C-6A3F-46B118750286}"/>
              </a:ext>
            </a:extLst>
          </p:cNvPr>
          <p:cNvSpPr txBox="1"/>
          <p:nvPr/>
        </p:nvSpPr>
        <p:spPr>
          <a:xfrm>
            <a:off x="380448" y="1100294"/>
            <a:ext cx="8523522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State the specific details of the changes made: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a.) Revision No.: 0 (Original)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b.) Revision Date: Current date or [YYYYMMDD]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c.) Description of Change : Original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e.) Originator/Author Name: </a:t>
            </a:r>
            <a:r>
              <a:rPr lang="en-US" sz="1200" dirty="0" err="1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Arnel</a:t>
            </a: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 Ryan or [ENTER AUTHOR NAME]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f.) Title/Department: PCQI/Compliance or [ENTER TITLE/ENTER DEPARTMENT]</a:t>
            </a:r>
            <a:endParaRPr lang="en-US" sz="1100" dirty="0">
              <a:solidFill>
                <a:schemeClr val="bg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EB3088-F42E-F229-AA03-787A2177D1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4184" y="2968439"/>
            <a:ext cx="6496050" cy="1162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A88184-8789-95EC-DD27-32AD5286DBFC}"/>
              </a:ext>
            </a:extLst>
          </p:cNvPr>
          <p:cNvSpPr txBox="1"/>
          <p:nvPr/>
        </p:nvSpPr>
        <p:spPr>
          <a:xfrm>
            <a:off x="1321056" y="4219966"/>
            <a:ext cx="6714909" cy="33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Table Layout: Align Center (text is horizontally and vertically centered within the cell)</a:t>
            </a:r>
          </a:p>
        </p:txBody>
      </p:sp>
    </p:spTree>
    <p:extLst>
      <p:ext uri="{BB962C8B-B14F-4D97-AF65-F5344CB8AC3E}">
        <p14:creationId xmlns:p14="http://schemas.microsoft.com/office/powerpoint/2010/main" val="342137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657656"/>
            <a:ext cx="763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5863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PH" sz="20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WORKSHEET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7A4FDD-5F3D-23D3-D498-BF35F338C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101544"/>
              </p:ext>
            </p:extLst>
          </p:nvPr>
        </p:nvGraphicFramePr>
        <p:xfrm>
          <a:off x="1542996" y="1016238"/>
          <a:ext cx="6512820" cy="25841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99317">
                  <a:extLst>
                    <a:ext uri="{9D8B030D-6E8A-4147-A177-3AD203B41FA5}">
                      <a16:colId xmlns:a16="http://schemas.microsoft.com/office/drawing/2014/main" val="1413055731"/>
                    </a:ext>
                  </a:extLst>
                </a:gridCol>
                <a:gridCol w="3613503">
                  <a:extLst>
                    <a:ext uri="{9D8B030D-6E8A-4147-A177-3AD203B41FA5}">
                      <a16:colId xmlns:a16="http://schemas.microsoft.com/office/drawing/2014/main" val="3758146270"/>
                    </a:ext>
                  </a:extLst>
                </a:gridCol>
              </a:tblGrid>
              <a:tr h="587502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Header: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Logo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Center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Wrap text – In line with text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848169"/>
                  </a:ext>
                </a:extLst>
              </a:tr>
              <a:tr h="372618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Date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Format in YYYYMMDD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Current date</a:t>
                      </a:r>
                      <a:endParaRPr lang="en-PH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4898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</a:t>
                      </a:r>
                      <a:r>
                        <a:rPr lang="en-PH" sz="14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ooter</a:t>
                      </a:r>
                      <a:r>
                        <a:rPr lang="en-PH" sz="1400" b="1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Company Name and Address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Based on the legal Enterprise details</a:t>
                      </a:r>
                      <a:endParaRPr lang="en-US" sz="1400" b="0" i="0" u="none" strike="noStrike" dirty="0">
                        <a:solidFill>
                          <a:schemeClr val="bg2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41348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1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Footer:</a:t>
                      </a:r>
                    </a:p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en-PH" sz="1400" b="0" i="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Document Number</a:t>
                      </a:r>
                    </a:p>
                  </a:txBody>
                  <a:tcPr marL="5946" marR="5946" marT="5946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6350" marR="0" lvl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AAD"/>
                        </a:buClr>
                        <a:buSzPts val="2000"/>
                      </a:pPr>
                      <a:r>
                        <a:rPr lang="en-US" sz="1400" u="none" strike="noStrike" dirty="0">
                          <a:solidFill>
                            <a:schemeClr val="bg2"/>
                          </a:solidFill>
                          <a:effectLst/>
                          <a:latin typeface="Montserrat" panose="00000500000000000000" pitchFamily="2" charset="0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Company Initials-QMS-XXX-PX.FX.SWS</a:t>
                      </a:r>
                    </a:p>
                  </a:txBody>
                  <a:tcPr marL="5946" marR="5946" marT="594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9725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F0DE4D-5042-EAD2-976A-C9D8C431CAAB}"/>
              </a:ext>
            </a:extLst>
          </p:cNvPr>
          <p:cNvSpPr txBox="1"/>
          <p:nvPr/>
        </p:nvSpPr>
        <p:spPr>
          <a:xfrm>
            <a:off x="1405456" y="4405971"/>
            <a:ext cx="6650360" cy="33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200" dirty="0">
                <a:solidFill>
                  <a:schemeClr val="bg2"/>
                </a:solidFill>
                <a:latin typeface="Montserrat"/>
                <a:ea typeface="Montserrat"/>
                <a:cs typeface="Montserrat"/>
                <a:sym typeface="Montserrat"/>
              </a:rPr>
              <a:t>Footer Tools: Set at Built-in &gt; Blank (Three Columns)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C03B75-B965-CB2A-E226-088C2E35BD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88900" y="3812343"/>
            <a:ext cx="6300000" cy="5271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511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616</Words>
  <Application>Microsoft Office PowerPoint</Application>
  <PresentationFormat>On-screen Show (16:9)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Consultare Inc. Group</dc:creator>
  <cp:lastModifiedBy>HP</cp:lastModifiedBy>
  <cp:revision>33</cp:revision>
  <dcterms:modified xsi:type="dcterms:W3CDTF">2024-08-02T02:54:44Z</dcterms:modified>
</cp:coreProperties>
</file>