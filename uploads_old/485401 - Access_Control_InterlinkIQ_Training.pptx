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Access Control in InterlinkIQ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Managing AC.L1-3.1.20 Compliance Effectively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Forms and Workflows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Connection Request Form</a:t>
            </a:r>
          </a:p>
          <a:p>
            <a:r>
              <a:t>- Connection Review Log</a:t>
            </a:r>
          </a:p>
          <a:p>
            <a:r>
              <a:t>- Incident Reporting Form</a:t>
            </a:r>
          </a:p>
          <a:p>
            <a:r>
              <a:t>- Connection Termination Request</a:t>
            </a:r>
          </a:p>
          <a:p>
            <a:r>
              <a:t>- Access Control Audit Checklist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Roles and Responsibilities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IT Admins: Full access and workflow oversight</a:t>
            </a:r>
          </a:p>
          <a:p>
            <a:r>
              <a:t>- Compliance Coordinators: Review and audit logs</a:t>
            </a:r>
          </a:p>
          <a:p>
            <a:r>
              <a:t>- Department Managers: Approve connection requests</a:t>
            </a:r>
          </a:p>
          <a:p>
            <a:r>
              <a:t>- Reviewers: Conduct audits using checklists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Navigating InterlinkIQ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Dashboard: Real-time updates on workflows</a:t>
            </a:r>
          </a:p>
          <a:p>
            <a:r>
              <a:t>- Modules: Access forms (e.g., Connection Requests, Incident Reports)</a:t>
            </a:r>
          </a:p>
          <a:p>
            <a:r>
              <a:t>- Notifications: Pending approvals and alerts</a:t>
            </a:r>
          </a:p>
          <a:p>
            <a:r>
              <a:t>- Reports: Generate compliance-related insights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Workflow Automations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Connection Request Workflow</a:t>
            </a:r>
          </a:p>
          <a:p>
            <a:r>
              <a:t>- Incident Reporting Workflow</a:t>
            </a:r>
          </a:p>
          <a:p>
            <a:r>
              <a:t>- Connection Review and Verification Workflow</a:t>
            </a:r>
          </a:p>
          <a:p>
            <a:r>
              <a:t>- Connection Termination Workflow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Dashboard 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Monitor active, pending, and terminated connections</a:t>
            </a:r>
          </a:p>
          <a:p>
            <a:r>
              <a:t>- View incident trends and resolution rates</a:t>
            </a:r>
          </a:p>
          <a:p>
            <a:r>
              <a:t>- Track compliance audit completion rates</a:t>
            </a:r>
          </a:p>
          <a:p>
            <a:r>
              <a:t>- Visualize KPIs for access control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Reports and Compliance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Generate monthly and quarterly connection reports</a:t>
            </a:r>
          </a:p>
          <a:p>
            <a:r>
              <a:t>- Create audit compliance summaries</a:t>
            </a:r>
          </a:p>
          <a:p>
            <a:r>
              <a:t>- Export reports in PDF or Excel formats</a:t>
            </a:r>
          </a:p>
          <a:p>
            <a:r>
              <a:t>- Use insights to improve workflows and compliance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Questions and Support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Contact IT Admins for troubleshooting</a:t>
            </a:r>
          </a:p>
          <a:p>
            <a:r>
              <a:t>- Use feedback channels for improvements</a:t>
            </a:r>
          </a:p>
          <a:p>
            <a:r>
              <a:t>- Schedule quarterly reviews to refine workflows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