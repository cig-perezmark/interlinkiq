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60" r:id="rId5"/>
    <p:sldId id="259" r:id="rId6"/>
    <p:sldId id="261" r:id="rId7"/>
    <p:sldId id="280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864B9F-3A38-4B4D-85B2-389BECDFE495}" v="163" dt="2023-03-23T03:10:14.590"/>
    <p1510:client id="{A4DC5046-0C27-490C-9E6C-EB59B818EC47}" v="1" dt="2023-03-23T22:49:56.918"/>
  </p1510:revLst>
</p1510:revInfo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>
      <p:cViewPr varScale="1">
        <p:scale>
          <a:sx n="90" d="100"/>
          <a:sy n="90" d="100"/>
        </p:scale>
        <p:origin x="235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ality Assurance" userId="789f80dc-fda0-493a-af03-b553bb904698" providerId="ADAL" clId="{A4DC5046-0C27-490C-9E6C-EB59B818EC47}"/>
    <pc:docChg chg="undo custSel delSld modSld">
      <pc:chgData name="Quality Assurance" userId="789f80dc-fda0-493a-af03-b553bb904698" providerId="ADAL" clId="{A4DC5046-0C27-490C-9E6C-EB59B818EC47}" dt="2023-03-23T23:04:20.712" v="633" actId="20577"/>
      <pc:docMkLst>
        <pc:docMk/>
      </pc:docMkLst>
      <pc:sldChg chg="delSp modSp mod delAnim">
        <pc:chgData name="Quality Assurance" userId="789f80dc-fda0-493a-af03-b553bb904698" providerId="ADAL" clId="{A4DC5046-0C27-490C-9E6C-EB59B818EC47}" dt="2023-03-23T22:21:01.721" v="77" actId="14100"/>
        <pc:sldMkLst>
          <pc:docMk/>
          <pc:sldMk cId="435141664" sldId="256"/>
        </pc:sldMkLst>
        <pc:spChg chg="mod">
          <ac:chgData name="Quality Assurance" userId="789f80dc-fda0-493a-af03-b553bb904698" providerId="ADAL" clId="{A4DC5046-0C27-490C-9E6C-EB59B818EC47}" dt="2023-03-23T22:21:01.721" v="77" actId="14100"/>
          <ac:spMkLst>
            <pc:docMk/>
            <pc:sldMk cId="435141664" sldId="256"/>
            <ac:spMk id="2" creationId="{00000000-0000-0000-0000-000000000000}"/>
          </ac:spMkLst>
        </pc:spChg>
        <pc:spChg chg="mod">
          <ac:chgData name="Quality Assurance" userId="789f80dc-fda0-493a-af03-b553bb904698" providerId="ADAL" clId="{A4DC5046-0C27-490C-9E6C-EB59B818EC47}" dt="2023-03-23T22:20:03.183" v="69" actId="1076"/>
          <ac:spMkLst>
            <pc:docMk/>
            <pc:sldMk cId="435141664" sldId="256"/>
            <ac:spMk id="3" creationId="{A615A072-A90C-FD94-26F0-02C51015A510}"/>
          </ac:spMkLst>
        </pc:spChg>
        <pc:picChg chg="del">
          <ac:chgData name="Quality Assurance" userId="789f80dc-fda0-493a-af03-b553bb904698" providerId="ADAL" clId="{A4DC5046-0C27-490C-9E6C-EB59B818EC47}" dt="2023-03-23T22:17:36.659" v="0" actId="478"/>
          <ac:picMkLst>
            <pc:docMk/>
            <pc:sldMk cId="435141664" sldId="256"/>
            <ac:picMk id="7" creationId="{AC4A5DFC-40E9-3B29-39F8-ACAFBBB22A9F}"/>
          </ac:picMkLst>
        </pc:picChg>
        <pc:picChg chg="mod">
          <ac:chgData name="Quality Assurance" userId="789f80dc-fda0-493a-af03-b553bb904698" providerId="ADAL" clId="{A4DC5046-0C27-490C-9E6C-EB59B818EC47}" dt="2023-03-23T22:20:03.544" v="70" actId="1076"/>
          <ac:picMkLst>
            <pc:docMk/>
            <pc:sldMk cId="435141664" sldId="256"/>
            <ac:picMk id="8" creationId="{9A521FCF-6A1A-8758-3136-61872101767D}"/>
          </ac:picMkLst>
        </pc:picChg>
      </pc:sldChg>
      <pc:sldChg chg="addSp delSp modSp mod delAnim">
        <pc:chgData name="Quality Assurance" userId="789f80dc-fda0-493a-af03-b553bb904698" providerId="ADAL" clId="{A4DC5046-0C27-490C-9E6C-EB59B818EC47}" dt="2023-03-23T22:57:07.123" v="583" actId="1076"/>
        <pc:sldMkLst>
          <pc:docMk/>
          <pc:sldMk cId="1772969468" sldId="257"/>
        </pc:sldMkLst>
        <pc:spChg chg="mod">
          <ac:chgData name="Quality Assurance" userId="789f80dc-fda0-493a-af03-b553bb904698" providerId="ADAL" clId="{A4DC5046-0C27-490C-9E6C-EB59B818EC47}" dt="2023-03-23T22:40:29.219" v="416" actId="1076"/>
          <ac:spMkLst>
            <pc:docMk/>
            <pc:sldMk cId="1772969468" sldId="257"/>
            <ac:spMk id="2" creationId="{00000000-0000-0000-0000-000000000000}"/>
          </ac:spMkLst>
        </pc:spChg>
        <pc:spChg chg="mod">
          <ac:chgData name="Quality Assurance" userId="789f80dc-fda0-493a-af03-b553bb904698" providerId="ADAL" clId="{A4DC5046-0C27-490C-9E6C-EB59B818EC47}" dt="2023-03-23T22:40:21.240" v="415" actId="2711"/>
          <ac:spMkLst>
            <pc:docMk/>
            <pc:sldMk cId="1772969468" sldId="257"/>
            <ac:spMk id="6" creationId="{2D23B921-3ACE-B060-C2F9-6C6D8EE02D45}"/>
          </ac:spMkLst>
        </pc:spChg>
        <pc:picChg chg="del mod">
          <ac:chgData name="Quality Assurance" userId="789f80dc-fda0-493a-af03-b553bb904698" providerId="ADAL" clId="{A4DC5046-0C27-490C-9E6C-EB59B818EC47}" dt="2023-03-23T22:57:02.068" v="581" actId="478"/>
          <ac:picMkLst>
            <pc:docMk/>
            <pc:sldMk cId="1772969468" sldId="257"/>
            <ac:picMk id="5" creationId="{056FFD31-239A-C5E4-5244-5036B589F40E}"/>
          </ac:picMkLst>
        </pc:picChg>
        <pc:picChg chg="del">
          <ac:chgData name="Quality Assurance" userId="789f80dc-fda0-493a-af03-b553bb904698" providerId="ADAL" clId="{A4DC5046-0C27-490C-9E6C-EB59B818EC47}" dt="2023-03-23T22:18:08.243" v="11" actId="478"/>
          <ac:picMkLst>
            <pc:docMk/>
            <pc:sldMk cId="1772969468" sldId="257"/>
            <ac:picMk id="8" creationId="{9FC4D59D-C552-7CC6-A2AD-23E9E961FF51}"/>
          </ac:picMkLst>
        </pc:picChg>
        <pc:picChg chg="del">
          <ac:chgData name="Quality Assurance" userId="789f80dc-fda0-493a-af03-b553bb904698" providerId="ADAL" clId="{A4DC5046-0C27-490C-9E6C-EB59B818EC47}" dt="2023-03-23T22:17:42.468" v="1" actId="478"/>
          <ac:picMkLst>
            <pc:docMk/>
            <pc:sldMk cId="1772969468" sldId="257"/>
            <ac:picMk id="10" creationId="{09CA58B0-5068-6009-25BD-5FA71F044603}"/>
          </ac:picMkLst>
        </pc:picChg>
        <pc:picChg chg="del">
          <ac:chgData name="Quality Assurance" userId="789f80dc-fda0-493a-af03-b553bb904698" providerId="ADAL" clId="{A4DC5046-0C27-490C-9E6C-EB59B818EC47}" dt="2023-03-23T22:17:43.139" v="2" actId="478"/>
          <ac:picMkLst>
            <pc:docMk/>
            <pc:sldMk cId="1772969468" sldId="257"/>
            <ac:picMk id="12" creationId="{7388DB18-A229-193B-60AA-4C6315DA6D8A}"/>
          </ac:picMkLst>
        </pc:picChg>
        <pc:picChg chg="add mod">
          <ac:chgData name="Quality Assurance" userId="789f80dc-fda0-493a-af03-b553bb904698" providerId="ADAL" clId="{A4DC5046-0C27-490C-9E6C-EB59B818EC47}" dt="2023-03-23T22:57:07.123" v="583" actId="1076"/>
          <ac:picMkLst>
            <pc:docMk/>
            <pc:sldMk cId="1772969468" sldId="257"/>
            <ac:picMk id="14" creationId="{681EE6EA-B357-1304-8352-92541D6E7CBE}"/>
          </ac:picMkLst>
        </pc:picChg>
      </pc:sldChg>
      <pc:sldChg chg="addSp delSp modSp mod delAnim">
        <pc:chgData name="Quality Assurance" userId="789f80dc-fda0-493a-af03-b553bb904698" providerId="ADAL" clId="{A4DC5046-0C27-490C-9E6C-EB59B818EC47}" dt="2023-03-23T22:58:42.273" v="620" actId="14100"/>
        <pc:sldMkLst>
          <pc:docMk/>
          <pc:sldMk cId="1928620899" sldId="258"/>
        </pc:sldMkLst>
        <pc:spChg chg="mod">
          <ac:chgData name="Quality Assurance" userId="789f80dc-fda0-493a-af03-b553bb904698" providerId="ADAL" clId="{A4DC5046-0C27-490C-9E6C-EB59B818EC47}" dt="2023-03-23T22:58:39.729" v="619" actId="1076"/>
          <ac:spMkLst>
            <pc:docMk/>
            <pc:sldMk cId="1928620899" sldId="258"/>
            <ac:spMk id="8" creationId="{CD37F0A6-A011-10B0-74C6-59F2830BBF02}"/>
          </ac:spMkLst>
        </pc:spChg>
        <pc:spChg chg="add del mod">
          <ac:chgData name="Quality Assurance" userId="789f80dc-fda0-493a-af03-b553bb904698" providerId="ADAL" clId="{A4DC5046-0C27-490C-9E6C-EB59B818EC47}" dt="2023-03-23T22:45:16.194" v="519" actId="20577"/>
          <ac:spMkLst>
            <pc:docMk/>
            <pc:sldMk cId="1928620899" sldId="258"/>
            <ac:spMk id="9" creationId="{ED73F320-B4E1-EA72-6E67-40D5A32F77F5}"/>
          </ac:spMkLst>
        </pc:spChg>
        <pc:picChg chg="del">
          <ac:chgData name="Quality Assurance" userId="789f80dc-fda0-493a-af03-b553bb904698" providerId="ADAL" clId="{A4DC5046-0C27-490C-9E6C-EB59B818EC47}" dt="2023-03-23T22:17:54.099" v="7" actId="478"/>
          <ac:picMkLst>
            <pc:docMk/>
            <pc:sldMk cId="1928620899" sldId="258"/>
            <ac:picMk id="4" creationId="{21DFF5E5-74A6-C34E-5631-730261E8FE3C}"/>
          </ac:picMkLst>
        </pc:picChg>
        <pc:picChg chg="del mod">
          <ac:chgData name="Quality Assurance" userId="789f80dc-fda0-493a-af03-b553bb904698" providerId="ADAL" clId="{A4DC5046-0C27-490C-9E6C-EB59B818EC47}" dt="2023-03-23T22:57:10.359" v="584" actId="478"/>
          <ac:picMkLst>
            <pc:docMk/>
            <pc:sldMk cId="1928620899" sldId="258"/>
            <ac:picMk id="6" creationId="{E03DE80E-C55C-4D74-C630-11E7BBD576E7}"/>
          </ac:picMkLst>
        </pc:picChg>
        <pc:picChg chg="del">
          <ac:chgData name="Quality Assurance" userId="789f80dc-fda0-493a-af03-b553bb904698" providerId="ADAL" clId="{A4DC5046-0C27-490C-9E6C-EB59B818EC47}" dt="2023-03-23T22:17:58.008" v="9" actId="478"/>
          <ac:picMkLst>
            <pc:docMk/>
            <pc:sldMk cId="1928620899" sldId="258"/>
            <ac:picMk id="10" creationId="{CB4D838A-A5C1-FAFD-6BCD-8E3674ECC726}"/>
          </ac:picMkLst>
        </pc:picChg>
        <pc:picChg chg="add mod">
          <ac:chgData name="Quality Assurance" userId="789f80dc-fda0-493a-af03-b553bb904698" providerId="ADAL" clId="{A4DC5046-0C27-490C-9E6C-EB59B818EC47}" dt="2023-03-23T22:58:42.273" v="620" actId="14100"/>
          <ac:picMkLst>
            <pc:docMk/>
            <pc:sldMk cId="1928620899" sldId="258"/>
            <ac:picMk id="12" creationId="{EFFF5843-809B-8BA3-78B8-160B390820AC}"/>
          </ac:picMkLst>
        </pc:picChg>
        <pc:picChg chg="del">
          <ac:chgData name="Quality Assurance" userId="789f80dc-fda0-493a-af03-b553bb904698" providerId="ADAL" clId="{A4DC5046-0C27-490C-9E6C-EB59B818EC47}" dt="2023-03-23T22:17:57.506" v="8" actId="478"/>
          <ac:picMkLst>
            <pc:docMk/>
            <pc:sldMk cId="1928620899" sldId="258"/>
            <ac:picMk id="13" creationId="{EAE40428-5FF4-D01F-8D09-E39B090F9E7E}"/>
          </ac:picMkLst>
        </pc:picChg>
      </pc:sldChg>
      <pc:sldChg chg="addSp delSp modSp mod delAnim">
        <pc:chgData name="Quality Assurance" userId="789f80dc-fda0-493a-af03-b553bb904698" providerId="ADAL" clId="{A4DC5046-0C27-490C-9E6C-EB59B818EC47}" dt="2023-03-23T22:57:38.316" v="597" actId="1076"/>
        <pc:sldMkLst>
          <pc:docMk/>
          <pc:sldMk cId="3948826341" sldId="259"/>
        </pc:sldMkLst>
        <pc:spChg chg="mod">
          <ac:chgData name="Quality Assurance" userId="789f80dc-fda0-493a-af03-b553bb904698" providerId="ADAL" clId="{A4DC5046-0C27-490C-9E6C-EB59B818EC47}" dt="2023-03-23T22:47:00.824" v="530" actId="1076"/>
          <ac:spMkLst>
            <pc:docMk/>
            <pc:sldMk cId="3948826341" sldId="259"/>
            <ac:spMk id="4" creationId="{F0DC9B77-6EF2-87A5-79AB-0BF67484D358}"/>
          </ac:spMkLst>
        </pc:spChg>
        <pc:picChg chg="del">
          <ac:chgData name="Quality Assurance" userId="789f80dc-fda0-493a-af03-b553bb904698" providerId="ADAL" clId="{A4DC5046-0C27-490C-9E6C-EB59B818EC47}" dt="2023-03-23T22:18:13.707" v="12" actId="478"/>
          <ac:picMkLst>
            <pc:docMk/>
            <pc:sldMk cId="3948826341" sldId="259"/>
            <ac:picMk id="3" creationId="{696076A0-B3C3-E149-6040-CC384D5B2692}"/>
          </ac:picMkLst>
        </pc:picChg>
        <pc:picChg chg="del">
          <ac:chgData name="Quality Assurance" userId="789f80dc-fda0-493a-af03-b553bb904698" providerId="ADAL" clId="{A4DC5046-0C27-490C-9E6C-EB59B818EC47}" dt="2023-03-23T22:57:33.509" v="594" actId="478"/>
          <ac:picMkLst>
            <pc:docMk/>
            <pc:sldMk cId="3948826341" sldId="259"/>
            <ac:picMk id="5" creationId="{33292EFC-104C-53CC-B71C-25FE5FA0874C}"/>
          </ac:picMkLst>
        </pc:picChg>
        <pc:picChg chg="del">
          <ac:chgData name="Quality Assurance" userId="789f80dc-fda0-493a-af03-b553bb904698" providerId="ADAL" clId="{A4DC5046-0C27-490C-9E6C-EB59B818EC47}" dt="2023-03-23T22:19:07.436" v="33" actId="478"/>
          <ac:picMkLst>
            <pc:docMk/>
            <pc:sldMk cId="3948826341" sldId="259"/>
            <ac:picMk id="8" creationId="{626C6321-6965-5EA9-A350-9B47190BFD27}"/>
          </ac:picMkLst>
        </pc:picChg>
        <pc:picChg chg="add mod">
          <ac:chgData name="Quality Assurance" userId="789f80dc-fda0-493a-af03-b553bb904698" providerId="ADAL" clId="{A4DC5046-0C27-490C-9E6C-EB59B818EC47}" dt="2023-03-23T22:57:38.316" v="597" actId="1076"/>
          <ac:picMkLst>
            <pc:docMk/>
            <pc:sldMk cId="3948826341" sldId="259"/>
            <ac:picMk id="10" creationId="{7FA5D0A9-A665-BD23-6232-5848B9632922}"/>
          </ac:picMkLst>
        </pc:picChg>
      </pc:sldChg>
      <pc:sldChg chg="addSp delSp modSp mod delAnim">
        <pc:chgData name="Quality Assurance" userId="789f80dc-fda0-493a-af03-b553bb904698" providerId="ADAL" clId="{A4DC5046-0C27-490C-9E6C-EB59B818EC47}" dt="2023-03-23T22:57:29.097" v="593" actId="1076"/>
        <pc:sldMkLst>
          <pc:docMk/>
          <pc:sldMk cId="2738627701" sldId="260"/>
        </pc:sldMkLst>
        <pc:spChg chg="del">
          <ac:chgData name="Quality Assurance" userId="789f80dc-fda0-493a-af03-b553bb904698" providerId="ADAL" clId="{A4DC5046-0C27-490C-9E6C-EB59B818EC47}" dt="2023-03-23T22:25:48.961" v="144" actId="478"/>
          <ac:spMkLst>
            <pc:docMk/>
            <pc:sldMk cId="2738627701" sldId="260"/>
            <ac:spMk id="6" creationId="{E4F20A77-554E-079C-E481-7B67BC166C1C}"/>
          </ac:spMkLst>
        </pc:spChg>
        <pc:spChg chg="mod">
          <ac:chgData name="Quality Assurance" userId="789f80dc-fda0-493a-af03-b553bb904698" providerId="ADAL" clId="{A4DC5046-0C27-490C-9E6C-EB59B818EC47}" dt="2023-03-23T22:46:00.498" v="526" actId="1076"/>
          <ac:spMkLst>
            <pc:docMk/>
            <pc:sldMk cId="2738627701" sldId="260"/>
            <ac:spMk id="7" creationId="{1A8EA4DE-4BCF-3052-47B3-4B04B929E69E}"/>
          </ac:spMkLst>
        </pc:spChg>
        <pc:spChg chg="mod">
          <ac:chgData name="Quality Assurance" userId="789f80dc-fda0-493a-af03-b553bb904698" providerId="ADAL" clId="{A4DC5046-0C27-490C-9E6C-EB59B818EC47}" dt="2023-03-23T22:46:04.949" v="527" actId="1076"/>
          <ac:spMkLst>
            <pc:docMk/>
            <pc:sldMk cId="2738627701" sldId="260"/>
            <ac:spMk id="12" creationId="{1B5B5725-DAE5-91D8-202D-CA5429F8F482}"/>
          </ac:spMkLst>
        </pc:spChg>
        <pc:spChg chg="del">
          <ac:chgData name="Quality Assurance" userId="789f80dc-fda0-493a-af03-b553bb904698" providerId="ADAL" clId="{A4DC5046-0C27-490C-9E6C-EB59B818EC47}" dt="2023-03-23T22:25:47.080" v="143" actId="478"/>
          <ac:spMkLst>
            <pc:docMk/>
            <pc:sldMk cId="2738627701" sldId="260"/>
            <ac:spMk id="14" creationId="{5E0A55BA-4729-A9BD-0608-FE2DF4096D78}"/>
          </ac:spMkLst>
        </pc:spChg>
        <pc:picChg chg="del mod">
          <ac:chgData name="Quality Assurance" userId="789f80dc-fda0-493a-af03-b553bb904698" providerId="ADAL" clId="{A4DC5046-0C27-490C-9E6C-EB59B818EC47}" dt="2023-03-23T22:57:22.170" v="589" actId="478"/>
          <ac:picMkLst>
            <pc:docMk/>
            <pc:sldMk cId="2738627701" sldId="260"/>
            <ac:picMk id="5" creationId="{EC465C06-E443-16FD-8FB8-336CDC2ECD15}"/>
          </ac:picMkLst>
        </pc:picChg>
        <pc:picChg chg="del">
          <ac:chgData name="Quality Assurance" userId="789f80dc-fda0-493a-af03-b553bb904698" providerId="ADAL" clId="{A4DC5046-0C27-490C-9E6C-EB59B818EC47}" dt="2023-03-23T22:18:04.475" v="10" actId="478"/>
          <ac:picMkLst>
            <pc:docMk/>
            <pc:sldMk cId="2738627701" sldId="260"/>
            <ac:picMk id="8" creationId="{EB8692AB-7301-F405-8DAD-17C246FD7E63}"/>
          </ac:picMkLst>
        </pc:picChg>
        <pc:picChg chg="del">
          <ac:chgData name="Quality Assurance" userId="789f80dc-fda0-493a-af03-b553bb904698" providerId="ADAL" clId="{A4DC5046-0C27-490C-9E6C-EB59B818EC47}" dt="2023-03-23T22:17:46.610" v="3" actId="478"/>
          <ac:picMkLst>
            <pc:docMk/>
            <pc:sldMk cId="2738627701" sldId="260"/>
            <ac:picMk id="9" creationId="{8AC731E2-F3A7-BE87-4076-61F8B81BD078}"/>
          </ac:picMkLst>
        </pc:picChg>
        <pc:picChg chg="add mod">
          <ac:chgData name="Quality Assurance" userId="789f80dc-fda0-493a-af03-b553bb904698" providerId="ADAL" clId="{A4DC5046-0C27-490C-9E6C-EB59B818EC47}" dt="2023-03-23T22:57:29.097" v="593" actId="1076"/>
          <ac:picMkLst>
            <pc:docMk/>
            <pc:sldMk cId="2738627701" sldId="260"/>
            <ac:picMk id="13" creationId="{797E3678-8514-F7DE-9863-5ACAF7099373}"/>
          </ac:picMkLst>
        </pc:picChg>
      </pc:sldChg>
      <pc:sldChg chg="addSp delSp modSp mod delAnim">
        <pc:chgData name="Quality Assurance" userId="789f80dc-fda0-493a-af03-b553bb904698" providerId="ADAL" clId="{A4DC5046-0C27-490C-9E6C-EB59B818EC47}" dt="2023-03-23T22:57:48.392" v="601" actId="1076"/>
        <pc:sldMkLst>
          <pc:docMk/>
          <pc:sldMk cId="3537718460" sldId="261"/>
        </pc:sldMkLst>
        <pc:spChg chg="del">
          <ac:chgData name="Quality Assurance" userId="789f80dc-fda0-493a-af03-b553bb904698" providerId="ADAL" clId="{A4DC5046-0C27-490C-9E6C-EB59B818EC47}" dt="2023-03-23T22:31:41.328" v="261" actId="478"/>
          <ac:spMkLst>
            <pc:docMk/>
            <pc:sldMk cId="3537718460" sldId="261"/>
            <ac:spMk id="6" creationId="{29CDC3FE-005C-FAD0-DA56-EC93E2DCFAC9}"/>
          </ac:spMkLst>
        </pc:spChg>
        <pc:spChg chg="mod">
          <ac:chgData name="Quality Assurance" userId="789f80dc-fda0-493a-af03-b553bb904698" providerId="ADAL" clId="{A4DC5046-0C27-490C-9E6C-EB59B818EC47}" dt="2023-03-23T22:48:21.652" v="533" actId="1076"/>
          <ac:spMkLst>
            <pc:docMk/>
            <pc:sldMk cId="3537718460" sldId="261"/>
            <ac:spMk id="7" creationId="{F3F39014-EAE2-BD18-5946-86F8CFCC62F5}"/>
          </ac:spMkLst>
        </pc:spChg>
        <pc:picChg chg="del">
          <ac:chgData name="Quality Assurance" userId="789f80dc-fda0-493a-af03-b553bb904698" providerId="ADAL" clId="{A4DC5046-0C27-490C-9E6C-EB59B818EC47}" dt="2023-03-23T22:18:16.879" v="13" actId="478"/>
          <ac:picMkLst>
            <pc:docMk/>
            <pc:sldMk cId="3537718460" sldId="261"/>
            <ac:picMk id="3" creationId="{6424B141-0AAF-5553-78C7-55044666AD81}"/>
          </ac:picMkLst>
        </pc:picChg>
        <pc:picChg chg="del">
          <ac:chgData name="Quality Assurance" userId="789f80dc-fda0-493a-af03-b553bb904698" providerId="ADAL" clId="{A4DC5046-0C27-490C-9E6C-EB59B818EC47}" dt="2023-03-23T22:57:42.758" v="598" actId="478"/>
          <ac:picMkLst>
            <pc:docMk/>
            <pc:sldMk cId="3537718460" sldId="261"/>
            <ac:picMk id="5" creationId="{A2930E02-CEC7-F539-7EF8-9651F77B7374}"/>
          </ac:picMkLst>
        </pc:picChg>
        <pc:picChg chg="del">
          <ac:chgData name="Quality Assurance" userId="789f80dc-fda0-493a-af03-b553bb904698" providerId="ADAL" clId="{A4DC5046-0C27-490C-9E6C-EB59B818EC47}" dt="2023-03-23T22:19:14.295" v="39" actId="478"/>
          <ac:picMkLst>
            <pc:docMk/>
            <pc:sldMk cId="3537718460" sldId="261"/>
            <ac:picMk id="8" creationId="{37D7C2D2-F3AF-8351-8D2D-0D37BD73E789}"/>
          </ac:picMkLst>
        </pc:picChg>
        <pc:picChg chg="add mod">
          <ac:chgData name="Quality Assurance" userId="789f80dc-fda0-493a-af03-b553bb904698" providerId="ADAL" clId="{A4DC5046-0C27-490C-9E6C-EB59B818EC47}" dt="2023-03-23T22:57:48.392" v="601" actId="1076"/>
          <ac:picMkLst>
            <pc:docMk/>
            <pc:sldMk cId="3537718460" sldId="261"/>
            <ac:picMk id="12" creationId="{A6236851-F434-B94D-747D-3295DF35B3BA}"/>
          </ac:picMkLst>
        </pc:picChg>
      </pc:sldChg>
      <pc:sldChg chg="addSp delSp modSp mod delAnim">
        <pc:chgData name="Quality Assurance" userId="789f80dc-fda0-493a-af03-b553bb904698" providerId="ADAL" clId="{A4DC5046-0C27-490C-9E6C-EB59B818EC47}" dt="2023-03-23T22:58:03.960" v="609" actId="1076"/>
        <pc:sldMkLst>
          <pc:docMk/>
          <pc:sldMk cId="2637673684" sldId="262"/>
        </pc:sldMkLst>
        <pc:spChg chg="add mod">
          <ac:chgData name="Quality Assurance" userId="789f80dc-fda0-493a-af03-b553bb904698" providerId="ADAL" clId="{A4DC5046-0C27-490C-9E6C-EB59B818EC47}" dt="2023-03-23T22:51:07.763" v="553" actId="1076"/>
          <ac:spMkLst>
            <pc:docMk/>
            <pc:sldMk cId="2637673684" sldId="262"/>
            <ac:spMk id="8" creationId="{31532100-80D9-BD7B-B0B7-C0DFEDE9F202}"/>
          </ac:spMkLst>
        </pc:spChg>
        <pc:spChg chg="del">
          <ac:chgData name="Quality Assurance" userId="789f80dc-fda0-493a-af03-b553bb904698" providerId="ADAL" clId="{A4DC5046-0C27-490C-9E6C-EB59B818EC47}" dt="2023-03-23T22:34:27.125" v="305" actId="478"/>
          <ac:spMkLst>
            <pc:docMk/>
            <pc:sldMk cId="2637673684" sldId="262"/>
            <ac:spMk id="11" creationId="{6990AF9F-2B2D-9443-EE2F-839CA8426F5F}"/>
          </ac:spMkLst>
        </pc:spChg>
        <pc:spChg chg="mod">
          <ac:chgData name="Quality Assurance" userId="789f80dc-fda0-493a-af03-b553bb904698" providerId="ADAL" clId="{A4DC5046-0C27-490C-9E6C-EB59B818EC47}" dt="2023-03-23T22:51:18.185" v="554" actId="1076"/>
          <ac:spMkLst>
            <pc:docMk/>
            <pc:sldMk cId="2637673684" sldId="262"/>
            <ac:spMk id="12" creationId="{1AD81611-D45C-EB71-793A-7D659FAFEA4C}"/>
          </ac:spMkLst>
        </pc:spChg>
        <pc:picChg chg="del">
          <ac:chgData name="Quality Assurance" userId="789f80dc-fda0-493a-af03-b553bb904698" providerId="ADAL" clId="{A4DC5046-0C27-490C-9E6C-EB59B818EC47}" dt="2023-03-23T22:18:24.585" v="15" actId="478"/>
          <ac:picMkLst>
            <pc:docMk/>
            <pc:sldMk cId="2637673684" sldId="262"/>
            <ac:picMk id="3" creationId="{2F5867D9-C1BF-B01B-30D8-CF32F5959977}"/>
          </ac:picMkLst>
        </pc:picChg>
        <pc:picChg chg="del">
          <ac:chgData name="Quality Assurance" userId="789f80dc-fda0-493a-af03-b553bb904698" providerId="ADAL" clId="{A4DC5046-0C27-490C-9E6C-EB59B818EC47}" dt="2023-03-23T22:57:59.035" v="606" actId="478"/>
          <ac:picMkLst>
            <pc:docMk/>
            <pc:sldMk cId="2637673684" sldId="262"/>
            <ac:picMk id="4" creationId="{CB5F68BA-2A90-D742-0900-A13D37E42A8C}"/>
          </ac:picMkLst>
        </pc:picChg>
        <pc:picChg chg="del">
          <ac:chgData name="Quality Assurance" userId="789f80dc-fda0-493a-af03-b553bb904698" providerId="ADAL" clId="{A4DC5046-0C27-490C-9E6C-EB59B818EC47}" dt="2023-03-23T22:19:19.870" v="40" actId="478"/>
          <ac:picMkLst>
            <pc:docMk/>
            <pc:sldMk cId="2637673684" sldId="262"/>
            <ac:picMk id="5" creationId="{B5C38253-9FB5-E1D6-B300-EDE49E8F4AC4}"/>
          </ac:picMkLst>
        </pc:picChg>
        <pc:picChg chg="add mod">
          <ac:chgData name="Quality Assurance" userId="789f80dc-fda0-493a-af03-b553bb904698" providerId="ADAL" clId="{A4DC5046-0C27-490C-9E6C-EB59B818EC47}" dt="2023-03-23T22:58:03.960" v="609" actId="1076"/>
          <ac:picMkLst>
            <pc:docMk/>
            <pc:sldMk cId="2637673684" sldId="262"/>
            <ac:picMk id="13" creationId="{7DDB0894-9AF5-FAEA-45A2-D594A21EE398}"/>
          </ac:picMkLst>
        </pc:picChg>
      </pc:sldChg>
      <pc:sldChg chg="addSp delSp modSp mod delAnim">
        <pc:chgData name="Quality Assurance" userId="789f80dc-fda0-493a-af03-b553bb904698" providerId="ADAL" clId="{A4DC5046-0C27-490C-9E6C-EB59B818EC47}" dt="2023-03-23T23:04:20.712" v="633" actId="20577"/>
        <pc:sldMkLst>
          <pc:docMk/>
          <pc:sldMk cId="547100618" sldId="263"/>
        </pc:sldMkLst>
        <pc:spChg chg="del">
          <ac:chgData name="Quality Assurance" userId="789f80dc-fda0-493a-af03-b553bb904698" providerId="ADAL" clId="{A4DC5046-0C27-490C-9E6C-EB59B818EC47}" dt="2023-03-23T22:35:47.873" v="318" actId="478"/>
          <ac:spMkLst>
            <pc:docMk/>
            <pc:sldMk cId="547100618" sldId="263"/>
            <ac:spMk id="7" creationId="{9B4D6354-7857-664F-9B79-3EB84F4EA11E}"/>
          </ac:spMkLst>
        </pc:spChg>
        <pc:spChg chg="add del mod">
          <ac:chgData name="Quality Assurance" userId="789f80dc-fda0-493a-af03-b553bb904698" providerId="ADAL" clId="{A4DC5046-0C27-490C-9E6C-EB59B818EC47}" dt="2023-03-23T23:04:20.712" v="633" actId="20577"/>
          <ac:spMkLst>
            <pc:docMk/>
            <pc:sldMk cId="547100618" sldId="263"/>
            <ac:spMk id="8" creationId="{54E7C168-E471-98CF-C3EC-7F5F3EC8D5E2}"/>
          </ac:spMkLst>
        </pc:spChg>
        <pc:picChg chg="del">
          <ac:chgData name="Quality Assurance" userId="789f80dc-fda0-493a-af03-b553bb904698" providerId="ADAL" clId="{A4DC5046-0C27-490C-9E6C-EB59B818EC47}" dt="2023-03-23T22:18:29.517" v="18" actId="478"/>
          <ac:picMkLst>
            <pc:docMk/>
            <pc:sldMk cId="547100618" sldId="263"/>
            <ac:picMk id="3" creationId="{9F9EA876-7FA5-C504-AE6C-B4C2417BF7BD}"/>
          </ac:picMkLst>
        </pc:picChg>
        <pc:picChg chg="del">
          <ac:chgData name="Quality Assurance" userId="789f80dc-fda0-493a-af03-b553bb904698" providerId="ADAL" clId="{A4DC5046-0C27-490C-9E6C-EB59B818EC47}" dt="2023-03-23T22:58:06.492" v="610" actId="478"/>
          <ac:picMkLst>
            <pc:docMk/>
            <pc:sldMk cId="547100618" sldId="263"/>
            <ac:picMk id="4" creationId="{8E37BF7D-3CDF-2A9F-BC1F-69F2F64225C1}"/>
          </ac:picMkLst>
        </pc:picChg>
        <pc:picChg chg="del">
          <ac:chgData name="Quality Assurance" userId="789f80dc-fda0-493a-af03-b553bb904698" providerId="ADAL" clId="{A4DC5046-0C27-490C-9E6C-EB59B818EC47}" dt="2023-03-23T22:19:09.242" v="35" actId="478"/>
          <ac:picMkLst>
            <pc:docMk/>
            <pc:sldMk cId="547100618" sldId="263"/>
            <ac:picMk id="6" creationId="{61FCD9C8-1DC3-878E-9403-EE184040716A}"/>
          </ac:picMkLst>
        </pc:picChg>
        <pc:picChg chg="add mod">
          <ac:chgData name="Quality Assurance" userId="789f80dc-fda0-493a-af03-b553bb904698" providerId="ADAL" clId="{A4DC5046-0C27-490C-9E6C-EB59B818EC47}" dt="2023-03-23T22:58:11.215" v="613" actId="1076"/>
          <ac:picMkLst>
            <pc:docMk/>
            <pc:sldMk cId="547100618" sldId="263"/>
            <ac:picMk id="12" creationId="{25A846C7-B041-1262-A586-76BC44872C8F}"/>
          </ac:picMkLst>
        </pc:picChg>
      </pc:sldChg>
      <pc:sldChg chg="addSp delSp modSp mod delAnim">
        <pc:chgData name="Quality Assurance" userId="789f80dc-fda0-493a-af03-b553bb904698" providerId="ADAL" clId="{A4DC5046-0C27-490C-9E6C-EB59B818EC47}" dt="2023-03-23T22:58:22.882" v="618" actId="1076"/>
        <pc:sldMkLst>
          <pc:docMk/>
          <pc:sldMk cId="1001865620" sldId="264"/>
        </pc:sldMkLst>
        <pc:spChg chg="del">
          <ac:chgData name="Quality Assurance" userId="789f80dc-fda0-493a-af03-b553bb904698" providerId="ADAL" clId="{A4DC5046-0C27-490C-9E6C-EB59B818EC47}" dt="2023-03-23T22:37:22.889" v="342" actId="478"/>
          <ac:spMkLst>
            <pc:docMk/>
            <pc:sldMk cId="1001865620" sldId="264"/>
            <ac:spMk id="4" creationId="{428F2E17-CCC7-DF2E-E90F-A4644D39A1AE}"/>
          </ac:spMkLst>
        </pc:spChg>
        <pc:spChg chg="mod">
          <ac:chgData name="Quality Assurance" userId="789f80dc-fda0-493a-af03-b553bb904698" providerId="ADAL" clId="{A4DC5046-0C27-490C-9E6C-EB59B818EC47}" dt="2023-03-23T22:58:22.882" v="618" actId="1076"/>
          <ac:spMkLst>
            <pc:docMk/>
            <pc:sldMk cId="1001865620" sldId="264"/>
            <ac:spMk id="5" creationId="{C34643CE-4DC1-7A75-D652-5045286907F0}"/>
          </ac:spMkLst>
        </pc:spChg>
        <pc:picChg chg="del">
          <ac:chgData name="Quality Assurance" userId="789f80dc-fda0-493a-af03-b553bb904698" providerId="ADAL" clId="{A4DC5046-0C27-490C-9E6C-EB59B818EC47}" dt="2023-03-23T22:58:14.190" v="614" actId="478"/>
          <ac:picMkLst>
            <pc:docMk/>
            <pc:sldMk cId="1001865620" sldId="264"/>
            <ac:picMk id="6" creationId="{2D7DC5A6-21C3-4D55-235B-B98AAB55A1C8}"/>
          </ac:picMkLst>
        </pc:picChg>
        <pc:picChg chg="del">
          <ac:chgData name="Quality Assurance" userId="789f80dc-fda0-493a-af03-b553bb904698" providerId="ADAL" clId="{A4DC5046-0C27-490C-9E6C-EB59B818EC47}" dt="2023-03-23T22:18:31.655" v="19" actId="478"/>
          <ac:picMkLst>
            <pc:docMk/>
            <pc:sldMk cId="1001865620" sldId="264"/>
            <ac:picMk id="8" creationId="{0ED3965E-7327-DF8B-B4BD-62340465E182}"/>
          </ac:picMkLst>
        </pc:picChg>
        <pc:picChg chg="del">
          <ac:chgData name="Quality Assurance" userId="789f80dc-fda0-493a-af03-b553bb904698" providerId="ADAL" clId="{A4DC5046-0C27-490C-9E6C-EB59B818EC47}" dt="2023-03-23T22:19:11.943" v="38" actId="478"/>
          <ac:picMkLst>
            <pc:docMk/>
            <pc:sldMk cId="1001865620" sldId="264"/>
            <ac:picMk id="10" creationId="{9D933BE8-5B7B-70D0-88F3-2A42E40BEE95}"/>
          </ac:picMkLst>
        </pc:picChg>
        <pc:picChg chg="add mod">
          <ac:chgData name="Quality Assurance" userId="789f80dc-fda0-493a-af03-b553bb904698" providerId="ADAL" clId="{A4DC5046-0C27-490C-9E6C-EB59B818EC47}" dt="2023-03-23T22:58:19.349" v="617" actId="1076"/>
          <ac:picMkLst>
            <pc:docMk/>
            <pc:sldMk cId="1001865620" sldId="264"/>
            <ac:picMk id="12" creationId="{730761DE-FB26-94CD-0793-B6AA57CF1458}"/>
          </ac:picMkLst>
        </pc:picChg>
      </pc:sldChg>
      <pc:sldChg chg="delSp del mod delAnim">
        <pc:chgData name="Quality Assurance" userId="789f80dc-fda0-493a-af03-b553bb904698" providerId="ADAL" clId="{A4DC5046-0C27-490C-9E6C-EB59B818EC47}" dt="2023-03-23T22:54:55.626" v="562" actId="2696"/>
        <pc:sldMkLst>
          <pc:docMk/>
          <pc:sldMk cId="2914748422" sldId="265"/>
        </pc:sldMkLst>
        <pc:picChg chg="del">
          <ac:chgData name="Quality Assurance" userId="789f80dc-fda0-493a-af03-b553bb904698" providerId="ADAL" clId="{A4DC5046-0C27-490C-9E6C-EB59B818EC47}" dt="2023-03-23T22:18:33.602" v="20" actId="478"/>
          <ac:picMkLst>
            <pc:docMk/>
            <pc:sldMk cId="2914748422" sldId="265"/>
            <ac:picMk id="3" creationId="{0658B8C2-5188-0852-0289-9A97C58CC591}"/>
          </ac:picMkLst>
        </pc:picChg>
        <pc:picChg chg="del">
          <ac:chgData name="Quality Assurance" userId="789f80dc-fda0-493a-af03-b553bb904698" providerId="ADAL" clId="{A4DC5046-0C27-490C-9E6C-EB59B818EC47}" dt="2023-03-23T22:19:10.264" v="36" actId="478"/>
          <ac:picMkLst>
            <pc:docMk/>
            <pc:sldMk cId="2914748422" sldId="265"/>
            <ac:picMk id="6" creationId="{94495561-E090-02EC-3283-9BAC66CDC3CC}"/>
          </ac:picMkLst>
        </pc:picChg>
        <pc:picChg chg="del">
          <ac:chgData name="Quality Assurance" userId="789f80dc-fda0-493a-af03-b553bb904698" providerId="ADAL" clId="{A4DC5046-0C27-490C-9E6C-EB59B818EC47}" dt="2023-03-23T22:19:10.734" v="37" actId="478"/>
          <ac:picMkLst>
            <pc:docMk/>
            <pc:sldMk cId="2914748422" sldId="265"/>
            <ac:picMk id="11" creationId="{B3A99456-3E90-CF70-855B-026CBD555FB9}"/>
          </ac:picMkLst>
        </pc:picChg>
      </pc:sldChg>
      <pc:sldChg chg="delSp del mod delAnim">
        <pc:chgData name="Quality Assurance" userId="789f80dc-fda0-493a-af03-b553bb904698" providerId="ADAL" clId="{A4DC5046-0C27-490C-9E6C-EB59B818EC47}" dt="2023-03-23T22:55:07.067" v="563" actId="2696"/>
        <pc:sldMkLst>
          <pc:docMk/>
          <pc:sldMk cId="3049232890" sldId="266"/>
        </pc:sldMkLst>
        <pc:picChg chg="del">
          <ac:chgData name="Quality Assurance" userId="789f80dc-fda0-493a-af03-b553bb904698" providerId="ADAL" clId="{A4DC5046-0C27-490C-9E6C-EB59B818EC47}" dt="2023-03-23T22:18:36.015" v="21" actId="478"/>
          <ac:picMkLst>
            <pc:docMk/>
            <pc:sldMk cId="3049232890" sldId="266"/>
            <ac:picMk id="3" creationId="{8C6F2917-C42F-AD95-E2F5-D1DE54CB1E39}"/>
          </ac:picMkLst>
        </pc:picChg>
        <pc:picChg chg="del">
          <ac:chgData name="Quality Assurance" userId="789f80dc-fda0-493a-af03-b553bb904698" providerId="ADAL" clId="{A4DC5046-0C27-490C-9E6C-EB59B818EC47}" dt="2023-03-23T22:19:21.722" v="41" actId="478"/>
          <ac:picMkLst>
            <pc:docMk/>
            <pc:sldMk cId="3049232890" sldId="266"/>
            <ac:picMk id="6" creationId="{4DE9C605-554A-E12A-53F6-4998C2C82B18}"/>
          </ac:picMkLst>
        </pc:picChg>
        <pc:picChg chg="del">
          <ac:chgData name="Quality Assurance" userId="789f80dc-fda0-493a-af03-b553bb904698" providerId="ADAL" clId="{A4DC5046-0C27-490C-9E6C-EB59B818EC47}" dt="2023-03-23T22:19:22.349" v="42" actId="478"/>
          <ac:picMkLst>
            <pc:docMk/>
            <pc:sldMk cId="3049232890" sldId="266"/>
            <ac:picMk id="11" creationId="{D1938D34-F864-10E1-6AF7-10878A0DF15C}"/>
          </ac:picMkLst>
        </pc:picChg>
      </pc:sldChg>
      <pc:sldChg chg="delSp del mod delAnim">
        <pc:chgData name="Quality Assurance" userId="789f80dc-fda0-493a-af03-b553bb904698" providerId="ADAL" clId="{A4DC5046-0C27-490C-9E6C-EB59B818EC47}" dt="2023-03-23T22:55:11.662" v="564" actId="2696"/>
        <pc:sldMkLst>
          <pc:docMk/>
          <pc:sldMk cId="2613728174" sldId="267"/>
        </pc:sldMkLst>
        <pc:picChg chg="del">
          <ac:chgData name="Quality Assurance" userId="789f80dc-fda0-493a-af03-b553bb904698" providerId="ADAL" clId="{A4DC5046-0C27-490C-9E6C-EB59B818EC47}" dt="2023-03-23T22:18:38.123" v="22" actId="478"/>
          <ac:picMkLst>
            <pc:docMk/>
            <pc:sldMk cId="2613728174" sldId="267"/>
            <ac:picMk id="7" creationId="{8CAB22F1-80E7-1A05-3873-64A3B6CE59F1}"/>
          </ac:picMkLst>
        </pc:picChg>
        <pc:picChg chg="del">
          <ac:chgData name="Quality Assurance" userId="789f80dc-fda0-493a-af03-b553bb904698" providerId="ADAL" clId="{A4DC5046-0C27-490C-9E6C-EB59B818EC47}" dt="2023-03-23T22:19:23.228" v="43" actId="478"/>
          <ac:picMkLst>
            <pc:docMk/>
            <pc:sldMk cId="2613728174" sldId="267"/>
            <ac:picMk id="8" creationId="{83F13A3C-4C84-1CFE-38E0-69C5F347EEDE}"/>
          </ac:picMkLst>
        </pc:picChg>
      </pc:sldChg>
      <pc:sldChg chg="delSp del mod delAnim">
        <pc:chgData name="Quality Assurance" userId="789f80dc-fda0-493a-af03-b553bb904698" providerId="ADAL" clId="{A4DC5046-0C27-490C-9E6C-EB59B818EC47}" dt="2023-03-23T22:55:20.530" v="566" actId="2696"/>
        <pc:sldMkLst>
          <pc:docMk/>
          <pc:sldMk cId="853455442" sldId="268"/>
        </pc:sldMkLst>
        <pc:picChg chg="del">
          <ac:chgData name="Quality Assurance" userId="789f80dc-fda0-493a-af03-b553bb904698" providerId="ADAL" clId="{A4DC5046-0C27-490C-9E6C-EB59B818EC47}" dt="2023-03-23T22:18:41.948" v="24" actId="478"/>
          <ac:picMkLst>
            <pc:docMk/>
            <pc:sldMk cId="853455442" sldId="268"/>
            <ac:picMk id="7" creationId="{EFFA37A2-6908-B216-4FDD-99F49ADA82C7}"/>
          </ac:picMkLst>
        </pc:picChg>
        <pc:picChg chg="del">
          <ac:chgData name="Quality Assurance" userId="789f80dc-fda0-493a-af03-b553bb904698" providerId="ADAL" clId="{A4DC5046-0C27-490C-9E6C-EB59B818EC47}" dt="2023-03-23T22:19:24.909" v="45" actId="478"/>
          <ac:picMkLst>
            <pc:docMk/>
            <pc:sldMk cId="853455442" sldId="268"/>
            <ac:picMk id="13" creationId="{7E298B34-23AD-A266-DD62-799A4EBE24B5}"/>
          </ac:picMkLst>
        </pc:picChg>
        <pc:picChg chg="del">
          <ac:chgData name="Quality Assurance" userId="789f80dc-fda0-493a-af03-b553bb904698" providerId="ADAL" clId="{A4DC5046-0C27-490C-9E6C-EB59B818EC47}" dt="2023-03-23T22:19:24.124" v="44" actId="478"/>
          <ac:picMkLst>
            <pc:docMk/>
            <pc:sldMk cId="853455442" sldId="268"/>
            <ac:picMk id="15" creationId="{8F396EF2-4B87-8D9D-2615-DECB08A691F5}"/>
          </ac:picMkLst>
        </pc:picChg>
      </pc:sldChg>
      <pc:sldChg chg="delSp del mod delAnim">
        <pc:chgData name="Quality Assurance" userId="789f80dc-fda0-493a-af03-b553bb904698" providerId="ADAL" clId="{A4DC5046-0C27-490C-9E6C-EB59B818EC47}" dt="2023-03-23T22:55:23.364" v="567" actId="2696"/>
        <pc:sldMkLst>
          <pc:docMk/>
          <pc:sldMk cId="1209214820" sldId="269"/>
        </pc:sldMkLst>
        <pc:picChg chg="del">
          <ac:chgData name="Quality Assurance" userId="789f80dc-fda0-493a-af03-b553bb904698" providerId="ADAL" clId="{A4DC5046-0C27-490C-9E6C-EB59B818EC47}" dt="2023-03-23T22:18:43.252" v="25" actId="478"/>
          <ac:picMkLst>
            <pc:docMk/>
            <pc:sldMk cId="1209214820" sldId="269"/>
            <ac:picMk id="7" creationId="{D9889C7A-3B44-D44B-9A98-6084971869CD}"/>
          </ac:picMkLst>
        </pc:picChg>
        <pc:picChg chg="del">
          <ac:chgData name="Quality Assurance" userId="789f80dc-fda0-493a-af03-b553bb904698" providerId="ADAL" clId="{A4DC5046-0C27-490C-9E6C-EB59B818EC47}" dt="2023-03-23T22:19:25.788" v="46" actId="478"/>
          <ac:picMkLst>
            <pc:docMk/>
            <pc:sldMk cId="1209214820" sldId="269"/>
            <ac:picMk id="12" creationId="{60739311-9935-B7F4-43DB-5AA6509F6719}"/>
          </ac:picMkLst>
        </pc:picChg>
      </pc:sldChg>
      <pc:sldChg chg="delSp del mod delAnim">
        <pc:chgData name="Quality Assurance" userId="789f80dc-fda0-493a-af03-b553bb904698" providerId="ADAL" clId="{A4DC5046-0C27-490C-9E6C-EB59B818EC47}" dt="2023-03-23T22:55:26.939" v="568" actId="2696"/>
        <pc:sldMkLst>
          <pc:docMk/>
          <pc:sldMk cId="3871443264" sldId="270"/>
        </pc:sldMkLst>
        <pc:picChg chg="del">
          <ac:chgData name="Quality Assurance" userId="789f80dc-fda0-493a-af03-b553bb904698" providerId="ADAL" clId="{A4DC5046-0C27-490C-9E6C-EB59B818EC47}" dt="2023-03-23T22:18:44.586" v="26" actId="478"/>
          <ac:picMkLst>
            <pc:docMk/>
            <pc:sldMk cId="3871443264" sldId="270"/>
            <ac:picMk id="7" creationId="{186DB295-AB9D-5252-12CD-8D0D6CFCD8C8}"/>
          </ac:picMkLst>
        </pc:picChg>
        <pc:picChg chg="del">
          <ac:chgData name="Quality Assurance" userId="789f80dc-fda0-493a-af03-b553bb904698" providerId="ADAL" clId="{A4DC5046-0C27-490C-9E6C-EB59B818EC47}" dt="2023-03-23T22:19:27.641" v="48" actId="478"/>
          <ac:picMkLst>
            <pc:docMk/>
            <pc:sldMk cId="3871443264" sldId="270"/>
            <ac:picMk id="9" creationId="{0EF760B5-2F7A-22E5-8D5C-2C753D802208}"/>
          </ac:picMkLst>
        </pc:picChg>
      </pc:sldChg>
      <pc:sldChg chg="delSp del mod delAnim">
        <pc:chgData name="Quality Assurance" userId="789f80dc-fda0-493a-af03-b553bb904698" providerId="ADAL" clId="{A4DC5046-0C27-490C-9E6C-EB59B818EC47}" dt="2023-03-23T22:55:30.458" v="569" actId="2696"/>
        <pc:sldMkLst>
          <pc:docMk/>
          <pc:sldMk cId="2902670721" sldId="271"/>
        </pc:sldMkLst>
        <pc:picChg chg="del">
          <ac:chgData name="Quality Assurance" userId="789f80dc-fda0-493a-af03-b553bb904698" providerId="ADAL" clId="{A4DC5046-0C27-490C-9E6C-EB59B818EC47}" dt="2023-03-23T22:18:46.328" v="27" actId="478"/>
          <ac:picMkLst>
            <pc:docMk/>
            <pc:sldMk cId="2902670721" sldId="271"/>
            <ac:picMk id="7" creationId="{58513765-04BD-6A4B-7BCF-87BD374D300D}"/>
          </ac:picMkLst>
        </pc:picChg>
        <pc:picChg chg="del">
          <ac:chgData name="Quality Assurance" userId="789f80dc-fda0-493a-af03-b553bb904698" providerId="ADAL" clId="{A4DC5046-0C27-490C-9E6C-EB59B818EC47}" dt="2023-03-23T22:19:26.714" v="47" actId="478"/>
          <ac:picMkLst>
            <pc:docMk/>
            <pc:sldMk cId="2902670721" sldId="271"/>
            <ac:picMk id="11" creationId="{274AA69E-E496-64E9-DE98-E3FF337EA5D0}"/>
          </ac:picMkLst>
        </pc:picChg>
      </pc:sldChg>
      <pc:sldChg chg="delSp del mod delAnim">
        <pc:chgData name="Quality Assurance" userId="789f80dc-fda0-493a-af03-b553bb904698" providerId="ADAL" clId="{A4DC5046-0C27-490C-9E6C-EB59B818EC47}" dt="2023-03-23T22:55:33.081" v="570" actId="2696"/>
        <pc:sldMkLst>
          <pc:docMk/>
          <pc:sldMk cId="3496949617" sldId="272"/>
        </pc:sldMkLst>
        <pc:picChg chg="del">
          <ac:chgData name="Quality Assurance" userId="789f80dc-fda0-493a-af03-b553bb904698" providerId="ADAL" clId="{A4DC5046-0C27-490C-9E6C-EB59B818EC47}" dt="2023-03-23T22:18:47.885" v="28" actId="478"/>
          <ac:picMkLst>
            <pc:docMk/>
            <pc:sldMk cId="3496949617" sldId="272"/>
            <ac:picMk id="3" creationId="{A0B7AF55-F6C0-DB8D-6508-05757FED5CE1}"/>
          </ac:picMkLst>
        </pc:picChg>
        <pc:picChg chg="del">
          <ac:chgData name="Quality Assurance" userId="789f80dc-fda0-493a-af03-b553bb904698" providerId="ADAL" clId="{A4DC5046-0C27-490C-9E6C-EB59B818EC47}" dt="2023-03-23T22:19:38.614" v="56" actId="478"/>
          <ac:picMkLst>
            <pc:docMk/>
            <pc:sldMk cId="3496949617" sldId="272"/>
            <ac:picMk id="11" creationId="{5C8A263C-9167-376D-9E79-E5A37BE725E9}"/>
          </ac:picMkLst>
        </pc:picChg>
      </pc:sldChg>
      <pc:sldChg chg="delSp del mod delAnim">
        <pc:chgData name="Quality Assurance" userId="789f80dc-fda0-493a-af03-b553bb904698" providerId="ADAL" clId="{A4DC5046-0C27-490C-9E6C-EB59B818EC47}" dt="2023-03-23T22:55:37.163" v="571" actId="2696"/>
        <pc:sldMkLst>
          <pc:docMk/>
          <pc:sldMk cId="3071796336" sldId="273"/>
        </pc:sldMkLst>
        <pc:picChg chg="del">
          <ac:chgData name="Quality Assurance" userId="789f80dc-fda0-493a-af03-b553bb904698" providerId="ADAL" clId="{A4DC5046-0C27-490C-9E6C-EB59B818EC47}" dt="2023-03-23T22:18:49.329" v="29" actId="478"/>
          <ac:picMkLst>
            <pc:docMk/>
            <pc:sldMk cId="3071796336" sldId="273"/>
            <ac:picMk id="3" creationId="{F678499C-8B5F-6608-50CD-40D074E4F4FF}"/>
          </ac:picMkLst>
        </pc:picChg>
        <pc:picChg chg="del">
          <ac:chgData name="Quality Assurance" userId="789f80dc-fda0-493a-af03-b553bb904698" providerId="ADAL" clId="{A4DC5046-0C27-490C-9E6C-EB59B818EC47}" dt="2023-03-23T22:19:29.964" v="50" actId="478"/>
          <ac:picMkLst>
            <pc:docMk/>
            <pc:sldMk cId="3071796336" sldId="273"/>
            <ac:picMk id="13" creationId="{82F125CA-7373-EBFF-6033-6EA094D24A15}"/>
          </ac:picMkLst>
        </pc:picChg>
        <pc:picChg chg="del">
          <ac:chgData name="Quality Assurance" userId="789f80dc-fda0-493a-af03-b553bb904698" providerId="ADAL" clId="{A4DC5046-0C27-490C-9E6C-EB59B818EC47}" dt="2023-03-23T22:19:29.415" v="49" actId="478"/>
          <ac:picMkLst>
            <pc:docMk/>
            <pc:sldMk cId="3071796336" sldId="273"/>
            <ac:picMk id="15" creationId="{D9890632-E907-69BC-C046-72236C8C8118}"/>
          </ac:picMkLst>
        </pc:picChg>
        <pc:picChg chg="del">
          <ac:chgData name="Quality Assurance" userId="789f80dc-fda0-493a-af03-b553bb904698" providerId="ADAL" clId="{A4DC5046-0C27-490C-9E6C-EB59B818EC47}" dt="2023-03-23T22:19:30.530" v="51" actId="478"/>
          <ac:picMkLst>
            <pc:docMk/>
            <pc:sldMk cId="3071796336" sldId="273"/>
            <ac:picMk id="17" creationId="{FF7D603C-A306-57A9-B482-A7094E62BAF8}"/>
          </ac:picMkLst>
        </pc:picChg>
      </pc:sldChg>
      <pc:sldChg chg="delSp del mod delAnim">
        <pc:chgData name="Quality Assurance" userId="789f80dc-fda0-493a-af03-b553bb904698" providerId="ADAL" clId="{A4DC5046-0C27-490C-9E6C-EB59B818EC47}" dt="2023-03-23T22:55:40.567" v="572" actId="2696"/>
        <pc:sldMkLst>
          <pc:docMk/>
          <pc:sldMk cId="754254824" sldId="274"/>
        </pc:sldMkLst>
        <pc:picChg chg="del">
          <ac:chgData name="Quality Assurance" userId="789f80dc-fda0-493a-af03-b553bb904698" providerId="ADAL" clId="{A4DC5046-0C27-490C-9E6C-EB59B818EC47}" dt="2023-03-23T22:18:53.067" v="30" actId="478"/>
          <ac:picMkLst>
            <pc:docMk/>
            <pc:sldMk cId="754254824" sldId="274"/>
            <ac:picMk id="3" creationId="{DCE4A2A7-2E1E-8C8B-B5BE-9EA90E11904D}"/>
          </ac:picMkLst>
        </pc:picChg>
        <pc:picChg chg="del">
          <ac:chgData name="Quality Assurance" userId="789f80dc-fda0-493a-af03-b553bb904698" providerId="ADAL" clId="{A4DC5046-0C27-490C-9E6C-EB59B818EC47}" dt="2023-03-23T22:19:31.392" v="52" actId="478"/>
          <ac:picMkLst>
            <pc:docMk/>
            <pc:sldMk cId="754254824" sldId="274"/>
            <ac:picMk id="11" creationId="{43B6562B-9619-5DA2-DB43-7CD94288783C}"/>
          </ac:picMkLst>
        </pc:picChg>
      </pc:sldChg>
      <pc:sldChg chg="delSp del mod delAnim">
        <pc:chgData name="Quality Assurance" userId="789f80dc-fda0-493a-af03-b553bb904698" providerId="ADAL" clId="{A4DC5046-0C27-490C-9E6C-EB59B818EC47}" dt="2023-03-23T22:55:43.704" v="573" actId="2696"/>
        <pc:sldMkLst>
          <pc:docMk/>
          <pc:sldMk cId="3615516373" sldId="275"/>
        </pc:sldMkLst>
        <pc:picChg chg="del">
          <ac:chgData name="Quality Assurance" userId="789f80dc-fda0-493a-af03-b553bb904698" providerId="ADAL" clId="{A4DC5046-0C27-490C-9E6C-EB59B818EC47}" dt="2023-03-23T22:18:54.952" v="31" actId="478"/>
          <ac:picMkLst>
            <pc:docMk/>
            <pc:sldMk cId="3615516373" sldId="275"/>
            <ac:picMk id="3" creationId="{1FCAB2DC-725D-0AE2-A2C3-60C7CEB04525}"/>
          </ac:picMkLst>
        </pc:picChg>
        <pc:picChg chg="del">
          <ac:chgData name="Quality Assurance" userId="789f80dc-fda0-493a-af03-b553bb904698" providerId="ADAL" clId="{A4DC5046-0C27-490C-9E6C-EB59B818EC47}" dt="2023-03-23T22:19:32.130" v="53" actId="478"/>
          <ac:picMkLst>
            <pc:docMk/>
            <pc:sldMk cId="3615516373" sldId="275"/>
            <ac:picMk id="11" creationId="{947B9989-C5AB-3B8F-3AA9-A30FBB5A6724}"/>
          </ac:picMkLst>
        </pc:picChg>
      </pc:sldChg>
      <pc:sldChg chg="delSp del mod delAnim">
        <pc:chgData name="Quality Assurance" userId="789f80dc-fda0-493a-af03-b553bb904698" providerId="ADAL" clId="{A4DC5046-0C27-490C-9E6C-EB59B818EC47}" dt="2023-03-23T22:55:46.608" v="574" actId="2696"/>
        <pc:sldMkLst>
          <pc:docMk/>
          <pc:sldMk cId="3420681947" sldId="276"/>
        </pc:sldMkLst>
        <pc:picChg chg="del">
          <ac:chgData name="Quality Assurance" userId="789f80dc-fda0-493a-af03-b553bb904698" providerId="ADAL" clId="{A4DC5046-0C27-490C-9E6C-EB59B818EC47}" dt="2023-03-23T22:18:56.349" v="32" actId="478"/>
          <ac:picMkLst>
            <pc:docMk/>
            <pc:sldMk cId="3420681947" sldId="276"/>
            <ac:picMk id="3" creationId="{4B314903-5AD4-07B1-3BFD-D56142520C5F}"/>
          </ac:picMkLst>
        </pc:picChg>
        <pc:picChg chg="del">
          <ac:chgData name="Quality Assurance" userId="789f80dc-fda0-493a-af03-b553bb904698" providerId="ADAL" clId="{A4DC5046-0C27-490C-9E6C-EB59B818EC47}" dt="2023-03-23T22:19:33.166" v="54" actId="478"/>
          <ac:picMkLst>
            <pc:docMk/>
            <pc:sldMk cId="3420681947" sldId="276"/>
            <ac:picMk id="12" creationId="{B4EDC4DB-E676-0D40-7E5A-4FAE968DAC9D}"/>
          </ac:picMkLst>
        </pc:picChg>
        <pc:picChg chg="del">
          <ac:chgData name="Quality Assurance" userId="789f80dc-fda0-493a-af03-b553bb904698" providerId="ADAL" clId="{A4DC5046-0C27-490C-9E6C-EB59B818EC47}" dt="2023-03-23T22:19:33.825" v="55" actId="478"/>
          <ac:picMkLst>
            <pc:docMk/>
            <pc:sldMk cId="3420681947" sldId="276"/>
            <ac:picMk id="14" creationId="{C4D2117E-011C-5621-A4C9-8ED8D1BB5804}"/>
          </ac:picMkLst>
        </pc:picChg>
      </pc:sldChg>
      <pc:sldChg chg="addSp delSp modSp mod delAnim">
        <pc:chgData name="Quality Assurance" userId="789f80dc-fda0-493a-af03-b553bb904698" providerId="ADAL" clId="{A4DC5046-0C27-490C-9E6C-EB59B818EC47}" dt="2023-03-23T22:57:55.910" v="605" actId="1076"/>
        <pc:sldMkLst>
          <pc:docMk/>
          <pc:sldMk cId="1632624579" sldId="280"/>
        </pc:sldMkLst>
        <pc:spChg chg="del">
          <ac:chgData name="Quality Assurance" userId="789f80dc-fda0-493a-af03-b553bb904698" providerId="ADAL" clId="{A4DC5046-0C27-490C-9E6C-EB59B818EC47}" dt="2023-03-23T22:32:40.558" v="275" actId="478"/>
          <ac:spMkLst>
            <pc:docMk/>
            <pc:sldMk cId="1632624579" sldId="280"/>
            <ac:spMk id="6" creationId="{45BFE680-4938-72F5-D988-5A31CC7B5F09}"/>
          </ac:spMkLst>
        </pc:spChg>
        <pc:spChg chg="mod">
          <ac:chgData name="Quality Assurance" userId="789f80dc-fda0-493a-af03-b553bb904698" providerId="ADAL" clId="{A4DC5046-0C27-490C-9E6C-EB59B818EC47}" dt="2023-03-23T22:49:21.108" v="536" actId="1076"/>
          <ac:spMkLst>
            <pc:docMk/>
            <pc:sldMk cId="1632624579" sldId="280"/>
            <ac:spMk id="7" creationId="{D5F66E22-DD7C-8EBB-FE24-D91C71795556}"/>
          </ac:spMkLst>
        </pc:spChg>
        <pc:picChg chg="del">
          <ac:chgData name="Quality Assurance" userId="789f80dc-fda0-493a-af03-b553bb904698" providerId="ADAL" clId="{A4DC5046-0C27-490C-9E6C-EB59B818EC47}" dt="2023-03-23T22:57:50.841" v="602" actId="478"/>
          <ac:picMkLst>
            <pc:docMk/>
            <pc:sldMk cId="1632624579" sldId="280"/>
            <ac:picMk id="3" creationId="{6AA95D3B-18C2-0277-0953-2E9564B0655B}"/>
          </ac:picMkLst>
        </pc:picChg>
        <pc:picChg chg="del">
          <ac:chgData name="Quality Assurance" userId="789f80dc-fda0-493a-af03-b553bb904698" providerId="ADAL" clId="{A4DC5046-0C27-490C-9E6C-EB59B818EC47}" dt="2023-03-23T22:18:20.388" v="14" actId="478"/>
          <ac:picMkLst>
            <pc:docMk/>
            <pc:sldMk cId="1632624579" sldId="280"/>
            <ac:picMk id="5" creationId="{19FD1239-E892-8B5A-9E79-29AF94826AF2}"/>
          </ac:picMkLst>
        </pc:picChg>
        <pc:picChg chg="del">
          <ac:chgData name="Quality Assurance" userId="789f80dc-fda0-493a-af03-b553bb904698" providerId="ADAL" clId="{A4DC5046-0C27-490C-9E6C-EB59B818EC47}" dt="2023-03-23T22:19:08.457" v="34" actId="478"/>
          <ac:picMkLst>
            <pc:docMk/>
            <pc:sldMk cId="1632624579" sldId="280"/>
            <ac:picMk id="8" creationId="{2729EA72-5BF0-51D8-97FE-E04352A9302F}"/>
          </ac:picMkLst>
        </pc:picChg>
        <pc:picChg chg="add mod">
          <ac:chgData name="Quality Assurance" userId="789f80dc-fda0-493a-af03-b553bb904698" providerId="ADAL" clId="{A4DC5046-0C27-490C-9E6C-EB59B818EC47}" dt="2023-03-23T22:57:55.910" v="605" actId="1076"/>
          <ac:picMkLst>
            <pc:docMk/>
            <pc:sldMk cId="1632624579" sldId="280"/>
            <ac:picMk id="12" creationId="{58DF1605-CEF7-3384-A24F-FA0D9CEE8550}"/>
          </ac:picMkLst>
        </pc:picChg>
      </pc:sldChg>
      <pc:sldChg chg="delSp del mod delAnim">
        <pc:chgData name="Quality Assurance" userId="789f80dc-fda0-493a-af03-b553bb904698" providerId="ADAL" clId="{A4DC5046-0C27-490C-9E6C-EB59B818EC47}" dt="2023-03-23T22:55:16.629" v="565" actId="2696"/>
        <pc:sldMkLst>
          <pc:docMk/>
          <pc:sldMk cId="3717633489" sldId="281"/>
        </pc:sldMkLst>
        <pc:picChg chg="del">
          <ac:chgData name="Quality Assurance" userId="789f80dc-fda0-493a-af03-b553bb904698" providerId="ADAL" clId="{A4DC5046-0C27-490C-9E6C-EB59B818EC47}" dt="2023-03-23T22:18:40.430" v="23" actId="478"/>
          <ac:picMkLst>
            <pc:docMk/>
            <pc:sldMk cId="3717633489" sldId="281"/>
            <ac:picMk id="3" creationId="{52197502-CD23-FEE5-EC4A-9A5281C8B06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4/5/2023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4/5/2023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494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27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5E3EA-31DC-595B-293F-EB51FCF20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D242B9-256E-CCDA-F341-96ADB57D1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376AC-53C1-09A0-8AC1-FF793C98B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C4207-475D-462B-9D56-E96689A8E96D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E2D1C-5133-DA5D-82BF-BE9639217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B661D-70B6-4E07-AC55-6743A3B9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B0999-111D-47E4-B9EA-71ECD0756A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20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A457A-7DEA-47C8-567C-24D36034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9869F-504F-2A82-7200-2FFDB7857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CF447-14DD-E292-A56D-AE29D9346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FEE50-D9C1-F8B7-EF34-938E34856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3D0C8-7F07-5AE9-E360-87D3A93D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85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87CA0-33A9-02D1-D1F7-78A81A4A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57A0E-8F7A-411F-0760-05104AA29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553AB-5EC7-8FFE-D201-2138DE777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C4207-475D-462B-9D56-E96689A8E96D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4EE3C-E0CE-BB18-DD81-DAE45B8B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9A748-DF33-569D-92D7-F78C60066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B0999-111D-47E4-B9EA-71ECD0756A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87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38DF-1CA0-9973-268E-373FE1BD4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760C5-8E69-8941-CA48-0360C461C2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35DFD-2E36-25FE-0C62-0F8620C85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230C1-52BA-A30A-2C49-A2BC45D0A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8D3FF-3F17-97F8-1883-FCEC05D14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E80BF-579E-39AC-F5B1-F1500B08B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06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36DB7-7A03-04F1-2ADF-70E3EC28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60A32-A162-5E60-F45D-79CC5E930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3064D-F2BF-F473-0C42-711A30259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A8D437-4C5A-B8F1-A89C-8D966BC85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1BF6CA-4BF7-C9CF-1A4B-C72FB6732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C6B7EE-E56B-BD6B-8DE5-242119209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70E3D6-215C-B7E7-D200-5BC6C1A56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0EB70-4070-31B7-8948-33A4B3A0C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94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32EA0-9776-3383-CCF9-2331C06E3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C5836-7395-01AA-57C7-952E0F2B8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86E65-4BC9-16D5-82A8-749B35115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5524C2-EB8D-7778-D7BF-6DD5824F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21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A035B6-652E-9355-1D6B-D2BE9CCC5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FD6F6C-D803-02E6-3B95-E52CC1DE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52265-0688-CA97-A6F0-3590EABF5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37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CE38-B0A7-6C51-0BC1-E816C7720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187D2-35A7-619B-8F7F-A16636524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D58A2-427E-CEF1-CD76-FCE987F7E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00B49E-8A0B-18BC-6FBA-4D789D591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C4207-475D-462B-9D56-E96689A8E96D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2AA32-F3D8-386C-23F9-98A39B137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2E3D3-E998-8ED8-CDB8-E9F094FD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B0999-111D-47E4-B9EA-71ECD0756A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19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409A-AA4C-64CA-6786-CCFA8381B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FB7A5-F8A9-C1F6-3460-3198BD1130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10A893-E2E1-D4FF-2C8D-81170631A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C2D9A-1225-710F-1F4A-43DD937B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C4207-475D-462B-9D56-E96689A8E96D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848DB-BE50-F64B-A050-BF78544A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0D77C-7216-F38A-79CC-9FBA028E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B0999-111D-47E4-B9EA-71ECD0756A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7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8B0F3-FD0A-EA06-14E1-6945BE33C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E793E-2340-EE2E-2FD2-C380AD282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CDA7B-2E4D-7ADF-7BAA-F6705D86F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A70F4-DBBF-F26C-B844-47FEA8013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AA86D-1035-F6B0-4509-8719091E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40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603216-E171-3E23-544D-C488C3DCA4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6FDC1-E99D-F7C3-7A23-C148E5238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0EFFF-E323-6FD8-D41F-5AC043D6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1187C-E6E4-E9DB-80F3-74B793792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B8EBB-A9FC-1BB1-77A5-12680D25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37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9D7707-D7B2-40E4-320D-A141C1BBC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18601-600C-6ED0-5649-C24E02342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65AAD-EA2C-DA5F-4747-4B628DE6E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4/5/2023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36F04-80CA-0C6F-4D33-4FFA2540B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F25AA-E389-EEB1-BA8D-F233842C0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674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2590800"/>
            <a:ext cx="9144000" cy="175260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4400" dirty="0">
                <a:latin typeface="Algerian" panose="04020705040A02060702" pitchFamily="82" charset="0"/>
              </a:rPr>
              <a:t> </a:t>
            </a:r>
            <a:r>
              <a:rPr lang="es-ES" sz="4400" b="1" dirty="0">
                <a:solidFill>
                  <a:srgbClr val="000000"/>
                </a:solidFill>
                <a:effectLst/>
                <a:latin typeface="Algerian" panose="04020705040A02060702" pitchFamily="82" charset="0"/>
                <a:ea typeface="MS Mincho" panose="02020609040205080304" pitchFamily="49" charset="-128"/>
              </a:rPr>
              <a:t>Módulo SQF 2, 11 y 17 Lección</a:t>
            </a:r>
            <a:br>
              <a:rPr lang="en-US" sz="4400" dirty="0">
                <a:effectLst/>
                <a:latin typeface="Algerian" panose="04020705040A02060702" pitchFamily="82" charset="0"/>
                <a:ea typeface="MS Mincho" panose="02020609040205080304" pitchFamily="49" charset="-128"/>
              </a:rPr>
            </a:br>
            <a:endParaRPr lang="en-US" sz="4400" dirty="0">
              <a:latin typeface="Algerian" panose="04020705040A02060702" pitchFamily="82" charset="0"/>
            </a:endParaRPr>
          </a:p>
        </p:txBody>
      </p:sp>
      <p:pic>
        <p:nvPicPr>
          <p:cNvPr id="4" name="Picture 3" descr="A red and white logo&#10;&#10;Description automatically generated with low confidence">
            <a:extLst>
              <a:ext uri="{FF2B5EF4-FFF2-40B4-BE49-F238E27FC236}">
                <a16:creationId xmlns:a16="http://schemas.microsoft.com/office/drawing/2014/main" id="{598B3B09-C084-476F-9D1C-CE9BDB3A0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9779"/>
            <a:ext cx="2357120" cy="13542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521FCF-6A1A-8758-3136-618721017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920" y="152235"/>
            <a:ext cx="7924800" cy="19051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15A072-A90C-FD94-26F0-02C51015A510}"/>
              </a:ext>
            </a:extLst>
          </p:cNvPr>
          <p:cNvSpPr txBox="1"/>
          <p:nvPr/>
        </p:nvSpPr>
        <p:spPr>
          <a:xfrm>
            <a:off x="6019800" y="262114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SQF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2FB6ED-284E-8451-C36D-3E7E0787B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4876800"/>
            <a:ext cx="1226926" cy="1607959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D4914B4A-3538-5AF3-33E3-B8D3FB656C9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33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D28FCC-D7DB-934D-ACCB-4E2D56196252}"/>
              </a:ext>
            </a:extLst>
          </p:cNvPr>
          <p:cNvSpPr/>
          <p:nvPr/>
        </p:nvSpPr>
        <p:spPr>
          <a:xfrm>
            <a:off x="152400" y="76201"/>
            <a:ext cx="11887200" cy="67055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0" y="1752600"/>
            <a:ext cx="5943600" cy="928150"/>
          </a:xfrm>
        </p:spPr>
        <p:txBody>
          <a:bodyPr>
            <a:norm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ES" sz="1800" kern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400" kern="1400" dirty="0">
                <a:solidFill>
                  <a:srgbClr val="000000"/>
                </a:solidFill>
                <a:effectLst/>
                <a:latin typeface="Amasis MT Pro Black" panose="02040A040500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 de manejo de calidad</a:t>
            </a:r>
            <a:endParaRPr lang="en-US" sz="2400" dirty="0">
              <a:effectLst/>
              <a:latin typeface="Amasis MT Pro Black" panose="02040A040500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4" name="Picture 3" descr="A red and white logo&#10;&#10;Description automatically generated with low confidence">
            <a:extLst>
              <a:ext uri="{FF2B5EF4-FFF2-40B4-BE49-F238E27FC236}">
                <a16:creationId xmlns:a16="http://schemas.microsoft.com/office/drawing/2014/main" id="{CA1A99E5-38CA-8F93-80D4-4A0537B5D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57200"/>
            <a:ext cx="2280920" cy="10668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D23B921-3ACE-B060-C2F9-6C6D8EE02D45}"/>
              </a:ext>
            </a:extLst>
          </p:cNvPr>
          <p:cNvSpPr txBox="1">
            <a:spLocks/>
          </p:cNvSpPr>
          <p:nvPr/>
        </p:nvSpPr>
        <p:spPr>
          <a:xfrm>
            <a:off x="3124200" y="2950457"/>
            <a:ext cx="6629400" cy="2915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8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propósito del Código SQF no es solo lograr la certificación, sino también garantizar la validación y la revisión constantes y continuas del Sistema SQF de un sitio para verificar su vigencia e integridad.</a:t>
            </a:r>
            <a:endParaRPr lang="en-US" sz="18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8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Módulo 2: Elementos del sistema SQF para la fabricación de alimentos</a:t>
            </a:r>
            <a:endParaRPr lang="en-US" sz="18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8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Módulo 11: Buenas Prácticas de Manufactura para el Procesamiento de Productos Alimenticios</a:t>
            </a:r>
            <a:endParaRPr lang="en-US" sz="18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742950" marR="0" lvl="1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8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Módulo 17: Fabricación de Suplementos Dietéticos</a:t>
            </a:r>
            <a:endParaRPr lang="en-US" sz="18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5A1B93-A495-B9EC-EBF8-E65746EE05D8}"/>
              </a:ext>
            </a:extLst>
          </p:cNvPr>
          <p:cNvSpPr txBox="1"/>
          <p:nvPr/>
        </p:nvSpPr>
        <p:spPr>
          <a:xfrm>
            <a:off x="6172200" y="304800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ALERGIAS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958478-35AA-1EBF-F12D-AE963498E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4916" y="5257800"/>
            <a:ext cx="936210" cy="1226959"/>
          </a:xfrm>
          <a:prstGeom prst="rect">
            <a:avLst/>
          </a:prstGeom>
        </p:spPr>
      </p:pic>
      <p:sp>
        <p:nvSpPr>
          <p:cNvPr id="9" name="Frame 8">
            <a:extLst>
              <a:ext uri="{FF2B5EF4-FFF2-40B4-BE49-F238E27FC236}">
                <a16:creationId xmlns:a16="http://schemas.microsoft.com/office/drawing/2014/main" id="{C87B51F2-E5BF-B6BF-910C-E3F4B245822D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33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1ED7D1-1660-B8A9-2BA2-BDD4C0197324}"/>
              </a:ext>
            </a:extLst>
          </p:cNvPr>
          <p:cNvSpPr/>
          <p:nvPr/>
        </p:nvSpPr>
        <p:spPr>
          <a:xfrm>
            <a:off x="152400" y="76201"/>
            <a:ext cx="11887200" cy="67055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81EE6EA-B357-1304-8352-92541D6E7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520" y="304800"/>
            <a:ext cx="7285351" cy="148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white logo&#10;&#10;Description automatically generated with low confidence">
            <a:extLst>
              <a:ext uri="{FF2B5EF4-FFF2-40B4-BE49-F238E27FC236}">
                <a16:creationId xmlns:a16="http://schemas.microsoft.com/office/drawing/2014/main" id="{1A21F028-A720-BB41-E14A-31DAD15C1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9779"/>
            <a:ext cx="1828800" cy="135422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D37F0A6-A011-10B0-74C6-59F2830BB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0" y="1616573"/>
            <a:ext cx="2971800" cy="687571"/>
          </a:xfrm>
        </p:spPr>
        <p:txBody>
          <a:bodyPr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ES" sz="2800" kern="1400" dirty="0">
                <a:solidFill>
                  <a:srgbClr val="000000"/>
                </a:solidFill>
                <a:effectLst/>
                <a:latin typeface="Amasis MT Pro Black" panose="02040A040500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Regla general</a:t>
            </a:r>
            <a:endParaRPr lang="en-US" sz="2800" dirty="0">
              <a:effectLst/>
              <a:latin typeface="Amasis MT Pro Black" panose="02040A040500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D73F320-B4E1-EA72-6E67-40D5A32F77F5}"/>
              </a:ext>
            </a:extLst>
          </p:cNvPr>
          <p:cNvSpPr txBox="1">
            <a:spLocks/>
          </p:cNvSpPr>
          <p:nvPr/>
        </p:nvSpPr>
        <p:spPr>
          <a:xfrm>
            <a:off x="3352800" y="2686030"/>
            <a:ext cx="6629400" cy="2915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0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Documente el Sistema SQF (Diga lo que hace) –</a:t>
            </a:r>
            <a:endParaRPr lang="en-US" sz="20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R="0" lvl="2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20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Políticas</a:t>
            </a:r>
            <a:endParaRPr lang="en-US" sz="20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R="0" lvl="2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20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Procedimientos</a:t>
            </a:r>
            <a:endParaRPr lang="en-US" sz="20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R="0" lvl="2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20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Instrucciones y especificaciones de trabajo.</a:t>
            </a:r>
            <a:endParaRPr lang="en-US" sz="20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400050" marR="0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Implementar el Sistema SQF (Haz lo que dices)</a:t>
            </a:r>
            <a:endParaRPr lang="en-US" sz="20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2286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20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 Implementar las Políticas, procedimientos, instrucciones de trabajo y especificaciones</a:t>
            </a:r>
            <a:endParaRPr lang="en-US" sz="20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400050" marR="0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Proporcionar registros (demostrar)</a:t>
            </a:r>
            <a:endParaRPr lang="en-US" sz="20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228600" marR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20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 Mantener registros para demostrar el cumplimiento.</a:t>
            </a:r>
            <a:endParaRPr lang="en-US" sz="20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F2B307-2A42-7E07-8A7B-519A12224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6772" y="5181600"/>
            <a:ext cx="994353" cy="1303159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992298F8-B245-FFE5-48C4-0223F1A55489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33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2B2C36-B503-38C6-2947-B489A1DC4C05}"/>
              </a:ext>
            </a:extLst>
          </p:cNvPr>
          <p:cNvSpPr/>
          <p:nvPr/>
        </p:nvSpPr>
        <p:spPr>
          <a:xfrm>
            <a:off x="152400" y="76201"/>
            <a:ext cx="11887200" cy="67055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FFF5843-809B-8BA3-78B8-160B39082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024" y="494851"/>
            <a:ext cx="7285351" cy="125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and white logo&#10;&#10;Description automatically generated with low confidence">
            <a:extLst>
              <a:ext uri="{FF2B5EF4-FFF2-40B4-BE49-F238E27FC236}">
                <a16:creationId xmlns:a16="http://schemas.microsoft.com/office/drawing/2014/main" id="{4AB1B6FB-4CCC-35FF-B958-51DA92FCD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9779"/>
            <a:ext cx="1828800" cy="13542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B5B5725-DAE5-91D8-202D-CA5429F8F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0" y="1583197"/>
            <a:ext cx="4191000" cy="445521"/>
          </a:xfrm>
        </p:spPr>
        <p:txBody>
          <a:bodyPr>
            <a:normAutofit fontScale="90000"/>
          </a:bodyPr>
          <a:lstStyle/>
          <a:p>
            <a:r>
              <a:rPr lang="es-ES" sz="3100" kern="1400" dirty="0">
                <a:solidFill>
                  <a:srgbClr val="000000"/>
                </a:solidFill>
                <a:effectLst/>
                <a:latin typeface="Amasis MT Pro Black" panose="02040A040500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Módulo 2 Elementos</a:t>
            </a:r>
            <a:br>
              <a:rPr lang="en-US" sz="1800" dirty="0">
                <a:effectLst/>
                <a:latin typeface="Arial" panose="020B0604020202020204" pitchFamily="34" charset="0"/>
                <a:ea typeface="MS Mincho" panose="02020609040205080304" pitchFamily="49" charset="-128"/>
              </a:rPr>
            </a:br>
            <a:endParaRPr lang="en-US" sz="3200" dirty="0">
              <a:latin typeface="Amasis MT Pro Medium" panose="020406040500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D67D6A-6AE5-1A98-60F9-11E155F9E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4876800"/>
            <a:ext cx="1226926" cy="160795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A8EA4DE-4BCF-3052-47B3-4B04B929E69E}"/>
              </a:ext>
            </a:extLst>
          </p:cNvPr>
          <p:cNvSpPr txBox="1">
            <a:spLocks/>
          </p:cNvSpPr>
          <p:nvPr/>
        </p:nvSpPr>
        <p:spPr>
          <a:xfrm>
            <a:off x="4876800" y="3755142"/>
            <a:ext cx="3276600" cy="14897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Compromiso de gestión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Responsabilidad (Obligatorio)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Revisar (Obligatorio)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Gestión de Reclamaciones (Obligatorio)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400" dirty="0">
              <a:latin typeface="Book Antiqua" panose="02040602050305030304" pitchFamily="18" charset="0"/>
            </a:endParaRPr>
          </a:p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 de Documentos y Registros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 de Gestión de Seguridad Alimentaria (Obligatorio)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 de Documentos (Obligatorio)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Registros (Obligatorio)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738BFEAD-A9A8-7A03-B714-87C0348E5CA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33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25EF0F-1C6A-678B-DF68-E8ACF6F1654A}"/>
              </a:ext>
            </a:extLst>
          </p:cNvPr>
          <p:cNvSpPr/>
          <p:nvPr/>
        </p:nvSpPr>
        <p:spPr>
          <a:xfrm>
            <a:off x="152400" y="76201"/>
            <a:ext cx="11887200" cy="67055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7E3678-8514-F7DE-9863-5ACAF70993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800" y="357242"/>
            <a:ext cx="7285351" cy="94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red and white logo&#10;&#10;Description automatically generated with low confidence">
            <a:extLst>
              <a:ext uri="{FF2B5EF4-FFF2-40B4-BE49-F238E27FC236}">
                <a16:creationId xmlns:a16="http://schemas.microsoft.com/office/drawing/2014/main" id="{BC800529-A197-C732-72E4-B3465075D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9779"/>
            <a:ext cx="1828800" cy="135422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60C7273-3C37-803C-747D-2B45A8E1E98A}"/>
              </a:ext>
            </a:extLst>
          </p:cNvPr>
          <p:cNvSpPr txBox="1">
            <a:spLocks/>
          </p:cNvSpPr>
          <p:nvPr/>
        </p:nvSpPr>
        <p:spPr>
          <a:xfrm>
            <a:off x="4914902" y="2942952"/>
            <a:ext cx="6629400" cy="2915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DC9B77-6EF2-87A5-79AB-0BF67484D358}"/>
              </a:ext>
            </a:extLst>
          </p:cNvPr>
          <p:cNvSpPr txBox="1"/>
          <p:nvPr/>
        </p:nvSpPr>
        <p:spPr>
          <a:xfrm>
            <a:off x="3943350" y="1759296"/>
            <a:ext cx="6096000" cy="454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Especificación, formulaciones, realización y aprobación del proveedor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Formulación y realización de productos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Especificaciones (Materia Prima, Empaque, Producto Terminado y Servicios)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Fabricante por contrato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Programa de Proveedores Aprobados (Obligatorio)</a:t>
            </a:r>
          </a:p>
          <a:p>
            <a:pPr marR="0" lvl="2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s-ES" sz="1400" dirty="0">
              <a:solidFill>
                <a:srgbClr val="000000"/>
              </a:solidFill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 de Seguridad Alimentaria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Legislación Alimentaria (Obligatorio)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Buenas Prácticas de Manufactura (Obligatorio)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Plan de Seguridad Alimentaria (Obligatorio)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Muestreo, inspección y análisis de productos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Materiales y productos no conformes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Reelaboración del producto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Lanzamiento del producto (obligatorio)</a:t>
            </a:r>
            <a:endParaRPr lang="en-US" sz="1400" dirty="0"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Monitoreo ambiental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1E8008-7D45-05E2-DBB1-6BB0CD0B3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4876800"/>
            <a:ext cx="1226926" cy="1607959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4907FA47-4B3B-1ECF-8F31-BDF2E3B37993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33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5BDDA1-0E2D-DE92-E71C-4094D1188924}"/>
              </a:ext>
            </a:extLst>
          </p:cNvPr>
          <p:cNvSpPr/>
          <p:nvPr/>
        </p:nvSpPr>
        <p:spPr>
          <a:xfrm>
            <a:off x="152400" y="76201"/>
            <a:ext cx="11887200" cy="67055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A5D0A9-A665-BD23-6232-5848B9632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389608"/>
            <a:ext cx="7285351" cy="112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and white logo&#10;&#10;Description automatically generated with low confidence">
            <a:extLst>
              <a:ext uri="{FF2B5EF4-FFF2-40B4-BE49-F238E27FC236}">
                <a16:creationId xmlns:a16="http://schemas.microsoft.com/office/drawing/2014/main" id="{EC8957D5-A412-4ADC-1810-B4CA2D1A4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9779"/>
            <a:ext cx="1828800" cy="13542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934B50-58A3-3DBE-B183-3AE457AEE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9344" y="5486400"/>
            <a:ext cx="761781" cy="9983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F39014-EAE2-BD18-5946-86F8CFCC62F5}"/>
              </a:ext>
            </a:extLst>
          </p:cNvPr>
          <p:cNvSpPr txBox="1"/>
          <p:nvPr/>
        </p:nvSpPr>
        <p:spPr>
          <a:xfrm>
            <a:off x="3733800" y="1905000"/>
            <a:ext cx="6096000" cy="402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Verificación del sistema SQF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Validación y Efectividad (Obligatorio)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Actividades de Verificación (Obligatorio)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Acción Correctiva y Preventiva (Obligatorio)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Muestreo, inspección y análisis de productos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Auditorías e Inspecciones Internas (Obligatorio)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Trazabilidad de productos y gestión de crisis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Identificación del Producto (Obligatorio)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Seguimiento del producto (obligatorio)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Retiro y retiro de productos (obligatorio)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Planificación de gestión de crisis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6172B7CD-E2AA-BFD7-9C1B-63341343947F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33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1DE4C4-36FB-8B4D-A4B3-FD916832DDE0}"/>
              </a:ext>
            </a:extLst>
          </p:cNvPr>
          <p:cNvSpPr/>
          <p:nvPr/>
        </p:nvSpPr>
        <p:spPr>
          <a:xfrm>
            <a:off x="152400" y="76201"/>
            <a:ext cx="11887200" cy="67055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236851-F434-B94D-747D-3295DF35B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454515"/>
            <a:ext cx="7285351" cy="120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1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and white logo&#10;&#10;Description automatically generated with low confidence">
            <a:extLst>
              <a:ext uri="{FF2B5EF4-FFF2-40B4-BE49-F238E27FC236}">
                <a16:creationId xmlns:a16="http://schemas.microsoft.com/office/drawing/2014/main" id="{238EB954-4CE6-4D5B-94CE-069D84038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9779"/>
            <a:ext cx="1828800" cy="135422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5F66E22-DD7C-8EBB-FE24-D91C71795556}"/>
              </a:ext>
            </a:extLst>
          </p:cNvPr>
          <p:cNvSpPr txBox="1">
            <a:spLocks/>
          </p:cNvSpPr>
          <p:nvPr/>
        </p:nvSpPr>
        <p:spPr>
          <a:xfrm>
            <a:off x="3886200" y="2259328"/>
            <a:ext cx="6629400" cy="23393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Book Antiqua" panose="02040602050305030304" pitchFamily="18" charset="0"/>
            </a:endParaRPr>
          </a:p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Defensa alimentaria y fraude alimentario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 de Defensa Alimentaria (Obligatorio)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Fraude alimentario (obligatorio)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Gestión de alérgenos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Manejo de Alérgenos (Obligatorio)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Capacitación.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Requisitos de capacitación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Programa de Formación (Obligatorio)</a:t>
            </a:r>
            <a:endParaRPr lang="en-US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92BBC8-E4FB-FD53-B0DF-F2D36CFB4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7540" y="4946706"/>
            <a:ext cx="1173586" cy="1538054"/>
          </a:xfrm>
          <a:prstGeom prst="rect">
            <a:avLst/>
          </a:prstGeom>
        </p:spPr>
      </p:pic>
      <p:sp>
        <p:nvSpPr>
          <p:cNvPr id="9" name="Frame 8">
            <a:extLst>
              <a:ext uri="{FF2B5EF4-FFF2-40B4-BE49-F238E27FC236}">
                <a16:creationId xmlns:a16="http://schemas.microsoft.com/office/drawing/2014/main" id="{B2D525F2-461E-E376-7FB0-F7BAA01F5BE5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33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D0B80F-715A-CE4B-1BEE-D54F0185C49A}"/>
              </a:ext>
            </a:extLst>
          </p:cNvPr>
          <p:cNvSpPr/>
          <p:nvPr/>
        </p:nvSpPr>
        <p:spPr>
          <a:xfrm>
            <a:off x="152400" y="76201"/>
            <a:ext cx="11887200" cy="67055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DF1605-CEF7-3384-A24F-FA0D9CEE8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622690"/>
            <a:ext cx="7285351" cy="112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2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red and white logo&#10;&#10;Description automatically generated with low confidence">
            <a:extLst>
              <a:ext uri="{FF2B5EF4-FFF2-40B4-BE49-F238E27FC236}">
                <a16:creationId xmlns:a16="http://schemas.microsoft.com/office/drawing/2014/main" id="{84565EB8-3006-D562-E6B6-60BB14D53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9779"/>
            <a:ext cx="1828800" cy="135422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AD81611-D45C-EB71-793A-7D659FAFEA4C}"/>
              </a:ext>
            </a:extLst>
          </p:cNvPr>
          <p:cNvSpPr txBox="1">
            <a:spLocks/>
          </p:cNvSpPr>
          <p:nvPr/>
        </p:nvSpPr>
        <p:spPr>
          <a:xfrm>
            <a:off x="3429000" y="3428999"/>
            <a:ext cx="6629400" cy="19776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 Ubicación del sitio y locales</a:t>
            </a:r>
            <a:endParaRPr lang="en-US" sz="16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Ubicación y aprobación de las instalaciones</a:t>
            </a:r>
            <a:endParaRPr lang="en-US" sz="16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Materiales de construcción</a:t>
            </a:r>
            <a:endParaRPr lang="en-US" sz="16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latin typeface="Book Antiqua" panose="02040602050305030304" pitchFamily="18" charset="0"/>
                <a:ea typeface="MS Mincho" panose="02020609040205080304" pitchFamily="49" charset="-128"/>
              </a:rPr>
              <a:t>Iluminaciones</a:t>
            </a:r>
            <a:r>
              <a:rPr lang="es-ES" sz="1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 y accesorios de iluminación</a:t>
            </a:r>
            <a:endParaRPr lang="en-US" sz="16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Área de Inspección / Control de Calidad</a:t>
            </a:r>
            <a:endParaRPr lang="en-US" sz="16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A prueba de polvo, insectos y plagas</a:t>
            </a:r>
            <a:endParaRPr lang="en-US" sz="16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Ventilación</a:t>
            </a:r>
            <a:endParaRPr lang="en-US" sz="16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Equipos y Utensilios</a:t>
            </a:r>
            <a:endParaRPr lang="en-US" sz="16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Terrenos y Carreteras Operación del sitio</a:t>
            </a:r>
            <a:endParaRPr lang="en-US" sz="16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Reparaciones y mantenimiento</a:t>
            </a:r>
            <a:endParaRPr lang="en-US" sz="16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Personal de Mantenimiento y Contratistas</a:t>
            </a:r>
            <a:endParaRPr lang="en-US" sz="16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Calibración</a:t>
            </a:r>
            <a:endParaRPr lang="en-US" sz="16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Prevención de plagas</a:t>
            </a:r>
            <a:endParaRPr lang="en-US" sz="16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Limpieza y Saneamiento</a:t>
            </a:r>
            <a:endParaRPr lang="en-US" sz="16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100" dirty="0">
              <a:effectLst/>
              <a:latin typeface="Arial" panose="020B0604020202020204" pitchFamily="34" charset="0"/>
              <a:ea typeface="MS Mincho" panose="02020609040205080304" pitchFamily="49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2B5F24-5BAD-5EF1-8ECA-3C054D300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4876800"/>
            <a:ext cx="1226926" cy="1607959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50A0BA92-5D71-5F1F-97C6-C3AAA6B71869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33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643D90-6E46-9AC1-F0BC-7C8A55A2B7E6}"/>
              </a:ext>
            </a:extLst>
          </p:cNvPr>
          <p:cNvSpPr/>
          <p:nvPr/>
        </p:nvSpPr>
        <p:spPr>
          <a:xfrm>
            <a:off x="152400" y="76201"/>
            <a:ext cx="11887200" cy="67055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1532100-80D9-BD7B-B0B7-C0DFEDE9F202}"/>
              </a:ext>
            </a:extLst>
          </p:cNvPr>
          <p:cNvSpPr txBox="1">
            <a:spLocks/>
          </p:cNvSpPr>
          <p:nvPr/>
        </p:nvSpPr>
        <p:spPr>
          <a:xfrm>
            <a:off x="1828800" y="1584949"/>
            <a:ext cx="8763000" cy="6556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2800" kern="1400" dirty="0">
                <a:solidFill>
                  <a:srgbClr val="000000"/>
                </a:solidFill>
                <a:effectLst/>
                <a:latin typeface="Amasis MT Pro Black" panose="02040A040500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Módulo 11 Elementos y Módulo 17 Elementos</a:t>
            </a:r>
            <a:endParaRPr lang="en-US" sz="2800" dirty="0">
              <a:effectLst/>
              <a:latin typeface="Amasis MT Pro Black" panose="02040A040500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DB0894-9AF5-FAEA-45A2-D594A21EE3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461482"/>
            <a:ext cx="7285351" cy="120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67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white logo&#10;&#10;Description automatically generated with low confidence">
            <a:extLst>
              <a:ext uri="{FF2B5EF4-FFF2-40B4-BE49-F238E27FC236}">
                <a16:creationId xmlns:a16="http://schemas.microsoft.com/office/drawing/2014/main" id="{900FF3E4-0D64-A5D6-3075-95005C7ED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9779"/>
            <a:ext cx="1828800" cy="135422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4E7C168-E471-98CF-C3EC-7F5F3EC8D5E2}"/>
              </a:ext>
            </a:extLst>
          </p:cNvPr>
          <p:cNvSpPr txBox="1">
            <a:spLocks/>
          </p:cNvSpPr>
          <p:nvPr/>
        </p:nvSpPr>
        <p:spPr>
          <a:xfrm>
            <a:off x="3810000" y="2971800"/>
            <a:ext cx="6629400" cy="19776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Higiene y Bienestar del Personal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Lavado de manos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Ropa y Efectos Personales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Visitantes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Servicios del personal (vestuarios, baños, salas de descanso)</a:t>
            </a: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Prácticas de procesamiento de personal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Personal involucrado en operaciones de manipulación y procesamiento de alimentos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Suministro de agua, hielo y aire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Suministro de agua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Tratamiento de aguas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Calidad del agua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Suministro de hielo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Aire 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143000" marR="0" lvl="2" indent="-228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1100" dirty="0">
              <a:effectLst/>
              <a:latin typeface="Arial" panose="020B0604020202020204" pitchFamily="34" charset="0"/>
              <a:ea typeface="MS Mincho" panose="02020609040205080304" pitchFamily="49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CE48F1-64F8-9A3E-341F-A2C582EB8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5176394"/>
            <a:ext cx="998326" cy="1308365"/>
          </a:xfrm>
          <a:prstGeom prst="rect">
            <a:avLst/>
          </a:prstGeom>
        </p:spPr>
      </p:pic>
      <p:sp>
        <p:nvSpPr>
          <p:cNvPr id="9" name="Frame 8">
            <a:extLst>
              <a:ext uri="{FF2B5EF4-FFF2-40B4-BE49-F238E27FC236}">
                <a16:creationId xmlns:a16="http://schemas.microsoft.com/office/drawing/2014/main" id="{72BCEF1B-B249-0E82-6FE2-0F7309F403A0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33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45CA9A-5ABE-685B-9A19-6EFC35C3D6A5}"/>
              </a:ext>
            </a:extLst>
          </p:cNvPr>
          <p:cNvSpPr/>
          <p:nvPr/>
        </p:nvSpPr>
        <p:spPr>
          <a:xfrm>
            <a:off x="152400" y="76201"/>
            <a:ext cx="11887200" cy="67055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A846C7-B041-1262-A586-76BC44872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04800"/>
            <a:ext cx="7285351" cy="135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0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ed and white logo&#10;&#10;Description automatically generated with low confidence">
            <a:extLst>
              <a:ext uri="{FF2B5EF4-FFF2-40B4-BE49-F238E27FC236}">
                <a16:creationId xmlns:a16="http://schemas.microsoft.com/office/drawing/2014/main" id="{402890C0-3213-A2EA-7D01-6EA895173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9779"/>
            <a:ext cx="1828800" cy="135422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34643CE-4DC1-7A75-D652-5045286907F0}"/>
              </a:ext>
            </a:extLst>
          </p:cNvPr>
          <p:cNvSpPr txBox="1">
            <a:spLocks/>
          </p:cNvSpPr>
          <p:nvPr/>
        </p:nvSpPr>
        <p:spPr>
          <a:xfrm>
            <a:off x="3733800" y="2819400"/>
            <a:ext cx="6629400" cy="19776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Recepción, almacenamiento y transporte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Recepción, Almacenamiento y Manipulación de Mercancías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Almacenamiento en frío, congelación y enfriamiento de alimentos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Almacenamiento de ingredientes secos, envases y productos envasados no perecederos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Almacenamiento de sustancias químicas peligrosas y sustancias tóxicas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Prácticas de carga, transporte y descarga Separación de Funciones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Procesos de Alto Riesgo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descongelación de alimentos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 de contaminación por materias extrañas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1085850" marR="0" lvl="2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kern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Detección de objetos extraños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</a:endParaRPr>
          </a:p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MS Mincho" panose="02020609040205080304" pitchFamily="49" charset="-128"/>
              </a:rPr>
              <a:t>Deposito de basura</a:t>
            </a:r>
            <a:endParaRPr lang="en-US" sz="1400" dirty="0">
              <a:solidFill>
                <a:srgbClr val="000000"/>
              </a:solidFill>
              <a:latin typeface="Book Antiqua" panose="02040602050305030304" pitchFamily="18" charset="0"/>
              <a:ea typeface="MS Mincho" panose="02020609040205080304" pitchFamily="49" charset="-128"/>
              <a:cs typeface="+mj-cs"/>
            </a:endParaRPr>
          </a:p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effectLst/>
                <a:latin typeface="Book Antiqua" panose="0204060205030503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Participantes aplicables a ser capacitados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effectLst/>
                <a:latin typeface="Book Antiqua" panose="0204060205030503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   Líder del equipo de seguridad alimentaria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effectLst/>
                <a:latin typeface="Book Antiqua" panose="0204060205030503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Miembro del equipo de seguridad alimentaria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628650" marR="0" lvl="1" indent="-1714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400" dirty="0">
                <a:effectLst/>
                <a:latin typeface="Book Antiqua" panose="0204060205030503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Gerente sénior del sitio</a:t>
            </a:r>
            <a:endParaRPr lang="en-US" sz="1400" dirty="0">
              <a:effectLst/>
              <a:latin typeface="Book Antiqua" panose="0204060205030503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R="0" lvl="2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Arial" panose="020B0604020202020204" pitchFamily="34" charset="0"/>
              <a:ea typeface="MS Mincho" panose="02020609040205080304" pitchFamily="49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3FEAFE-C099-81E9-EE2B-FEC0058DD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628" y="5105400"/>
            <a:ext cx="1052497" cy="1379359"/>
          </a:xfrm>
          <a:prstGeom prst="rect">
            <a:avLst/>
          </a:prstGeom>
        </p:spPr>
      </p:pic>
      <p:sp>
        <p:nvSpPr>
          <p:cNvPr id="7" name="Frame 6">
            <a:extLst>
              <a:ext uri="{FF2B5EF4-FFF2-40B4-BE49-F238E27FC236}">
                <a16:creationId xmlns:a16="http://schemas.microsoft.com/office/drawing/2014/main" id="{474EDD8A-CD46-FEF2-0121-1DC48186C529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frame">
            <a:avLst>
              <a:gd name="adj1" fmla="val 333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7077CF-E1E8-9CEE-D020-3575037D02E2}"/>
              </a:ext>
            </a:extLst>
          </p:cNvPr>
          <p:cNvSpPr/>
          <p:nvPr/>
        </p:nvSpPr>
        <p:spPr>
          <a:xfrm>
            <a:off x="152400" y="76201"/>
            <a:ext cx="11887200" cy="67055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0761DE-FB26-94CD-0793-B6AA57CF1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357652"/>
            <a:ext cx="7285351" cy="120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6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925</TotalTime>
  <Words>598</Words>
  <Application>Microsoft Office PowerPoint</Application>
  <PresentationFormat>Widescreen</PresentationFormat>
  <Paragraphs>106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Algerian</vt:lpstr>
      <vt:lpstr>Amasis MT Pro Black</vt:lpstr>
      <vt:lpstr>Amasis MT Pro Medium</vt:lpstr>
      <vt:lpstr>Arial</vt:lpstr>
      <vt:lpstr>Book Antiqua</vt:lpstr>
      <vt:lpstr>Calibri</vt:lpstr>
      <vt:lpstr>Calibri Light</vt:lpstr>
      <vt:lpstr>Franklin Gothic Medium</vt:lpstr>
      <vt:lpstr>Office Theme</vt:lpstr>
      <vt:lpstr> Módulo SQF 2, 11 y 17 Lección </vt:lpstr>
      <vt:lpstr> Sistema de manejo de calidad</vt:lpstr>
      <vt:lpstr>Regla general</vt:lpstr>
      <vt:lpstr>Módulo 2 Elementos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Buenas Practicas de Manufactura BPM</dc:title>
  <dc:creator>Quality Assurance</dc:creator>
  <cp:lastModifiedBy>Quality Assurance</cp:lastModifiedBy>
  <cp:revision>5</cp:revision>
  <dcterms:created xsi:type="dcterms:W3CDTF">2023-03-20T04:16:19Z</dcterms:created>
  <dcterms:modified xsi:type="dcterms:W3CDTF">2023-04-05T20:04:29Z</dcterms:modified>
</cp:coreProperties>
</file>